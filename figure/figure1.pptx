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4806789" cy="33594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876378" y="69589"/>
              <a:ext cx="4198032" cy="33594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9589" y="3429000"/>
              <a:ext cx="4806789" cy="33594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4876378" y="3429000"/>
              <a:ext cx="4198032" cy="33594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747935" y="139178"/>
              <a:ext cx="4058854" cy="28419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47935" y="2625924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7935" y="1915425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47935" y="1204926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47935" y="494427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62600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11159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59719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7935" y="2981174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47935" y="2270675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47935" y="1560176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47935" y="849677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7935" y="139178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6880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035439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3999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747935" y="2980700"/>
              <a:ext cx="135295" cy="47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883230" y="2978095"/>
              <a:ext cx="135295" cy="307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018525" y="2958438"/>
              <a:ext cx="135295" cy="2273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153820" y="2902308"/>
              <a:ext cx="135295" cy="7886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289115" y="2732973"/>
              <a:ext cx="135295" cy="24820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424410" y="2382697"/>
              <a:ext cx="135295" cy="59847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559706" y="1912346"/>
              <a:ext cx="135295" cy="106882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695001" y="1368341"/>
              <a:ext cx="135295" cy="161283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830296" y="1003144"/>
              <a:ext cx="135295" cy="197802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965591" y="868386"/>
              <a:ext cx="135295" cy="211278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100886" y="848966"/>
              <a:ext cx="135295" cy="213220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236181" y="1145955"/>
              <a:ext cx="135295" cy="183521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371476" y="1435601"/>
              <a:ext cx="135295" cy="154557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506772" y="1864980"/>
              <a:ext cx="135295" cy="111619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642067" y="2226387"/>
              <a:ext cx="135295" cy="75478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777362" y="2511297"/>
              <a:ext cx="135295" cy="46987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912657" y="2702658"/>
              <a:ext cx="135295" cy="27851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047952" y="2821785"/>
              <a:ext cx="135295" cy="15938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183247" y="2880993"/>
              <a:ext cx="135295" cy="10018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318542" y="2925281"/>
              <a:ext cx="135295" cy="5589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453838" y="2945649"/>
              <a:ext cx="135295" cy="3552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589133" y="2959859"/>
              <a:ext cx="135295" cy="2131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724428" y="2968385"/>
              <a:ext cx="135295" cy="1278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859723" y="2975253"/>
              <a:ext cx="135295" cy="592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995018" y="2977858"/>
              <a:ext cx="135295" cy="331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130313" y="2979042"/>
              <a:ext cx="135295" cy="213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265608" y="2980463"/>
              <a:ext cx="135295" cy="71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400904" y="2980226"/>
              <a:ext cx="135295" cy="94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536199" y="2981174"/>
              <a:ext cx="135295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4671494" y="2980937"/>
              <a:ext cx="135295" cy="23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2126506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47935" y="139178"/>
              <a:ext cx="4058854" cy="284199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tx57"/>
            <p:cNvSpPr/>
            <p:nvPr/>
          </p:nvSpPr>
          <p:spPr>
            <a:xfrm>
              <a:off x="614256" y="2934128"/>
              <a:ext cx="71048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01109" y="2223629"/>
              <a:ext cx="284195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3000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01109" y="1513130"/>
              <a:ext cx="284195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6000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401109" y="802631"/>
              <a:ext cx="284195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9000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0060" y="92132"/>
              <a:ext cx="355244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12000</a:t>
              </a:r>
            </a:p>
          </p:txBody>
        </p:sp>
        <p:sp>
          <p:nvSpPr>
            <p:cNvPr id="62" name="pl62"/>
            <p:cNvSpPr/>
            <p:nvPr/>
          </p:nvSpPr>
          <p:spPr>
            <a:xfrm>
              <a:off x="713140" y="2981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13140" y="22706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40" y="15601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13140" y="8496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13140" y="1391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786880" y="2981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035439" y="2981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283999" y="2981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70"/>
            <p:cNvSpPr/>
            <p:nvPr/>
          </p:nvSpPr>
          <p:spPr>
            <a:xfrm>
              <a:off x="1751355" y="3043804"/>
              <a:ext cx="71048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8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2964390" y="3043804"/>
              <a:ext cx="142097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4212950" y="3043804"/>
              <a:ext cx="142097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12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620679" y="3203322"/>
              <a:ext cx="313364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</a:t>
              </a:r>
            </a:p>
          </p:txBody>
        </p:sp>
        <p:sp>
          <p:nvSpPr>
            <p:cNvPr id="74" name="rc74"/>
            <p:cNvSpPr/>
            <p:nvPr/>
          </p:nvSpPr>
          <p:spPr>
            <a:xfrm>
              <a:off x="4945967" y="139178"/>
              <a:ext cx="4058854" cy="28419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945967" y="2625924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945967" y="1915425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4945967" y="1204926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4945967" y="494427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433582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6283793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7134004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7984215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834426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4945967" y="2981174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4945967" y="2270675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4945967" y="1560176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4945967" y="849677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4945967" y="139178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5008476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858687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708898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7559109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409320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945967" y="2980937"/>
              <a:ext cx="135295" cy="23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081262" y="2979279"/>
              <a:ext cx="135295" cy="189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216557" y="2964358"/>
              <a:ext cx="135295" cy="1681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351853" y="2872941"/>
              <a:ext cx="135295" cy="10823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487148" y="2534033"/>
              <a:ext cx="135295" cy="44714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22443" y="1843191"/>
              <a:ext cx="135295" cy="113798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57738" y="1137192"/>
              <a:ext cx="135295" cy="184398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893033" y="589634"/>
              <a:ext cx="135295" cy="239153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6028328" y="325565"/>
              <a:ext cx="135295" cy="265560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6163623" y="443271"/>
              <a:ext cx="135295" cy="253790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298919" y="851808"/>
              <a:ext cx="135295" cy="212936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434214" y="1532940"/>
              <a:ext cx="135295" cy="144823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569509" y="2148469"/>
              <a:ext cx="135295" cy="83270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704804" y="2582347"/>
              <a:ext cx="135295" cy="39882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840099" y="2803312"/>
              <a:ext cx="135295" cy="17786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975394" y="2902545"/>
              <a:ext cx="135295" cy="7862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110689" y="2951806"/>
              <a:ext cx="135295" cy="2936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7245985" y="2969806"/>
              <a:ext cx="135295" cy="1136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381280" y="2976200"/>
              <a:ext cx="135295" cy="497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516575" y="2979989"/>
              <a:ext cx="135295" cy="118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651870" y="2980463"/>
              <a:ext cx="135295" cy="71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787165" y="2980937"/>
              <a:ext cx="135295" cy="23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922460" y="2981174"/>
              <a:ext cx="135295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8057755" y="2981174"/>
              <a:ext cx="135295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8193051" y="2981174"/>
              <a:ext cx="135295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8328346" y="2981174"/>
              <a:ext cx="135295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463641" y="2981174"/>
              <a:ext cx="135295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8598936" y="2981174"/>
              <a:ext cx="135295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8734231" y="2981174"/>
              <a:ext cx="135295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8869526" y="2980937"/>
              <a:ext cx="135295" cy="23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139864" y="139178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4945967" y="139178"/>
              <a:ext cx="4058854" cy="284199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008476" y="2981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858687" y="2981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6708898" y="2981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559109" y="2981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409320" y="2981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4919642" y="3043804"/>
              <a:ext cx="177667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0.4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5769853" y="3043804"/>
              <a:ext cx="177667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0.6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620064" y="3043804"/>
              <a:ext cx="177667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0.8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470275" y="3043804"/>
              <a:ext cx="177667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8320486" y="3043804"/>
              <a:ext cx="177667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6586637" y="3203322"/>
              <a:ext cx="777514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TyG-ABSI</a:t>
              </a:r>
            </a:p>
          </p:txBody>
        </p:sp>
        <p:sp>
          <p:nvSpPr>
            <p:cNvPr id="137" name="rc137"/>
            <p:cNvSpPr/>
            <p:nvPr/>
          </p:nvSpPr>
          <p:spPr>
            <a:xfrm>
              <a:off x="747935" y="3498589"/>
              <a:ext cx="4058854" cy="28419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47935" y="5985335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47935" y="5274836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47935" y="4564337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47935" y="3853838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89835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485482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881129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47935" y="6340585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747935" y="5630086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47935" y="4919587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47935" y="4209088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47935" y="3498589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1787659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3183306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578952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47935" y="6339637"/>
              <a:ext cx="135295" cy="94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883230" y="6337269"/>
              <a:ext cx="135295" cy="331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1018525" y="6327322"/>
              <a:ext cx="135295" cy="1326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1153820" y="6272613"/>
              <a:ext cx="135295" cy="6797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1289115" y="6157039"/>
              <a:ext cx="135295" cy="18354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1424410" y="5899601"/>
              <a:ext cx="135295" cy="44098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1559706" y="5519248"/>
              <a:ext cx="135295" cy="82133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1695001" y="5162340"/>
              <a:ext cx="135295" cy="117824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1830296" y="4765882"/>
              <a:ext cx="135295" cy="157470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1965591" y="4526681"/>
              <a:ext cx="135295" cy="181390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2100886" y="4425316"/>
              <a:ext cx="135295" cy="191526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2236181" y="4496366"/>
              <a:ext cx="135295" cy="184421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2371476" y="4616440"/>
              <a:ext cx="135295" cy="172414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2506772" y="4921244"/>
              <a:ext cx="135295" cy="141934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2642067" y="5192655"/>
              <a:ext cx="135295" cy="114792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2777362" y="5535352"/>
              <a:ext cx="135295" cy="80523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2912657" y="5811026"/>
              <a:ext cx="135295" cy="52955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3047952" y="6011860"/>
              <a:ext cx="135295" cy="32872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3183247" y="6150644"/>
              <a:ext cx="135295" cy="18994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3318542" y="6229273"/>
              <a:ext cx="135295" cy="11131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3453838" y="6285402"/>
              <a:ext cx="135295" cy="5518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3589133" y="6303639"/>
              <a:ext cx="135295" cy="3694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3724428" y="6319980"/>
              <a:ext cx="135295" cy="2060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3859723" y="6329453"/>
              <a:ext cx="135295" cy="1113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3995018" y="6330638"/>
              <a:ext cx="135295" cy="994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4130313" y="6337269"/>
              <a:ext cx="135295" cy="331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4265608" y="6338453"/>
              <a:ext cx="135295" cy="213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4400904" y="6340111"/>
              <a:ext cx="135295" cy="47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4536199" y="6339637"/>
              <a:ext cx="135295" cy="94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4671494" y="6340111"/>
              <a:ext cx="135295" cy="47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2244703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47935" y="3498589"/>
              <a:ext cx="4058854" cy="284199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tx185"/>
            <p:cNvSpPr/>
            <p:nvPr/>
          </p:nvSpPr>
          <p:spPr>
            <a:xfrm>
              <a:off x="614256" y="6293539"/>
              <a:ext cx="71048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401109" y="5583040"/>
              <a:ext cx="284195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3000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401109" y="4872541"/>
              <a:ext cx="284195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6000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401109" y="4162042"/>
              <a:ext cx="284195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9000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30060" y="3451543"/>
              <a:ext cx="355244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12000</a:t>
              </a:r>
            </a:p>
          </p:txBody>
        </p:sp>
        <p:sp>
          <p:nvSpPr>
            <p:cNvPr id="190" name="pl190"/>
            <p:cNvSpPr/>
            <p:nvPr/>
          </p:nvSpPr>
          <p:spPr>
            <a:xfrm>
              <a:off x="713140" y="63405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713140" y="5630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713140" y="49195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713140" y="42090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713140" y="3498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1787659" y="63405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3183306" y="63405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4578952" y="63405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tx198"/>
            <p:cNvSpPr/>
            <p:nvPr/>
          </p:nvSpPr>
          <p:spPr>
            <a:xfrm>
              <a:off x="1752134" y="6403215"/>
              <a:ext cx="71048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3147781" y="6403215"/>
              <a:ext cx="71048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4543428" y="6403215"/>
              <a:ext cx="71048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634167" y="6562733"/>
              <a:ext cx="28639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</a:t>
              </a:r>
            </a:p>
          </p:txBody>
        </p:sp>
        <p:sp>
          <p:nvSpPr>
            <p:cNvPr id="202" name="rc202"/>
            <p:cNvSpPr/>
            <p:nvPr/>
          </p:nvSpPr>
          <p:spPr>
            <a:xfrm>
              <a:off x="4945967" y="3498589"/>
              <a:ext cx="4058854" cy="28419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4945967" y="5985335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4945967" y="5274836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4945967" y="4564337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4945967" y="3853838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5742846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6755898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7768950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782003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4945967" y="6340585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4945967" y="5630086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4945967" y="4919587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4945967" y="4209088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4945967" y="3498589"/>
              <a:ext cx="4058854" cy="0"/>
            </a:xfrm>
            <a:custGeom>
              <a:avLst/>
              <a:pathLst>
                <a:path w="4058854" h="0">
                  <a:moveTo>
                    <a:pt x="0" y="0"/>
                  </a:moveTo>
                  <a:lnTo>
                    <a:pt x="4058854" y="0"/>
                  </a:lnTo>
                  <a:lnTo>
                    <a:pt x="405885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5236320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6249372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262424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8275476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4945967" y="6340348"/>
              <a:ext cx="135295" cy="23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5081262" y="6332295"/>
              <a:ext cx="135295" cy="828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5216557" y="6222642"/>
              <a:ext cx="135295" cy="11794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5351853" y="5730976"/>
              <a:ext cx="135295" cy="60960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5487148" y="4942086"/>
              <a:ext cx="135295" cy="139849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5622443" y="4354503"/>
              <a:ext cx="135295" cy="198608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5757738" y="4045910"/>
              <a:ext cx="135295" cy="229467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5893033" y="3937677"/>
              <a:ext cx="135295" cy="240290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6028328" y="4146564"/>
              <a:ext cx="135295" cy="219402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6163623" y="4550838"/>
              <a:ext cx="135295" cy="178974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6298919" y="5044161"/>
              <a:ext cx="135295" cy="129642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6434214" y="5462881"/>
              <a:ext cx="135295" cy="87770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6569509" y="5810315"/>
              <a:ext cx="135295" cy="53026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6704804" y="6014465"/>
              <a:ext cx="135295" cy="32611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6840099" y="6148276"/>
              <a:ext cx="135295" cy="19230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6975394" y="6237562"/>
              <a:ext cx="135295" cy="10302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7110689" y="6282797"/>
              <a:ext cx="135295" cy="5778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7245985" y="6308612"/>
              <a:ext cx="135295" cy="3197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7381280" y="6324480"/>
              <a:ext cx="135295" cy="1610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7516575" y="6332532"/>
              <a:ext cx="135295" cy="805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7651870" y="6336085"/>
              <a:ext cx="135295" cy="449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7787165" y="6336795"/>
              <a:ext cx="135295" cy="378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7922460" y="6339637"/>
              <a:ext cx="135295" cy="94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8057755" y="6338690"/>
              <a:ext cx="135295" cy="189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8193051" y="6339637"/>
              <a:ext cx="135295" cy="94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8328346" y="6340348"/>
              <a:ext cx="135295" cy="23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8463641" y="6339874"/>
              <a:ext cx="135295" cy="71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8598936" y="6340585"/>
              <a:ext cx="135295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8734231" y="6340585"/>
              <a:ext cx="135295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8869526" y="6340348"/>
              <a:ext cx="135295" cy="23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5989420" y="3498589"/>
              <a:ext cx="0" cy="2841995"/>
            </a:xfrm>
            <a:custGeom>
              <a:avLst/>
              <a:pathLst>
                <a:path w="0" h="2841995">
                  <a:moveTo>
                    <a:pt x="0" y="28419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4945967" y="3498589"/>
              <a:ext cx="4058854" cy="284199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5236320" y="63405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6249372" y="63405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262424" y="63405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8275476" y="63405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tx256"/>
            <p:cNvSpPr/>
            <p:nvPr/>
          </p:nvSpPr>
          <p:spPr>
            <a:xfrm>
              <a:off x="5165271" y="6403215"/>
              <a:ext cx="142097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20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6178323" y="6403215"/>
              <a:ext cx="142097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40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7191375" y="6403215"/>
              <a:ext cx="142097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60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8204428" y="6403215"/>
              <a:ext cx="142097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80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6619921" y="6562733"/>
              <a:ext cx="71094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</a:t>
              </a:r>
            </a:p>
          </p:txBody>
        </p:sp>
        <p:sp>
          <p:nvSpPr>
            <p:cNvPr id="261" name="tx261"/>
            <p:cNvSpPr/>
            <p:nvPr/>
          </p:nvSpPr>
          <p:spPr>
            <a:xfrm rot="-5400000">
              <a:off x="-177112" y="3181039"/>
              <a:ext cx="750265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Frequency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2026-02-03T21:44:40Z</dcterms:modified>
  <cp:category/>
</cp:coreProperties>
</file>