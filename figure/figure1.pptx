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1824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4771310" cy="33594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rc6"/>
            <p:cNvSpPr/>
            <p:nvPr/>
          </p:nvSpPr>
          <p:spPr>
            <a:xfrm>
              <a:off x="4840899" y="69589"/>
              <a:ext cx="4233511" cy="33594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rc7"/>
            <p:cNvSpPr/>
            <p:nvPr/>
          </p:nvSpPr>
          <p:spPr>
            <a:xfrm>
              <a:off x="69589" y="3428999"/>
              <a:ext cx="4771310" cy="33594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rc8"/>
            <p:cNvSpPr/>
            <p:nvPr/>
          </p:nvSpPr>
          <p:spPr>
            <a:xfrm>
              <a:off x="4840899" y="3428999"/>
              <a:ext cx="4233511" cy="335941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rc9"/>
            <p:cNvSpPr/>
            <p:nvPr/>
          </p:nvSpPr>
          <p:spPr>
            <a:xfrm>
              <a:off x="676977" y="139178"/>
              <a:ext cx="4094333" cy="28898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pl10"/>
            <p:cNvSpPr/>
            <p:nvPr/>
          </p:nvSpPr>
          <p:spPr>
            <a:xfrm>
              <a:off x="676977" y="2753776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pl11"/>
            <p:cNvSpPr/>
            <p:nvPr/>
          </p:nvSpPr>
          <p:spPr>
            <a:xfrm>
              <a:off x="676977" y="2203334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pl12"/>
            <p:cNvSpPr/>
            <p:nvPr/>
          </p:nvSpPr>
          <p:spPr>
            <a:xfrm>
              <a:off x="676977" y="1652892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pl13"/>
            <p:cNvSpPr/>
            <p:nvPr/>
          </p:nvSpPr>
          <p:spPr>
            <a:xfrm>
              <a:off x="676977" y="1102451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pl14"/>
            <p:cNvSpPr/>
            <p:nvPr/>
          </p:nvSpPr>
          <p:spPr>
            <a:xfrm>
              <a:off x="676977" y="552009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pl15"/>
            <p:cNvSpPr/>
            <p:nvPr/>
          </p:nvSpPr>
          <p:spPr>
            <a:xfrm>
              <a:off x="1446276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pl16"/>
            <p:cNvSpPr/>
            <p:nvPr/>
          </p:nvSpPr>
          <p:spPr>
            <a:xfrm>
              <a:off x="2583213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pl17"/>
            <p:cNvSpPr/>
            <p:nvPr/>
          </p:nvSpPr>
          <p:spPr>
            <a:xfrm>
              <a:off x="3720150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pl18"/>
            <p:cNvSpPr/>
            <p:nvPr/>
          </p:nvSpPr>
          <p:spPr>
            <a:xfrm>
              <a:off x="676977" y="3028997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pl19"/>
            <p:cNvSpPr/>
            <p:nvPr/>
          </p:nvSpPr>
          <p:spPr>
            <a:xfrm>
              <a:off x="676977" y="2478555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pl20"/>
            <p:cNvSpPr/>
            <p:nvPr/>
          </p:nvSpPr>
          <p:spPr>
            <a:xfrm>
              <a:off x="676977" y="1928113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pl21"/>
            <p:cNvSpPr/>
            <p:nvPr/>
          </p:nvSpPr>
          <p:spPr>
            <a:xfrm>
              <a:off x="676977" y="1377671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pl22"/>
            <p:cNvSpPr/>
            <p:nvPr/>
          </p:nvSpPr>
          <p:spPr>
            <a:xfrm>
              <a:off x="676977" y="827230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" name="pl23"/>
            <p:cNvSpPr/>
            <p:nvPr/>
          </p:nvSpPr>
          <p:spPr>
            <a:xfrm>
              <a:off x="676977" y="276788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pl24"/>
            <p:cNvSpPr/>
            <p:nvPr/>
          </p:nvSpPr>
          <p:spPr>
            <a:xfrm>
              <a:off x="877807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pl25"/>
            <p:cNvSpPr/>
            <p:nvPr/>
          </p:nvSpPr>
          <p:spPr>
            <a:xfrm>
              <a:off x="2014744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pl26"/>
            <p:cNvSpPr/>
            <p:nvPr/>
          </p:nvSpPr>
          <p:spPr>
            <a:xfrm>
              <a:off x="3151682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pl27"/>
            <p:cNvSpPr/>
            <p:nvPr/>
          </p:nvSpPr>
          <p:spPr>
            <a:xfrm>
              <a:off x="4288619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rc28"/>
            <p:cNvSpPr/>
            <p:nvPr/>
          </p:nvSpPr>
          <p:spPr>
            <a:xfrm>
              <a:off x="676977" y="3028813"/>
              <a:ext cx="136477" cy="18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rc29"/>
            <p:cNvSpPr/>
            <p:nvPr/>
          </p:nvSpPr>
          <p:spPr>
            <a:xfrm>
              <a:off x="813455" y="3028813"/>
              <a:ext cx="136477" cy="18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rc30"/>
            <p:cNvSpPr/>
            <p:nvPr/>
          </p:nvSpPr>
          <p:spPr>
            <a:xfrm>
              <a:off x="949933" y="3028813"/>
              <a:ext cx="136477" cy="18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rc31"/>
            <p:cNvSpPr/>
            <p:nvPr/>
          </p:nvSpPr>
          <p:spPr>
            <a:xfrm>
              <a:off x="1086411" y="3027712"/>
              <a:ext cx="136477" cy="128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rc32"/>
            <p:cNvSpPr/>
            <p:nvPr/>
          </p:nvSpPr>
          <p:spPr>
            <a:xfrm>
              <a:off x="1222888" y="3020924"/>
              <a:ext cx="136477" cy="807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rc33"/>
            <p:cNvSpPr/>
            <p:nvPr/>
          </p:nvSpPr>
          <p:spPr>
            <a:xfrm>
              <a:off x="1359366" y="2975604"/>
              <a:ext cx="136477" cy="5339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rc34"/>
            <p:cNvSpPr/>
            <p:nvPr/>
          </p:nvSpPr>
          <p:spPr>
            <a:xfrm>
              <a:off x="1495844" y="2823315"/>
              <a:ext cx="136477" cy="20568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rc35"/>
            <p:cNvSpPr/>
            <p:nvPr/>
          </p:nvSpPr>
          <p:spPr>
            <a:xfrm>
              <a:off x="1632322" y="2482408"/>
              <a:ext cx="136477" cy="54658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rc36"/>
            <p:cNvSpPr/>
            <p:nvPr/>
          </p:nvSpPr>
          <p:spPr>
            <a:xfrm>
              <a:off x="1768799" y="1873069"/>
              <a:ext cx="136477" cy="115592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rc37"/>
            <p:cNvSpPr/>
            <p:nvPr/>
          </p:nvSpPr>
          <p:spPr>
            <a:xfrm>
              <a:off x="1905277" y="1217493"/>
              <a:ext cx="136477" cy="181150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rc38"/>
            <p:cNvSpPr/>
            <p:nvPr/>
          </p:nvSpPr>
          <p:spPr>
            <a:xfrm>
              <a:off x="2041755" y="726315"/>
              <a:ext cx="136477" cy="230268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rc39"/>
            <p:cNvSpPr/>
            <p:nvPr/>
          </p:nvSpPr>
          <p:spPr>
            <a:xfrm>
              <a:off x="2178233" y="540266"/>
              <a:ext cx="136477" cy="248873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rc40"/>
            <p:cNvSpPr/>
            <p:nvPr/>
          </p:nvSpPr>
          <p:spPr>
            <a:xfrm>
              <a:off x="2314710" y="665216"/>
              <a:ext cx="136477" cy="236378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rc41"/>
            <p:cNvSpPr/>
            <p:nvPr/>
          </p:nvSpPr>
          <p:spPr>
            <a:xfrm>
              <a:off x="2451188" y="1051443"/>
              <a:ext cx="136477" cy="197755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rc42"/>
            <p:cNvSpPr/>
            <p:nvPr/>
          </p:nvSpPr>
          <p:spPr>
            <a:xfrm>
              <a:off x="2587666" y="1493081"/>
              <a:ext cx="136477" cy="153591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rc43"/>
            <p:cNvSpPr/>
            <p:nvPr/>
          </p:nvSpPr>
          <p:spPr>
            <a:xfrm>
              <a:off x="2724144" y="2033798"/>
              <a:ext cx="136477" cy="99519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rc44"/>
            <p:cNvSpPr/>
            <p:nvPr/>
          </p:nvSpPr>
          <p:spPr>
            <a:xfrm>
              <a:off x="2860622" y="2405530"/>
              <a:ext cx="136477" cy="62346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5" name="rc45"/>
            <p:cNvSpPr/>
            <p:nvPr/>
          </p:nvSpPr>
          <p:spPr>
            <a:xfrm>
              <a:off x="2997099" y="2678182"/>
              <a:ext cx="136477" cy="35081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6" name="rc46"/>
            <p:cNvSpPr/>
            <p:nvPr/>
          </p:nvSpPr>
          <p:spPr>
            <a:xfrm>
              <a:off x="3133577" y="2840746"/>
              <a:ext cx="136477" cy="18825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" name="rc47"/>
            <p:cNvSpPr/>
            <p:nvPr/>
          </p:nvSpPr>
          <p:spPr>
            <a:xfrm>
              <a:off x="3270055" y="2917807"/>
              <a:ext cx="136477" cy="11118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8" name="rc48"/>
            <p:cNvSpPr/>
            <p:nvPr/>
          </p:nvSpPr>
          <p:spPr>
            <a:xfrm>
              <a:off x="3406533" y="2970283"/>
              <a:ext cx="136477" cy="5871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rc49"/>
            <p:cNvSpPr/>
            <p:nvPr/>
          </p:nvSpPr>
          <p:spPr>
            <a:xfrm>
              <a:off x="3543010" y="2994686"/>
              <a:ext cx="136477" cy="3431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rc50"/>
            <p:cNvSpPr/>
            <p:nvPr/>
          </p:nvSpPr>
          <p:spPr>
            <a:xfrm>
              <a:off x="3679488" y="3009731"/>
              <a:ext cx="136477" cy="1926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rc51"/>
            <p:cNvSpPr/>
            <p:nvPr/>
          </p:nvSpPr>
          <p:spPr>
            <a:xfrm>
              <a:off x="3815966" y="3017988"/>
              <a:ext cx="136477" cy="1100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2" name="rc52"/>
            <p:cNvSpPr/>
            <p:nvPr/>
          </p:nvSpPr>
          <p:spPr>
            <a:xfrm>
              <a:off x="3952444" y="3024226"/>
              <a:ext cx="136477" cy="477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3" name="rc53"/>
            <p:cNvSpPr/>
            <p:nvPr/>
          </p:nvSpPr>
          <p:spPr>
            <a:xfrm>
              <a:off x="4088921" y="3025511"/>
              <a:ext cx="136477" cy="348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rc54"/>
            <p:cNvSpPr/>
            <p:nvPr/>
          </p:nvSpPr>
          <p:spPr>
            <a:xfrm>
              <a:off x="4225399" y="3028263"/>
              <a:ext cx="136477" cy="73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rc55"/>
            <p:cNvSpPr/>
            <p:nvPr/>
          </p:nvSpPr>
          <p:spPr>
            <a:xfrm>
              <a:off x="4361877" y="3028263"/>
              <a:ext cx="136477" cy="73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rc56"/>
            <p:cNvSpPr/>
            <p:nvPr/>
          </p:nvSpPr>
          <p:spPr>
            <a:xfrm>
              <a:off x="4498355" y="3028813"/>
              <a:ext cx="136477" cy="18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rc57"/>
            <p:cNvSpPr/>
            <p:nvPr/>
          </p:nvSpPr>
          <p:spPr>
            <a:xfrm>
              <a:off x="4634833" y="3028813"/>
              <a:ext cx="136477" cy="18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pl58"/>
            <p:cNvSpPr/>
            <p:nvPr/>
          </p:nvSpPr>
          <p:spPr>
            <a:xfrm>
              <a:off x="2306930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rc59"/>
            <p:cNvSpPr/>
            <p:nvPr/>
          </p:nvSpPr>
          <p:spPr>
            <a:xfrm>
              <a:off x="676977" y="139178"/>
              <a:ext cx="4094333" cy="2889819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tx60"/>
            <p:cNvSpPr/>
            <p:nvPr/>
          </p:nvSpPr>
          <p:spPr>
            <a:xfrm>
              <a:off x="552168" y="2988992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65630" y="2438550"/>
              <a:ext cx="24871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3000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65630" y="1888108"/>
              <a:ext cx="24871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6000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65630" y="1337666"/>
              <a:ext cx="24871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9000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303451" y="787225"/>
              <a:ext cx="31089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12000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303451" y="236783"/>
              <a:ext cx="31089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15000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642183" y="302899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" name="pl67"/>
            <p:cNvSpPr/>
            <p:nvPr/>
          </p:nvSpPr>
          <p:spPr>
            <a:xfrm>
              <a:off x="642183" y="247855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8" name="pl68"/>
            <p:cNvSpPr/>
            <p:nvPr/>
          </p:nvSpPr>
          <p:spPr>
            <a:xfrm>
              <a:off x="642183" y="19281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pl69"/>
            <p:cNvSpPr/>
            <p:nvPr/>
          </p:nvSpPr>
          <p:spPr>
            <a:xfrm>
              <a:off x="642183" y="137767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0" name="pl70"/>
            <p:cNvSpPr/>
            <p:nvPr/>
          </p:nvSpPr>
          <p:spPr>
            <a:xfrm>
              <a:off x="642183" y="82723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1" name="pl71"/>
            <p:cNvSpPr/>
            <p:nvPr/>
          </p:nvSpPr>
          <p:spPr>
            <a:xfrm>
              <a:off x="642183" y="2767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pl72"/>
            <p:cNvSpPr/>
            <p:nvPr/>
          </p:nvSpPr>
          <p:spPr>
            <a:xfrm>
              <a:off x="877807" y="302899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3" name="pl73"/>
            <p:cNvSpPr/>
            <p:nvPr/>
          </p:nvSpPr>
          <p:spPr>
            <a:xfrm>
              <a:off x="2014744" y="302899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4" name="pl74"/>
            <p:cNvSpPr/>
            <p:nvPr/>
          </p:nvSpPr>
          <p:spPr>
            <a:xfrm>
              <a:off x="3151682" y="302899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5" name="pl75"/>
            <p:cNvSpPr/>
            <p:nvPr/>
          </p:nvSpPr>
          <p:spPr>
            <a:xfrm>
              <a:off x="4288619" y="302899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6" name="tx76"/>
            <p:cNvSpPr/>
            <p:nvPr/>
          </p:nvSpPr>
          <p:spPr>
            <a:xfrm>
              <a:off x="846718" y="3091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983655" y="3091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089502" y="3091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226439" y="3091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596036" y="3229931"/>
              <a:ext cx="25621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TyG</a:t>
              </a:r>
            </a:p>
          </p:txBody>
        </p:sp>
        <p:sp>
          <p:nvSpPr>
            <p:cNvPr id="81" name="rc81"/>
            <p:cNvSpPr/>
            <p:nvPr/>
          </p:nvSpPr>
          <p:spPr>
            <a:xfrm>
              <a:off x="4910488" y="139178"/>
              <a:ext cx="4094333" cy="28898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pl82"/>
            <p:cNvSpPr/>
            <p:nvPr/>
          </p:nvSpPr>
          <p:spPr>
            <a:xfrm>
              <a:off x="4910488" y="2753776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pl83"/>
            <p:cNvSpPr/>
            <p:nvPr/>
          </p:nvSpPr>
          <p:spPr>
            <a:xfrm>
              <a:off x="4910488" y="2203334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pl84"/>
            <p:cNvSpPr/>
            <p:nvPr/>
          </p:nvSpPr>
          <p:spPr>
            <a:xfrm>
              <a:off x="4910488" y="1652892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pl85"/>
            <p:cNvSpPr/>
            <p:nvPr/>
          </p:nvSpPr>
          <p:spPr>
            <a:xfrm>
              <a:off x="4910488" y="1102451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pl86"/>
            <p:cNvSpPr/>
            <p:nvPr/>
          </p:nvSpPr>
          <p:spPr>
            <a:xfrm>
              <a:off x="4910488" y="552009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pl87"/>
            <p:cNvSpPr/>
            <p:nvPr/>
          </p:nvSpPr>
          <p:spPr>
            <a:xfrm>
              <a:off x="5474700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pl88"/>
            <p:cNvSpPr/>
            <p:nvPr/>
          </p:nvSpPr>
          <p:spPr>
            <a:xfrm>
              <a:off x="6314789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pl89"/>
            <p:cNvSpPr/>
            <p:nvPr/>
          </p:nvSpPr>
          <p:spPr>
            <a:xfrm>
              <a:off x="7154879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0" name="pl90"/>
            <p:cNvSpPr/>
            <p:nvPr/>
          </p:nvSpPr>
          <p:spPr>
            <a:xfrm>
              <a:off x="7994968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1" name="pl91"/>
            <p:cNvSpPr/>
            <p:nvPr/>
          </p:nvSpPr>
          <p:spPr>
            <a:xfrm>
              <a:off x="8835058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2" name="pl92"/>
            <p:cNvSpPr/>
            <p:nvPr/>
          </p:nvSpPr>
          <p:spPr>
            <a:xfrm>
              <a:off x="4910488" y="3028997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3" name="pl93"/>
            <p:cNvSpPr/>
            <p:nvPr/>
          </p:nvSpPr>
          <p:spPr>
            <a:xfrm>
              <a:off x="4910488" y="2478555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pl94"/>
            <p:cNvSpPr/>
            <p:nvPr/>
          </p:nvSpPr>
          <p:spPr>
            <a:xfrm>
              <a:off x="4910488" y="1928113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5" name="pl95"/>
            <p:cNvSpPr/>
            <p:nvPr/>
          </p:nvSpPr>
          <p:spPr>
            <a:xfrm>
              <a:off x="4910488" y="1377671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6" name="pl96"/>
            <p:cNvSpPr/>
            <p:nvPr/>
          </p:nvSpPr>
          <p:spPr>
            <a:xfrm>
              <a:off x="4910488" y="827230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7" name="pl97"/>
            <p:cNvSpPr/>
            <p:nvPr/>
          </p:nvSpPr>
          <p:spPr>
            <a:xfrm>
              <a:off x="4910488" y="276788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8" name="pl98"/>
            <p:cNvSpPr/>
            <p:nvPr/>
          </p:nvSpPr>
          <p:spPr>
            <a:xfrm>
              <a:off x="5054655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9" name="pl99"/>
            <p:cNvSpPr/>
            <p:nvPr/>
          </p:nvSpPr>
          <p:spPr>
            <a:xfrm>
              <a:off x="5894745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0" name="pl100"/>
            <p:cNvSpPr/>
            <p:nvPr/>
          </p:nvSpPr>
          <p:spPr>
            <a:xfrm>
              <a:off x="6734834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1" name="pl101"/>
            <p:cNvSpPr/>
            <p:nvPr/>
          </p:nvSpPr>
          <p:spPr>
            <a:xfrm>
              <a:off x="7574923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2" name="pl102"/>
            <p:cNvSpPr/>
            <p:nvPr/>
          </p:nvSpPr>
          <p:spPr>
            <a:xfrm>
              <a:off x="8415013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" name="rc103"/>
            <p:cNvSpPr/>
            <p:nvPr/>
          </p:nvSpPr>
          <p:spPr>
            <a:xfrm>
              <a:off x="4910488" y="3028630"/>
              <a:ext cx="136477" cy="36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rc104"/>
            <p:cNvSpPr/>
            <p:nvPr/>
          </p:nvSpPr>
          <p:spPr>
            <a:xfrm>
              <a:off x="5046966" y="3028263"/>
              <a:ext cx="136477" cy="73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rc105"/>
            <p:cNvSpPr/>
            <p:nvPr/>
          </p:nvSpPr>
          <p:spPr>
            <a:xfrm>
              <a:off x="5183444" y="3022391"/>
              <a:ext cx="136477" cy="660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rc106"/>
            <p:cNvSpPr/>
            <p:nvPr/>
          </p:nvSpPr>
          <p:spPr>
            <a:xfrm>
              <a:off x="5319922" y="2970283"/>
              <a:ext cx="136477" cy="5871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7" name="rc107"/>
            <p:cNvSpPr/>
            <p:nvPr/>
          </p:nvSpPr>
          <p:spPr>
            <a:xfrm>
              <a:off x="5456399" y="2729373"/>
              <a:ext cx="136477" cy="29962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8" name="rc108"/>
            <p:cNvSpPr/>
            <p:nvPr/>
          </p:nvSpPr>
          <p:spPr>
            <a:xfrm>
              <a:off x="5592877" y="2103704"/>
              <a:ext cx="136477" cy="92529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9" name="rc109"/>
            <p:cNvSpPr/>
            <p:nvPr/>
          </p:nvSpPr>
          <p:spPr>
            <a:xfrm>
              <a:off x="5729355" y="1265198"/>
              <a:ext cx="136477" cy="176379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0" name="rc110"/>
            <p:cNvSpPr/>
            <p:nvPr/>
          </p:nvSpPr>
          <p:spPr>
            <a:xfrm>
              <a:off x="5865833" y="662831"/>
              <a:ext cx="136477" cy="236616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1" name="rc111"/>
            <p:cNvSpPr/>
            <p:nvPr/>
          </p:nvSpPr>
          <p:spPr>
            <a:xfrm>
              <a:off x="6002311" y="399353"/>
              <a:ext cx="136477" cy="262964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2" name="rc112"/>
            <p:cNvSpPr/>
            <p:nvPr/>
          </p:nvSpPr>
          <p:spPr>
            <a:xfrm>
              <a:off x="6138788" y="327612"/>
              <a:ext cx="136477" cy="270138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3" name="rc113"/>
            <p:cNvSpPr/>
            <p:nvPr/>
          </p:nvSpPr>
          <p:spPr>
            <a:xfrm>
              <a:off x="6275266" y="704848"/>
              <a:ext cx="136477" cy="232414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rc114"/>
            <p:cNvSpPr/>
            <p:nvPr/>
          </p:nvSpPr>
          <p:spPr>
            <a:xfrm>
              <a:off x="6411744" y="1291252"/>
              <a:ext cx="136477" cy="173774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5" name="rc115"/>
            <p:cNvSpPr/>
            <p:nvPr/>
          </p:nvSpPr>
          <p:spPr>
            <a:xfrm>
              <a:off x="6548222" y="1953617"/>
              <a:ext cx="136477" cy="107537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rc116"/>
            <p:cNvSpPr/>
            <p:nvPr/>
          </p:nvSpPr>
          <p:spPr>
            <a:xfrm>
              <a:off x="6684699" y="2494518"/>
              <a:ext cx="136477" cy="53447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7" name="rc117"/>
            <p:cNvSpPr/>
            <p:nvPr/>
          </p:nvSpPr>
          <p:spPr>
            <a:xfrm>
              <a:off x="6821177" y="2775610"/>
              <a:ext cx="136477" cy="25338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8" name="rc118"/>
            <p:cNvSpPr/>
            <p:nvPr/>
          </p:nvSpPr>
          <p:spPr>
            <a:xfrm>
              <a:off x="6957655" y="2920560"/>
              <a:ext cx="136477" cy="10843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9" name="rc119"/>
            <p:cNvSpPr/>
            <p:nvPr/>
          </p:nvSpPr>
          <p:spPr>
            <a:xfrm>
              <a:off x="7094133" y="2985328"/>
              <a:ext cx="136477" cy="4366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0" name="rc120"/>
            <p:cNvSpPr/>
            <p:nvPr/>
          </p:nvSpPr>
          <p:spPr>
            <a:xfrm>
              <a:off x="7230610" y="3013951"/>
              <a:ext cx="136477" cy="1504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1" name="rc121"/>
            <p:cNvSpPr/>
            <p:nvPr/>
          </p:nvSpPr>
          <p:spPr>
            <a:xfrm>
              <a:off x="7367088" y="3022575"/>
              <a:ext cx="136477" cy="642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2" name="rc122"/>
            <p:cNvSpPr/>
            <p:nvPr/>
          </p:nvSpPr>
          <p:spPr>
            <a:xfrm>
              <a:off x="7503566" y="3027162"/>
              <a:ext cx="136477" cy="183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3" name="rc123"/>
            <p:cNvSpPr/>
            <p:nvPr/>
          </p:nvSpPr>
          <p:spPr>
            <a:xfrm>
              <a:off x="7640044" y="3028263"/>
              <a:ext cx="136477" cy="73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4" name="rc124"/>
            <p:cNvSpPr/>
            <p:nvPr/>
          </p:nvSpPr>
          <p:spPr>
            <a:xfrm>
              <a:off x="7776522" y="3028813"/>
              <a:ext cx="136477" cy="18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rc125"/>
            <p:cNvSpPr/>
            <p:nvPr/>
          </p:nvSpPr>
          <p:spPr>
            <a:xfrm>
              <a:off x="7912999" y="3028997"/>
              <a:ext cx="136477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6" name="rc126"/>
            <p:cNvSpPr/>
            <p:nvPr/>
          </p:nvSpPr>
          <p:spPr>
            <a:xfrm>
              <a:off x="8049477" y="3028997"/>
              <a:ext cx="136477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7" name="rc127"/>
            <p:cNvSpPr/>
            <p:nvPr/>
          </p:nvSpPr>
          <p:spPr>
            <a:xfrm>
              <a:off x="8185955" y="3028997"/>
              <a:ext cx="136477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8" name="rc128"/>
            <p:cNvSpPr/>
            <p:nvPr/>
          </p:nvSpPr>
          <p:spPr>
            <a:xfrm>
              <a:off x="8322433" y="3028997"/>
              <a:ext cx="136477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rc129"/>
            <p:cNvSpPr/>
            <p:nvPr/>
          </p:nvSpPr>
          <p:spPr>
            <a:xfrm>
              <a:off x="8458910" y="3028997"/>
              <a:ext cx="136477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0" name="rc130"/>
            <p:cNvSpPr/>
            <p:nvPr/>
          </p:nvSpPr>
          <p:spPr>
            <a:xfrm>
              <a:off x="8595388" y="3028997"/>
              <a:ext cx="136477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1" name="rc131"/>
            <p:cNvSpPr/>
            <p:nvPr/>
          </p:nvSpPr>
          <p:spPr>
            <a:xfrm>
              <a:off x="8731866" y="3028997"/>
              <a:ext cx="136477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2" name="rc132"/>
            <p:cNvSpPr/>
            <p:nvPr/>
          </p:nvSpPr>
          <p:spPr>
            <a:xfrm>
              <a:off x="8868344" y="3028813"/>
              <a:ext cx="136477" cy="18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3" name="pl133"/>
            <p:cNvSpPr/>
            <p:nvPr/>
          </p:nvSpPr>
          <p:spPr>
            <a:xfrm>
              <a:off x="6156934" y="139178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4" name="rc134"/>
            <p:cNvSpPr/>
            <p:nvPr/>
          </p:nvSpPr>
          <p:spPr>
            <a:xfrm>
              <a:off x="4910488" y="139178"/>
              <a:ext cx="4094333" cy="2889819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5" name="pl135"/>
            <p:cNvSpPr/>
            <p:nvPr/>
          </p:nvSpPr>
          <p:spPr>
            <a:xfrm>
              <a:off x="5054655" y="302899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6" name="pl136"/>
            <p:cNvSpPr/>
            <p:nvPr/>
          </p:nvSpPr>
          <p:spPr>
            <a:xfrm>
              <a:off x="5894745" y="302899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7" name="pl137"/>
            <p:cNvSpPr/>
            <p:nvPr/>
          </p:nvSpPr>
          <p:spPr>
            <a:xfrm>
              <a:off x="6734834" y="302899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8" name="pl138"/>
            <p:cNvSpPr/>
            <p:nvPr/>
          </p:nvSpPr>
          <p:spPr>
            <a:xfrm>
              <a:off x="7574923" y="302899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9" name="pl139"/>
            <p:cNvSpPr/>
            <p:nvPr/>
          </p:nvSpPr>
          <p:spPr>
            <a:xfrm>
              <a:off x="8415013" y="3028997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0" name="tx140"/>
            <p:cNvSpPr/>
            <p:nvPr/>
          </p:nvSpPr>
          <p:spPr>
            <a:xfrm>
              <a:off x="4976931" y="3091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0.4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5817021" y="3091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6657110" y="3091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0.8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7497199" y="3091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1.0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8337289" y="3091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1.2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6647079" y="3229931"/>
              <a:ext cx="621151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TyG-ABSI</a:t>
              </a:r>
            </a:p>
          </p:txBody>
        </p:sp>
        <p:sp>
          <p:nvSpPr>
            <p:cNvPr id="146" name="rc146"/>
            <p:cNvSpPr/>
            <p:nvPr/>
          </p:nvSpPr>
          <p:spPr>
            <a:xfrm>
              <a:off x="676977" y="3498589"/>
              <a:ext cx="4094333" cy="28898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7" name="pl147"/>
            <p:cNvSpPr/>
            <p:nvPr/>
          </p:nvSpPr>
          <p:spPr>
            <a:xfrm>
              <a:off x="676977" y="6113187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8" name="pl148"/>
            <p:cNvSpPr/>
            <p:nvPr/>
          </p:nvSpPr>
          <p:spPr>
            <a:xfrm>
              <a:off x="676977" y="5562745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9" name="pl149"/>
            <p:cNvSpPr/>
            <p:nvPr/>
          </p:nvSpPr>
          <p:spPr>
            <a:xfrm>
              <a:off x="676977" y="5012303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0" name="pl150"/>
            <p:cNvSpPr/>
            <p:nvPr/>
          </p:nvSpPr>
          <p:spPr>
            <a:xfrm>
              <a:off x="676977" y="4461862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1" name="pl151"/>
            <p:cNvSpPr/>
            <p:nvPr/>
          </p:nvSpPr>
          <p:spPr>
            <a:xfrm>
              <a:off x="676977" y="3911420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pl152"/>
            <p:cNvSpPr/>
            <p:nvPr/>
          </p:nvSpPr>
          <p:spPr>
            <a:xfrm>
              <a:off x="1304264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3" name="pl153"/>
            <p:cNvSpPr/>
            <p:nvPr/>
          </p:nvSpPr>
          <p:spPr>
            <a:xfrm>
              <a:off x="2604110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4" name="pl154"/>
            <p:cNvSpPr/>
            <p:nvPr/>
          </p:nvSpPr>
          <p:spPr>
            <a:xfrm>
              <a:off x="3903955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5" name="pl155"/>
            <p:cNvSpPr/>
            <p:nvPr/>
          </p:nvSpPr>
          <p:spPr>
            <a:xfrm>
              <a:off x="676977" y="6388408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pl156"/>
            <p:cNvSpPr/>
            <p:nvPr/>
          </p:nvSpPr>
          <p:spPr>
            <a:xfrm>
              <a:off x="676977" y="5837966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7" name="pl157"/>
            <p:cNvSpPr/>
            <p:nvPr/>
          </p:nvSpPr>
          <p:spPr>
            <a:xfrm>
              <a:off x="676977" y="5287524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8" name="pl158"/>
            <p:cNvSpPr/>
            <p:nvPr/>
          </p:nvSpPr>
          <p:spPr>
            <a:xfrm>
              <a:off x="676977" y="4737082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9" name="pl159"/>
            <p:cNvSpPr/>
            <p:nvPr/>
          </p:nvSpPr>
          <p:spPr>
            <a:xfrm>
              <a:off x="676977" y="4186641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0" name="pl160"/>
            <p:cNvSpPr/>
            <p:nvPr/>
          </p:nvSpPr>
          <p:spPr>
            <a:xfrm>
              <a:off x="676977" y="3636199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pl161"/>
            <p:cNvSpPr/>
            <p:nvPr/>
          </p:nvSpPr>
          <p:spPr>
            <a:xfrm>
              <a:off x="1954187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2" name="pl162"/>
            <p:cNvSpPr/>
            <p:nvPr/>
          </p:nvSpPr>
          <p:spPr>
            <a:xfrm>
              <a:off x="3254033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3" name="pl163"/>
            <p:cNvSpPr/>
            <p:nvPr/>
          </p:nvSpPr>
          <p:spPr>
            <a:xfrm>
              <a:off x="4553878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4" name="rc164"/>
            <p:cNvSpPr/>
            <p:nvPr/>
          </p:nvSpPr>
          <p:spPr>
            <a:xfrm>
              <a:off x="676977" y="6388224"/>
              <a:ext cx="136477" cy="18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5" name="rc165"/>
            <p:cNvSpPr/>
            <p:nvPr/>
          </p:nvSpPr>
          <p:spPr>
            <a:xfrm>
              <a:off x="813455" y="6388408"/>
              <a:ext cx="136477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6" name="rc166"/>
            <p:cNvSpPr/>
            <p:nvPr/>
          </p:nvSpPr>
          <p:spPr>
            <a:xfrm>
              <a:off x="949933" y="6387857"/>
              <a:ext cx="136477" cy="55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7" name="rc167"/>
            <p:cNvSpPr/>
            <p:nvPr/>
          </p:nvSpPr>
          <p:spPr>
            <a:xfrm>
              <a:off x="1086411" y="6384922"/>
              <a:ext cx="136477" cy="348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8" name="rc168"/>
            <p:cNvSpPr/>
            <p:nvPr/>
          </p:nvSpPr>
          <p:spPr>
            <a:xfrm>
              <a:off x="1222888" y="6370977"/>
              <a:ext cx="136477" cy="1743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9" name="rc169"/>
            <p:cNvSpPr/>
            <p:nvPr/>
          </p:nvSpPr>
          <p:spPr>
            <a:xfrm>
              <a:off x="1359366" y="6309328"/>
              <a:ext cx="136477" cy="7908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0" name="rc170"/>
            <p:cNvSpPr/>
            <p:nvPr/>
          </p:nvSpPr>
          <p:spPr>
            <a:xfrm>
              <a:off x="1495844" y="6154653"/>
              <a:ext cx="136477" cy="23375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1" name="rc171"/>
            <p:cNvSpPr/>
            <p:nvPr/>
          </p:nvSpPr>
          <p:spPr>
            <a:xfrm>
              <a:off x="1632322" y="5813563"/>
              <a:ext cx="136477" cy="57484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2" name="rc172"/>
            <p:cNvSpPr/>
            <p:nvPr/>
          </p:nvSpPr>
          <p:spPr>
            <a:xfrm>
              <a:off x="1768799" y="5336330"/>
              <a:ext cx="136477" cy="105207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3" name="rc173"/>
            <p:cNvSpPr/>
            <p:nvPr/>
          </p:nvSpPr>
          <p:spPr>
            <a:xfrm>
              <a:off x="1905277" y="4834694"/>
              <a:ext cx="136477" cy="155371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4" name="rc174"/>
            <p:cNvSpPr/>
            <p:nvPr/>
          </p:nvSpPr>
          <p:spPr>
            <a:xfrm>
              <a:off x="2041755" y="4453972"/>
              <a:ext cx="136477" cy="193443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5" name="rc175"/>
            <p:cNvSpPr/>
            <p:nvPr/>
          </p:nvSpPr>
          <p:spPr>
            <a:xfrm>
              <a:off x="2178233" y="4236364"/>
              <a:ext cx="136477" cy="215204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6" name="rc176"/>
            <p:cNvSpPr/>
            <p:nvPr/>
          </p:nvSpPr>
          <p:spPr>
            <a:xfrm>
              <a:off x="2314710" y="4213796"/>
              <a:ext cx="136477" cy="217461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7" name="rc177"/>
            <p:cNvSpPr/>
            <p:nvPr/>
          </p:nvSpPr>
          <p:spPr>
            <a:xfrm>
              <a:off x="2451188" y="4427551"/>
              <a:ext cx="136477" cy="196085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8" name="rc178"/>
            <p:cNvSpPr/>
            <p:nvPr/>
          </p:nvSpPr>
          <p:spPr>
            <a:xfrm>
              <a:off x="2587666" y="4716716"/>
              <a:ext cx="136477" cy="167169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9" name="rc179"/>
            <p:cNvSpPr/>
            <p:nvPr/>
          </p:nvSpPr>
          <p:spPr>
            <a:xfrm>
              <a:off x="2724144" y="5099824"/>
              <a:ext cx="136477" cy="128858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0" name="rc180"/>
            <p:cNvSpPr/>
            <p:nvPr/>
          </p:nvSpPr>
          <p:spPr>
            <a:xfrm>
              <a:off x="2860622" y="5507701"/>
              <a:ext cx="136477" cy="88070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1" name="rc181"/>
            <p:cNvSpPr/>
            <p:nvPr/>
          </p:nvSpPr>
          <p:spPr>
            <a:xfrm>
              <a:off x="2997099" y="5828975"/>
              <a:ext cx="136477" cy="559432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2" name="rc182"/>
            <p:cNvSpPr/>
            <p:nvPr/>
          </p:nvSpPr>
          <p:spPr>
            <a:xfrm>
              <a:off x="3133577" y="6063464"/>
              <a:ext cx="136477" cy="32494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3" name="rc183"/>
            <p:cNvSpPr/>
            <p:nvPr/>
          </p:nvSpPr>
          <p:spPr>
            <a:xfrm>
              <a:off x="3270055" y="6201441"/>
              <a:ext cx="136477" cy="18696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4" name="rc184"/>
            <p:cNvSpPr/>
            <p:nvPr/>
          </p:nvSpPr>
          <p:spPr>
            <a:xfrm>
              <a:off x="3406533" y="6298869"/>
              <a:ext cx="136477" cy="8953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5" name="rc185"/>
            <p:cNvSpPr/>
            <p:nvPr/>
          </p:nvSpPr>
          <p:spPr>
            <a:xfrm>
              <a:off x="3543010" y="6337217"/>
              <a:ext cx="136477" cy="5119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6" name="rc186"/>
            <p:cNvSpPr/>
            <p:nvPr/>
          </p:nvSpPr>
          <p:spPr>
            <a:xfrm>
              <a:off x="3679488" y="6358684"/>
              <a:ext cx="136477" cy="2972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7" name="rc187"/>
            <p:cNvSpPr/>
            <p:nvPr/>
          </p:nvSpPr>
          <p:spPr>
            <a:xfrm>
              <a:off x="3815966" y="6373362"/>
              <a:ext cx="136477" cy="1504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rc188"/>
            <p:cNvSpPr/>
            <p:nvPr/>
          </p:nvSpPr>
          <p:spPr>
            <a:xfrm>
              <a:off x="3952444" y="6378133"/>
              <a:ext cx="136477" cy="1027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rc189"/>
            <p:cNvSpPr/>
            <p:nvPr/>
          </p:nvSpPr>
          <p:spPr>
            <a:xfrm>
              <a:off x="4088921" y="6383270"/>
              <a:ext cx="136477" cy="513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0" name="rc190"/>
            <p:cNvSpPr/>
            <p:nvPr/>
          </p:nvSpPr>
          <p:spPr>
            <a:xfrm>
              <a:off x="4225399" y="6387123"/>
              <a:ext cx="136477" cy="128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rc191"/>
            <p:cNvSpPr/>
            <p:nvPr/>
          </p:nvSpPr>
          <p:spPr>
            <a:xfrm>
              <a:off x="4361877" y="6387307"/>
              <a:ext cx="136477" cy="110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rc192"/>
            <p:cNvSpPr/>
            <p:nvPr/>
          </p:nvSpPr>
          <p:spPr>
            <a:xfrm>
              <a:off x="4498355" y="6387674"/>
              <a:ext cx="136477" cy="73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3" name="rc193"/>
            <p:cNvSpPr/>
            <p:nvPr/>
          </p:nvSpPr>
          <p:spPr>
            <a:xfrm>
              <a:off x="4634833" y="6387857"/>
              <a:ext cx="136477" cy="55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4" name="pl194"/>
            <p:cNvSpPr/>
            <p:nvPr/>
          </p:nvSpPr>
          <p:spPr>
            <a:xfrm>
              <a:off x="2366177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c195"/>
            <p:cNvSpPr/>
            <p:nvPr/>
          </p:nvSpPr>
          <p:spPr>
            <a:xfrm>
              <a:off x="676977" y="3498589"/>
              <a:ext cx="4094333" cy="2889819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6" name="tx196"/>
            <p:cNvSpPr/>
            <p:nvPr/>
          </p:nvSpPr>
          <p:spPr>
            <a:xfrm>
              <a:off x="552168" y="6348403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365630" y="5797961"/>
              <a:ext cx="24871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3000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365630" y="5247519"/>
              <a:ext cx="24871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6000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365630" y="4697077"/>
              <a:ext cx="24871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9000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03451" y="4146636"/>
              <a:ext cx="31089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12000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303451" y="3596194"/>
              <a:ext cx="31089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15000</a:t>
              </a:r>
            </a:p>
          </p:txBody>
        </p:sp>
        <p:sp>
          <p:nvSpPr>
            <p:cNvPr id="202" name="pl202"/>
            <p:cNvSpPr/>
            <p:nvPr/>
          </p:nvSpPr>
          <p:spPr>
            <a:xfrm>
              <a:off x="642183" y="638840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pl203"/>
            <p:cNvSpPr/>
            <p:nvPr/>
          </p:nvSpPr>
          <p:spPr>
            <a:xfrm>
              <a:off x="642183" y="583796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4" name="pl204"/>
            <p:cNvSpPr/>
            <p:nvPr/>
          </p:nvSpPr>
          <p:spPr>
            <a:xfrm>
              <a:off x="642183" y="528752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5" name="pl205"/>
            <p:cNvSpPr/>
            <p:nvPr/>
          </p:nvSpPr>
          <p:spPr>
            <a:xfrm>
              <a:off x="642183" y="473708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6" name="pl206"/>
            <p:cNvSpPr/>
            <p:nvPr/>
          </p:nvSpPr>
          <p:spPr>
            <a:xfrm>
              <a:off x="642183" y="418664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7" name="pl207"/>
            <p:cNvSpPr/>
            <p:nvPr/>
          </p:nvSpPr>
          <p:spPr>
            <a:xfrm>
              <a:off x="642183" y="363619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pl208"/>
            <p:cNvSpPr/>
            <p:nvPr/>
          </p:nvSpPr>
          <p:spPr>
            <a:xfrm>
              <a:off x="1954187" y="638840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9" name="pl209"/>
            <p:cNvSpPr/>
            <p:nvPr/>
          </p:nvSpPr>
          <p:spPr>
            <a:xfrm>
              <a:off x="3254033" y="638840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0" name="pl210"/>
            <p:cNvSpPr/>
            <p:nvPr/>
          </p:nvSpPr>
          <p:spPr>
            <a:xfrm>
              <a:off x="4553878" y="638840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1" name="tx211"/>
            <p:cNvSpPr/>
            <p:nvPr/>
          </p:nvSpPr>
          <p:spPr>
            <a:xfrm>
              <a:off x="1923098" y="6451038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3222943" y="6451038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4522789" y="6451038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2611535" y="6589342"/>
              <a:ext cx="225216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AIP</a:t>
              </a:r>
            </a:p>
          </p:txBody>
        </p:sp>
        <p:sp>
          <p:nvSpPr>
            <p:cNvPr id="215" name="rc215"/>
            <p:cNvSpPr/>
            <p:nvPr/>
          </p:nvSpPr>
          <p:spPr>
            <a:xfrm>
              <a:off x="4910488" y="3498589"/>
              <a:ext cx="4094333" cy="28898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6" name="pl216"/>
            <p:cNvSpPr/>
            <p:nvPr/>
          </p:nvSpPr>
          <p:spPr>
            <a:xfrm>
              <a:off x="4910488" y="6113187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7" name="pl217"/>
            <p:cNvSpPr/>
            <p:nvPr/>
          </p:nvSpPr>
          <p:spPr>
            <a:xfrm>
              <a:off x="4910488" y="5562745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8" name="pl218"/>
            <p:cNvSpPr/>
            <p:nvPr/>
          </p:nvSpPr>
          <p:spPr>
            <a:xfrm>
              <a:off x="4910488" y="5012303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9" name="pl219"/>
            <p:cNvSpPr/>
            <p:nvPr/>
          </p:nvSpPr>
          <p:spPr>
            <a:xfrm>
              <a:off x="4910488" y="4461862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0" name="pl220"/>
            <p:cNvSpPr/>
            <p:nvPr/>
          </p:nvSpPr>
          <p:spPr>
            <a:xfrm>
              <a:off x="4910488" y="3911420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1" name="pl221"/>
            <p:cNvSpPr/>
            <p:nvPr/>
          </p:nvSpPr>
          <p:spPr>
            <a:xfrm>
              <a:off x="6122617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2" name="pl222"/>
            <p:cNvSpPr/>
            <p:nvPr/>
          </p:nvSpPr>
          <p:spPr>
            <a:xfrm>
              <a:off x="7388722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3" name="pl223"/>
            <p:cNvSpPr/>
            <p:nvPr/>
          </p:nvSpPr>
          <p:spPr>
            <a:xfrm>
              <a:off x="8654827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4" name="pl224"/>
            <p:cNvSpPr/>
            <p:nvPr/>
          </p:nvSpPr>
          <p:spPr>
            <a:xfrm>
              <a:off x="4910488" y="6388408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5" name="pl225"/>
            <p:cNvSpPr/>
            <p:nvPr/>
          </p:nvSpPr>
          <p:spPr>
            <a:xfrm>
              <a:off x="4910488" y="5837966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6" name="pl226"/>
            <p:cNvSpPr/>
            <p:nvPr/>
          </p:nvSpPr>
          <p:spPr>
            <a:xfrm>
              <a:off x="4910488" y="5287524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7" name="pl227"/>
            <p:cNvSpPr/>
            <p:nvPr/>
          </p:nvSpPr>
          <p:spPr>
            <a:xfrm>
              <a:off x="4910488" y="4737082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8" name="pl228"/>
            <p:cNvSpPr/>
            <p:nvPr/>
          </p:nvSpPr>
          <p:spPr>
            <a:xfrm>
              <a:off x="4910488" y="4186641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9" name="pl229"/>
            <p:cNvSpPr/>
            <p:nvPr/>
          </p:nvSpPr>
          <p:spPr>
            <a:xfrm>
              <a:off x="4910488" y="3636199"/>
              <a:ext cx="4094333" cy="0"/>
            </a:xfrm>
            <a:custGeom>
              <a:avLst/>
              <a:gdLst/>
              <a:ahLst/>
              <a:cxnLst/>
              <a:rect l="0" t="0" r="0" b="0"/>
              <a:pathLst>
                <a:path w="4094333">
                  <a:moveTo>
                    <a:pt x="0" y="0"/>
                  </a:moveTo>
                  <a:lnTo>
                    <a:pt x="4094333" y="0"/>
                  </a:lnTo>
                  <a:lnTo>
                    <a:pt x="409433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0" name="pl230"/>
            <p:cNvSpPr/>
            <p:nvPr/>
          </p:nvSpPr>
          <p:spPr>
            <a:xfrm>
              <a:off x="5489565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1" name="pl231"/>
            <p:cNvSpPr/>
            <p:nvPr/>
          </p:nvSpPr>
          <p:spPr>
            <a:xfrm>
              <a:off x="6755670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2" name="pl232"/>
            <p:cNvSpPr/>
            <p:nvPr/>
          </p:nvSpPr>
          <p:spPr>
            <a:xfrm>
              <a:off x="8021774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3" name="rc233"/>
            <p:cNvSpPr/>
            <p:nvPr/>
          </p:nvSpPr>
          <p:spPr>
            <a:xfrm>
              <a:off x="4910488" y="6387490"/>
              <a:ext cx="136477" cy="91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4" name="rc234"/>
            <p:cNvSpPr/>
            <p:nvPr/>
          </p:nvSpPr>
          <p:spPr>
            <a:xfrm>
              <a:off x="5046966" y="6370060"/>
              <a:ext cx="136477" cy="1834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5" name="rc235"/>
            <p:cNvSpPr/>
            <p:nvPr/>
          </p:nvSpPr>
          <p:spPr>
            <a:xfrm>
              <a:off x="5183444" y="6244742"/>
              <a:ext cx="136477" cy="14366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6" name="rc236"/>
            <p:cNvSpPr/>
            <p:nvPr/>
          </p:nvSpPr>
          <p:spPr>
            <a:xfrm>
              <a:off x="5319922" y="5769895"/>
              <a:ext cx="136477" cy="61851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7" name="rc237"/>
            <p:cNvSpPr/>
            <p:nvPr/>
          </p:nvSpPr>
          <p:spPr>
            <a:xfrm>
              <a:off x="5456399" y="4978726"/>
              <a:ext cx="136477" cy="140968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8" name="rc238"/>
            <p:cNvSpPr/>
            <p:nvPr/>
          </p:nvSpPr>
          <p:spPr>
            <a:xfrm>
              <a:off x="5592877" y="4347370"/>
              <a:ext cx="136477" cy="204103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9" name="rc239"/>
            <p:cNvSpPr/>
            <p:nvPr/>
          </p:nvSpPr>
          <p:spPr>
            <a:xfrm>
              <a:off x="5729355" y="4034902"/>
              <a:ext cx="136477" cy="235350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0" name="rc240"/>
            <p:cNvSpPr/>
            <p:nvPr/>
          </p:nvSpPr>
          <p:spPr>
            <a:xfrm>
              <a:off x="5865833" y="3951969"/>
              <a:ext cx="136477" cy="243643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1" name="rc241"/>
            <p:cNvSpPr/>
            <p:nvPr/>
          </p:nvSpPr>
          <p:spPr>
            <a:xfrm>
              <a:off x="6002311" y="4113432"/>
              <a:ext cx="136477" cy="2274975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2" name="rc242"/>
            <p:cNvSpPr/>
            <p:nvPr/>
          </p:nvSpPr>
          <p:spPr>
            <a:xfrm>
              <a:off x="6138788" y="4517823"/>
              <a:ext cx="136477" cy="1870584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3" name="rc243"/>
            <p:cNvSpPr/>
            <p:nvPr/>
          </p:nvSpPr>
          <p:spPr>
            <a:xfrm>
              <a:off x="6275266" y="5012854"/>
              <a:ext cx="136477" cy="137555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4" name="rc244"/>
            <p:cNvSpPr/>
            <p:nvPr/>
          </p:nvSpPr>
          <p:spPr>
            <a:xfrm>
              <a:off x="6411744" y="5437978"/>
              <a:ext cx="136477" cy="95042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5" name="rc245"/>
            <p:cNvSpPr/>
            <p:nvPr/>
          </p:nvSpPr>
          <p:spPr>
            <a:xfrm>
              <a:off x="6548222" y="5813746"/>
              <a:ext cx="136477" cy="57466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6" name="rc246"/>
            <p:cNvSpPr/>
            <p:nvPr/>
          </p:nvSpPr>
          <p:spPr>
            <a:xfrm>
              <a:off x="6684699" y="6047501"/>
              <a:ext cx="136477" cy="34090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7" name="rc247"/>
            <p:cNvSpPr/>
            <p:nvPr/>
          </p:nvSpPr>
          <p:spPr>
            <a:xfrm>
              <a:off x="6821177" y="6184928"/>
              <a:ext cx="136477" cy="20347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8" name="rc248"/>
            <p:cNvSpPr/>
            <p:nvPr/>
          </p:nvSpPr>
          <p:spPr>
            <a:xfrm>
              <a:off x="6957655" y="6280888"/>
              <a:ext cx="136477" cy="107519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9" name="rc249"/>
            <p:cNvSpPr/>
            <p:nvPr/>
          </p:nvSpPr>
          <p:spPr>
            <a:xfrm>
              <a:off x="7094133" y="6328776"/>
              <a:ext cx="136477" cy="59631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0" name="rc250"/>
            <p:cNvSpPr/>
            <p:nvPr/>
          </p:nvSpPr>
          <p:spPr>
            <a:xfrm>
              <a:off x="7230610" y="6355565"/>
              <a:ext cx="136477" cy="3284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1" name="rc251"/>
            <p:cNvSpPr/>
            <p:nvPr/>
          </p:nvSpPr>
          <p:spPr>
            <a:xfrm>
              <a:off x="7367088" y="6368959"/>
              <a:ext cx="136477" cy="19448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2" name="rc252"/>
            <p:cNvSpPr/>
            <p:nvPr/>
          </p:nvSpPr>
          <p:spPr>
            <a:xfrm>
              <a:off x="7503566" y="6380151"/>
              <a:ext cx="136477" cy="825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3" name="rc253"/>
            <p:cNvSpPr/>
            <p:nvPr/>
          </p:nvSpPr>
          <p:spPr>
            <a:xfrm>
              <a:off x="7640044" y="6383454"/>
              <a:ext cx="136477" cy="495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4" name="rc254"/>
            <p:cNvSpPr/>
            <p:nvPr/>
          </p:nvSpPr>
          <p:spPr>
            <a:xfrm>
              <a:off x="7776522" y="6384922"/>
              <a:ext cx="136477" cy="348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5" name="rc255"/>
            <p:cNvSpPr/>
            <p:nvPr/>
          </p:nvSpPr>
          <p:spPr>
            <a:xfrm>
              <a:off x="7912999" y="6386940"/>
              <a:ext cx="136477" cy="146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6" name="rc256"/>
            <p:cNvSpPr/>
            <p:nvPr/>
          </p:nvSpPr>
          <p:spPr>
            <a:xfrm>
              <a:off x="8049477" y="6386940"/>
              <a:ext cx="136477" cy="1467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7" name="rc257"/>
            <p:cNvSpPr/>
            <p:nvPr/>
          </p:nvSpPr>
          <p:spPr>
            <a:xfrm>
              <a:off x="8185955" y="6387674"/>
              <a:ext cx="136477" cy="733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8" name="rc258"/>
            <p:cNvSpPr/>
            <p:nvPr/>
          </p:nvSpPr>
          <p:spPr>
            <a:xfrm>
              <a:off x="8322433" y="6388041"/>
              <a:ext cx="136477" cy="36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9" name="rc259"/>
            <p:cNvSpPr/>
            <p:nvPr/>
          </p:nvSpPr>
          <p:spPr>
            <a:xfrm>
              <a:off x="8458910" y="6388041"/>
              <a:ext cx="136477" cy="36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0" name="rc260"/>
            <p:cNvSpPr/>
            <p:nvPr/>
          </p:nvSpPr>
          <p:spPr>
            <a:xfrm>
              <a:off x="8595388" y="6388041"/>
              <a:ext cx="136477" cy="36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1" name="rc261"/>
            <p:cNvSpPr/>
            <p:nvPr/>
          </p:nvSpPr>
          <p:spPr>
            <a:xfrm>
              <a:off x="8731866" y="6388408"/>
              <a:ext cx="136477" cy="0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2" name="rc262"/>
            <p:cNvSpPr/>
            <p:nvPr/>
          </p:nvSpPr>
          <p:spPr>
            <a:xfrm>
              <a:off x="8868344" y="6388041"/>
              <a:ext cx="136477" cy="366"/>
            </a:xfrm>
            <a:prstGeom prst="rect">
              <a:avLst/>
            </a:prstGeom>
            <a:solidFill>
              <a:srgbClr val="FE8019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3" name="pl263"/>
            <p:cNvSpPr/>
            <p:nvPr/>
          </p:nvSpPr>
          <p:spPr>
            <a:xfrm>
              <a:off x="5969079" y="3498589"/>
              <a:ext cx="0" cy="2889819"/>
            </a:xfrm>
            <a:custGeom>
              <a:avLst/>
              <a:gdLst/>
              <a:ahLst/>
              <a:cxnLst/>
              <a:rect l="0" t="0" r="0" b="0"/>
              <a:pathLst>
                <a:path h="2889819">
                  <a:moveTo>
                    <a:pt x="0" y="28898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4" name="rc264"/>
            <p:cNvSpPr/>
            <p:nvPr/>
          </p:nvSpPr>
          <p:spPr>
            <a:xfrm>
              <a:off x="4910488" y="3498589"/>
              <a:ext cx="4094333" cy="2889819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5" name="pl265"/>
            <p:cNvSpPr/>
            <p:nvPr/>
          </p:nvSpPr>
          <p:spPr>
            <a:xfrm>
              <a:off x="5489565" y="638840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6" name="pl266"/>
            <p:cNvSpPr/>
            <p:nvPr/>
          </p:nvSpPr>
          <p:spPr>
            <a:xfrm>
              <a:off x="6755670" y="638840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7" name="pl267"/>
            <p:cNvSpPr/>
            <p:nvPr/>
          </p:nvSpPr>
          <p:spPr>
            <a:xfrm>
              <a:off x="8021774" y="638840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8" name="tx268"/>
            <p:cNvSpPr/>
            <p:nvPr/>
          </p:nvSpPr>
          <p:spPr>
            <a:xfrm>
              <a:off x="5427386" y="6451038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25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6693491" y="6451038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50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7959595" y="6451038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75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6670488" y="6589342"/>
              <a:ext cx="57433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METS-IR</a:t>
              </a:r>
            </a:p>
          </p:txBody>
        </p:sp>
        <p:sp>
          <p:nvSpPr>
            <p:cNvPr id="272" name="tx272"/>
            <p:cNvSpPr/>
            <p:nvPr/>
          </p:nvSpPr>
          <p:spPr>
            <a:xfrm rot="-5400000">
              <a:off x="-140902" y="3213775"/>
              <a:ext cx="660196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Frequency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</Words>
  <Application>Microsoft Office PowerPoint</Application>
  <PresentationFormat>화면 슬라이드 쇼(4:3)</PresentationFormat>
  <Paragraphs>32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user</cp:lastModifiedBy>
  <cp:revision>4</cp:revision>
  <dcterms:created xsi:type="dcterms:W3CDTF">2017-02-13T16:18:36Z</dcterms:created>
  <dcterms:modified xsi:type="dcterms:W3CDTF">2026-02-02T13:58:44Z</dcterms:modified>
  <cp:category/>
</cp:coreProperties>
</file>