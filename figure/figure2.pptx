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68668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756275" y="69589"/>
              <a:ext cx="431813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3429000"/>
              <a:ext cx="468668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756275" y="3429000"/>
              <a:ext cx="431813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641407" y="139178"/>
              <a:ext cx="4045278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41407" y="228931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1407" y="147814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41407" y="66697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4658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21655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88452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1407" y="269489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41407" y="188372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41407" y="107255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41407" y="26138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8060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85250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24400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641407" y="139178"/>
              <a:ext cx="4045278" cy="2841995"/>
            </a:xfrm>
            <a:custGeom>
              <a:avLst/>
              <a:pathLst>
                <a:path w="4045278" h="2841995">
                  <a:moveTo>
                    <a:pt x="0" y="2598152"/>
                  </a:moveTo>
                  <a:lnTo>
                    <a:pt x="13529" y="2594295"/>
                  </a:lnTo>
                  <a:lnTo>
                    <a:pt x="27058" y="2590418"/>
                  </a:lnTo>
                  <a:lnTo>
                    <a:pt x="40588" y="2586520"/>
                  </a:lnTo>
                  <a:lnTo>
                    <a:pt x="54117" y="2582602"/>
                  </a:lnTo>
                  <a:lnTo>
                    <a:pt x="67646" y="2578662"/>
                  </a:lnTo>
                  <a:lnTo>
                    <a:pt x="81176" y="2574701"/>
                  </a:lnTo>
                  <a:lnTo>
                    <a:pt x="94705" y="2570718"/>
                  </a:lnTo>
                  <a:lnTo>
                    <a:pt x="108234" y="2566713"/>
                  </a:lnTo>
                  <a:lnTo>
                    <a:pt x="121764" y="2562687"/>
                  </a:lnTo>
                  <a:lnTo>
                    <a:pt x="135293" y="2558639"/>
                  </a:lnTo>
                  <a:lnTo>
                    <a:pt x="148822" y="2554568"/>
                  </a:lnTo>
                  <a:lnTo>
                    <a:pt x="162352" y="2550475"/>
                  </a:lnTo>
                  <a:lnTo>
                    <a:pt x="175881" y="2546359"/>
                  </a:lnTo>
                  <a:lnTo>
                    <a:pt x="189411" y="2542220"/>
                  </a:lnTo>
                  <a:lnTo>
                    <a:pt x="202940" y="2538058"/>
                  </a:lnTo>
                  <a:lnTo>
                    <a:pt x="216469" y="2533872"/>
                  </a:lnTo>
                  <a:lnTo>
                    <a:pt x="229999" y="2529663"/>
                  </a:lnTo>
                  <a:lnTo>
                    <a:pt x="243528" y="2525429"/>
                  </a:lnTo>
                  <a:lnTo>
                    <a:pt x="257057" y="2521172"/>
                  </a:lnTo>
                  <a:lnTo>
                    <a:pt x="270587" y="2516889"/>
                  </a:lnTo>
                  <a:lnTo>
                    <a:pt x="284116" y="2512582"/>
                  </a:lnTo>
                  <a:lnTo>
                    <a:pt x="297645" y="2508250"/>
                  </a:lnTo>
                  <a:lnTo>
                    <a:pt x="311175" y="2503892"/>
                  </a:lnTo>
                  <a:lnTo>
                    <a:pt x="324704" y="2499508"/>
                  </a:lnTo>
                  <a:lnTo>
                    <a:pt x="338233" y="2495098"/>
                  </a:lnTo>
                  <a:lnTo>
                    <a:pt x="351763" y="2490661"/>
                  </a:lnTo>
                  <a:lnTo>
                    <a:pt x="365292" y="2486198"/>
                  </a:lnTo>
                  <a:lnTo>
                    <a:pt x="378822" y="2481706"/>
                  </a:lnTo>
                  <a:lnTo>
                    <a:pt x="392351" y="2477187"/>
                  </a:lnTo>
                  <a:lnTo>
                    <a:pt x="405880" y="2472639"/>
                  </a:lnTo>
                  <a:lnTo>
                    <a:pt x="419410" y="2468062"/>
                  </a:lnTo>
                  <a:lnTo>
                    <a:pt x="432939" y="2463456"/>
                  </a:lnTo>
                  <a:lnTo>
                    <a:pt x="446468" y="2458818"/>
                  </a:lnTo>
                  <a:lnTo>
                    <a:pt x="459998" y="2454147"/>
                  </a:lnTo>
                  <a:lnTo>
                    <a:pt x="473527" y="2449441"/>
                  </a:lnTo>
                  <a:lnTo>
                    <a:pt x="487056" y="2444699"/>
                  </a:lnTo>
                  <a:lnTo>
                    <a:pt x="500586" y="2439917"/>
                  </a:lnTo>
                  <a:lnTo>
                    <a:pt x="514115" y="2435095"/>
                  </a:lnTo>
                  <a:lnTo>
                    <a:pt x="527645" y="2430230"/>
                  </a:lnTo>
                  <a:lnTo>
                    <a:pt x="541174" y="2425320"/>
                  </a:lnTo>
                  <a:lnTo>
                    <a:pt x="554703" y="2420364"/>
                  </a:lnTo>
                  <a:lnTo>
                    <a:pt x="568233" y="2415358"/>
                  </a:lnTo>
                  <a:lnTo>
                    <a:pt x="581762" y="2410301"/>
                  </a:lnTo>
                  <a:lnTo>
                    <a:pt x="595291" y="2405191"/>
                  </a:lnTo>
                  <a:lnTo>
                    <a:pt x="608821" y="2400025"/>
                  </a:lnTo>
                  <a:lnTo>
                    <a:pt x="622350" y="2394802"/>
                  </a:lnTo>
                  <a:lnTo>
                    <a:pt x="635879" y="2389517"/>
                  </a:lnTo>
                  <a:lnTo>
                    <a:pt x="649409" y="2384170"/>
                  </a:lnTo>
                  <a:lnTo>
                    <a:pt x="662938" y="2378758"/>
                  </a:lnTo>
                  <a:lnTo>
                    <a:pt x="676467" y="2373277"/>
                  </a:lnTo>
                  <a:lnTo>
                    <a:pt x="689997" y="2367727"/>
                  </a:lnTo>
                  <a:lnTo>
                    <a:pt x="703526" y="2362103"/>
                  </a:lnTo>
                  <a:lnTo>
                    <a:pt x="717056" y="2356404"/>
                  </a:lnTo>
                  <a:lnTo>
                    <a:pt x="730585" y="2350627"/>
                  </a:lnTo>
                  <a:lnTo>
                    <a:pt x="744114" y="2344768"/>
                  </a:lnTo>
                  <a:lnTo>
                    <a:pt x="757644" y="2338826"/>
                  </a:lnTo>
                  <a:lnTo>
                    <a:pt x="771173" y="2332797"/>
                  </a:lnTo>
                  <a:lnTo>
                    <a:pt x="784702" y="2326679"/>
                  </a:lnTo>
                  <a:lnTo>
                    <a:pt x="798232" y="2320469"/>
                  </a:lnTo>
                  <a:lnTo>
                    <a:pt x="811761" y="2314164"/>
                  </a:lnTo>
                  <a:lnTo>
                    <a:pt x="825290" y="2307762"/>
                  </a:lnTo>
                  <a:lnTo>
                    <a:pt x="838820" y="2301259"/>
                  </a:lnTo>
                  <a:lnTo>
                    <a:pt x="852349" y="2294653"/>
                  </a:lnTo>
                  <a:lnTo>
                    <a:pt x="865879" y="2287941"/>
                  </a:lnTo>
                  <a:lnTo>
                    <a:pt x="879408" y="2281120"/>
                  </a:lnTo>
                  <a:lnTo>
                    <a:pt x="892937" y="2274189"/>
                  </a:lnTo>
                  <a:lnTo>
                    <a:pt x="906467" y="2267144"/>
                  </a:lnTo>
                  <a:lnTo>
                    <a:pt x="919996" y="2259983"/>
                  </a:lnTo>
                  <a:lnTo>
                    <a:pt x="933525" y="2252705"/>
                  </a:lnTo>
                  <a:lnTo>
                    <a:pt x="947055" y="2245306"/>
                  </a:lnTo>
                  <a:lnTo>
                    <a:pt x="960584" y="2237785"/>
                  </a:lnTo>
                  <a:lnTo>
                    <a:pt x="974113" y="2230141"/>
                  </a:lnTo>
                  <a:lnTo>
                    <a:pt x="987643" y="2222372"/>
                  </a:lnTo>
                  <a:lnTo>
                    <a:pt x="1001172" y="2214477"/>
                  </a:lnTo>
                  <a:lnTo>
                    <a:pt x="1014701" y="2206454"/>
                  </a:lnTo>
                  <a:lnTo>
                    <a:pt x="1028231" y="2198303"/>
                  </a:lnTo>
                  <a:lnTo>
                    <a:pt x="1041760" y="2190024"/>
                  </a:lnTo>
                  <a:lnTo>
                    <a:pt x="1055290" y="2181616"/>
                  </a:lnTo>
                  <a:lnTo>
                    <a:pt x="1068819" y="2173080"/>
                  </a:lnTo>
                  <a:lnTo>
                    <a:pt x="1082348" y="2164415"/>
                  </a:lnTo>
                  <a:lnTo>
                    <a:pt x="1095878" y="2155623"/>
                  </a:lnTo>
                  <a:lnTo>
                    <a:pt x="1109407" y="2146704"/>
                  </a:lnTo>
                  <a:lnTo>
                    <a:pt x="1122936" y="2137660"/>
                  </a:lnTo>
                  <a:lnTo>
                    <a:pt x="1136466" y="2128492"/>
                  </a:lnTo>
                  <a:lnTo>
                    <a:pt x="1149995" y="2119202"/>
                  </a:lnTo>
                  <a:lnTo>
                    <a:pt x="1163524" y="2109791"/>
                  </a:lnTo>
                  <a:lnTo>
                    <a:pt x="1177054" y="2100262"/>
                  </a:lnTo>
                  <a:lnTo>
                    <a:pt x="1190583" y="2090617"/>
                  </a:lnTo>
                  <a:lnTo>
                    <a:pt x="1204113" y="2080858"/>
                  </a:lnTo>
                  <a:lnTo>
                    <a:pt x="1217642" y="2070988"/>
                  </a:lnTo>
                  <a:lnTo>
                    <a:pt x="1231171" y="2061009"/>
                  </a:lnTo>
                  <a:lnTo>
                    <a:pt x="1244701" y="2050924"/>
                  </a:lnTo>
                  <a:lnTo>
                    <a:pt x="1258230" y="2040737"/>
                  </a:lnTo>
                  <a:lnTo>
                    <a:pt x="1271759" y="2030449"/>
                  </a:lnTo>
                  <a:lnTo>
                    <a:pt x="1285289" y="2020063"/>
                  </a:lnTo>
                  <a:lnTo>
                    <a:pt x="1298818" y="2009583"/>
                  </a:lnTo>
                  <a:lnTo>
                    <a:pt x="1312347" y="1999012"/>
                  </a:lnTo>
                  <a:lnTo>
                    <a:pt x="1325877" y="1988354"/>
                  </a:lnTo>
                  <a:lnTo>
                    <a:pt x="1339406" y="1977613"/>
                  </a:lnTo>
                  <a:lnTo>
                    <a:pt x="1352935" y="1966795"/>
                  </a:lnTo>
                  <a:lnTo>
                    <a:pt x="1366465" y="1955903"/>
                  </a:lnTo>
                  <a:lnTo>
                    <a:pt x="1379994" y="1944940"/>
                  </a:lnTo>
                  <a:lnTo>
                    <a:pt x="1393524" y="1933912"/>
                  </a:lnTo>
                  <a:lnTo>
                    <a:pt x="1407053" y="1922821"/>
                  </a:lnTo>
                  <a:lnTo>
                    <a:pt x="1420582" y="1911671"/>
                  </a:lnTo>
                  <a:lnTo>
                    <a:pt x="1434112" y="1900466"/>
                  </a:lnTo>
                  <a:lnTo>
                    <a:pt x="1447641" y="1889209"/>
                  </a:lnTo>
                  <a:lnTo>
                    <a:pt x="1461170" y="1877903"/>
                  </a:lnTo>
                  <a:lnTo>
                    <a:pt x="1474700" y="1866553"/>
                  </a:lnTo>
                  <a:lnTo>
                    <a:pt x="1488229" y="1855161"/>
                  </a:lnTo>
                  <a:lnTo>
                    <a:pt x="1501758" y="1843730"/>
                  </a:lnTo>
                  <a:lnTo>
                    <a:pt x="1515288" y="1832264"/>
                  </a:lnTo>
                  <a:lnTo>
                    <a:pt x="1528817" y="1820766"/>
                  </a:lnTo>
                  <a:lnTo>
                    <a:pt x="1542347" y="1809240"/>
                  </a:lnTo>
                  <a:lnTo>
                    <a:pt x="1555876" y="1797687"/>
                  </a:lnTo>
                  <a:lnTo>
                    <a:pt x="1569405" y="1786113"/>
                  </a:lnTo>
                  <a:lnTo>
                    <a:pt x="1582935" y="1774519"/>
                  </a:lnTo>
                  <a:lnTo>
                    <a:pt x="1596464" y="1762909"/>
                  </a:lnTo>
                  <a:lnTo>
                    <a:pt x="1609993" y="1751287"/>
                  </a:lnTo>
                  <a:lnTo>
                    <a:pt x="1623523" y="1737883"/>
                  </a:lnTo>
                  <a:lnTo>
                    <a:pt x="1637052" y="1721961"/>
                  </a:lnTo>
                  <a:lnTo>
                    <a:pt x="1650581" y="1705941"/>
                  </a:lnTo>
                  <a:lnTo>
                    <a:pt x="1664111" y="1689829"/>
                  </a:lnTo>
                  <a:lnTo>
                    <a:pt x="1677640" y="1673635"/>
                  </a:lnTo>
                  <a:lnTo>
                    <a:pt x="1691169" y="1657366"/>
                  </a:lnTo>
                  <a:lnTo>
                    <a:pt x="1704699" y="1641032"/>
                  </a:lnTo>
                  <a:lnTo>
                    <a:pt x="1718228" y="1624642"/>
                  </a:lnTo>
                  <a:lnTo>
                    <a:pt x="1731758" y="1608206"/>
                  </a:lnTo>
                  <a:lnTo>
                    <a:pt x="1745287" y="1591733"/>
                  </a:lnTo>
                  <a:lnTo>
                    <a:pt x="1758816" y="1575235"/>
                  </a:lnTo>
                  <a:lnTo>
                    <a:pt x="1772346" y="1558722"/>
                  </a:lnTo>
                  <a:lnTo>
                    <a:pt x="1785875" y="1542205"/>
                  </a:lnTo>
                  <a:lnTo>
                    <a:pt x="1799404" y="1525696"/>
                  </a:lnTo>
                  <a:lnTo>
                    <a:pt x="1812934" y="1509206"/>
                  </a:lnTo>
                  <a:lnTo>
                    <a:pt x="1826463" y="1492748"/>
                  </a:lnTo>
                  <a:lnTo>
                    <a:pt x="1839992" y="1476335"/>
                  </a:lnTo>
                  <a:lnTo>
                    <a:pt x="1853522" y="1459978"/>
                  </a:lnTo>
                  <a:lnTo>
                    <a:pt x="1867051" y="1443692"/>
                  </a:lnTo>
                  <a:lnTo>
                    <a:pt x="1880581" y="1427489"/>
                  </a:lnTo>
                  <a:lnTo>
                    <a:pt x="1894110" y="1411384"/>
                  </a:lnTo>
                  <a:lnTo>
                    <a:pt x="1907639" y="1395391"/>
                  </a:lnTo>
                  <a:lnTo>
                    <a:pt x="1921169" y="1379524"/>
                  </a:lnTo>
                  <a:lnTo>
                    <a:pt x="1934698" y="1363798"/>
                  </a:lnTo>
                  <a:lnTo>
                    <a:pt x="1948227" y="1348228"/>
                  </a:lnTo>
                  <a:lnTo>
                    <a:pt x="1961757" y="1332826"/>
                  </a:lnTo>
                  <a:lnTo>
                    <a:pt x="1975286" y="1317595"/>
                  </a:lnTo>
                  <a:lnTo>
                    <a:pt x="1988815" y="1302536"/>
                  </a:lnTo>
                  <a:lnTo>
                    <a:pt x="2002345" y="1287653"/>
                  </a:lnTo>
                  <a:lnTo>
                    <a:pt x="2015874" y="1272946"/>
                  </a:lnTo>
                  <a:lnTo>
                    <a:pt x="2029403" y="1258417"/>
                  </a:lnTo>
                  <a:lnTo>
                    <a:pt x="2042933" y="1244066"/>
                  </a:lnTo>
                  <a:lnTo>
                    <a:pt x="2056462" y="1229896"/>
                  </a:lnTo>
                  <a:lnTo>
                    <a:pt x="2069992" y="1215907"/>
                  </a:lnTo>
                  <a:lnTo>
                    <a:pt x="2083521" y="1202100"/>
                  </a:lnTo>
                  <a:lnTo>
                    <a:pt x="2097050" y="1188475"/>
                  </a:lnTo>
                  <a:lnTo>
                    <a:pt x="2110580" y="1175034"/>
                  </a:lnTo>
                  <a:lnTo>
                    <a:pt x="2124109" y="1161775"/>
                  </a:lnTo>
                  <a:lnTo>
                    <a:pt x="2137638" y="1148700"/>
                  </a:lnTo>
                  <a:lnTo>
                    <a:pt x="2151168" y="1135809"/>
                  </a:lnTo>
                  <a:lnTo>
                    <a:pt x="2164697" y="1123101"/>
                  </a:lnTo>
                  <a:lnTo>
                    <a:pt x="2178226" y="1110576"/>
                  </a:lnTo>
                  <a:lnTo>
                    <a:pt x="2191756" y="1098233"/>
                  </a:lnTo>
                  <a:lnTo>
                    <a:pt x="2205285" y="1086073"/>
                  </a:lnTo>
                  <a:lnTo>
                    <a:pt x="2218815" y="1074093"/>
                  </a:lnTo>
                  <a:lnTo>
                    <a:pt x="2232344" y="1062294"/>
                  </a:lnTo>
                  <a:lnTo>
                    <a:pt x="2245873" y="1050675"/>
                  </a:lnTo>
                  <a:lnTo>
                    <a:pt x="2259403" y="1039233"/>
                  </a:lnTo>
                  <a:lnTo>
                    <a:pt x="2272932" y="1027968"/>
                  </a:lnTo>
                  <a:lnTo>
                    <a:pt x="2286461" y="1016878"/>
                  </a:lnTo>
                  <a:lnTo>
                    <a:pt x="2299991" y="1005962"/>
                  </a:lnTo>
                  <a:lnTo>
                    <a:pt x="2313520" y="995218"/>
                  </a:lnTo>
                  <a:lnTo>
                    <a:pt x="2327049" y="984644"/>
                  </a:lnTo>
                  <a:lnTo>
                    <a:pt x="2340579" y="974237"/>
                  </a:lnTo>
                  <a:lnTo>
                    <a:pt x="2354108" y="963996"/>
                  </a:lnTo>
                  <a:lnTo>
                    <a:pt x="2367637" y="953919"/>
                  </a:lnTo>
                  <a:lnTo>
                    <a:pt x="2381167" y="944003"/>
                  </a:lnTo>
                  <a:lnTo>
                    <a:pt x="2394696" y="934245"/>
                  </a:lnTo>
                  <a:lnTo>
                    <a:pt x="2408226" y="924643"/>
                  </a:lnTo>
                  <a:lnTo>
                    <a:pt x="2421755" y="915194"/>
                  </a:lnTo>
                  <a:lnTo>
                    <a:pt x="2435284" y="905895"/>
                  </a:lnTo>
                  <a:lnTo>
                    <a:pt x="2448814" y="896743"/>
                  </a:lnTo>
                  <a:lnTo>
                    <a:pt x="2462343" y="887735"/>
                  </a:lnTo>
                  <a:lnTo>
                    <a:pt x="2475872" y="878868"/>
                  </a:lnTo>
                  <a:lnTo>
                    <a:pt x="2489402" y="870138"/>
                  </a:lnTo>
                  <a:lnTo>
                    <a:pt x="2502931" y="861542"/>
                  </a:lnTo>
                  <a:lnTo>
                    <a:pt x="2516460" y="853076"/>
                  </a:lnTo>
                  <a:lnTo>
                    <a:pt x="2529990" y="844738"/>
                  </a:lnTo>
                  <a:lnTo>
                    <a:pt x="2543519" y="836522"/>
                  </a:lnTo>
                  <a:lnTo>
                    <a:pt x="2557049" y="828426"/>
                  </a:lnTo>
                  <a:lnTo>
                    <a:pt x="2570578" y="820446"/>
                  </a:lnTo>
                  <a:lnTo>
                    <a:pt x="2584107" y="812578"/>
                  </a:lnTo>
                  <a:lnTo>
                    <a:pt x="2597637" y="804817"/>
                  </a:lnTo>
                  <a:lnTo>
                    <a:pt x="2611166" y="797161"/>
                  </a:lnTo>
                  <a:lnTo>
                    <a:pt x="2624695" y="789604"/>
                  </a:lnTo>
                  <a:lnTo>
                    <a:pt x="2638225" y="782143"/>
                  </a:lnTo>
                  <a:lnTo>
                    <a:pt x="2651754" y="774773"/>
                  </a:lnTo>
                  <a:lnTo>
                    <a:pt x="2665283" y="767491"/>
                  </a:lnTo>
                  <a:lnTo>
                    <a:pt x="2678813" y="760293"/>
                  </a:lnTo>
                  <a:lnTo>
                    <a:pt x="2692342" y="753173"/>
                  </a:lnTo>
                  <a:lnTo>
                    <a:pt x="2705871" y="746129"/>
                  </a:lnTo>
                  <a:lnTo>
                    <a:pt x="2719401" y="739156"/>
                  </a:lnTo>
                  <a:lnTo>
                    <a:pt x="2732930" y="732249"/>
                  </a:lnTo>
                  <a:lnTo>
                    <a:pt x="2746460" y="725405"/>
                  </a:lnTo>
                  <a:lnTo>
                    <a:pt x="2759989" y="718619"/>
                  </a:lnTo>
                  <a:lnTo>
                    <a:pt x="2773518" y="711887"/>
                  </a:lnTo>
                  <a:lnTo>
                    <a:pt x="2787048" y="705205"/>
                  </a:lnTo>
                  <a:lnTo>
                    <a:pt x="2800577" y="698570"/>
                  </a:lnTo>
                  <a:lnTo>
                    <a:pt x="2814106" y="691976"/>
                  </a:lnTo>
                  <a:lnTo>
                    <a:pt x="2827636" y="685420"/>
                  </a:lnTo>
                  <a:lnTo>
                    <a:pt x="2841165" y="678899"/>
                  </a:lnTo>
                  <a:lnTo>
                    <a:pt x="2854694" y="672407"/>
                  </a:lnTo>
                  <a:lnTo>
                    <a:pt x="2868224" y="665942"/>
                  </a:lnTo>
                  <a:lnTo>
                    <a:pt x="2881753" y="659499"/>
                  </a:lnTo>
                  <a:lnTo>
                    <a:pt x="2895283" y="653074"/>
                  </a:lnTo>
                  <a:lnTo>
                    <a:pt x="2908812" y="646664"/>
                  </a:lnTo>
                  <a:lnTo>
                    <a:pt x="2922341" y="640266"/>
                  </a:lnTo>
                  <a:lnTo>
                    <a:pt x="2935871" y="633875"/>
                  </a:lnTo>
                  <a:lnTo>
                    <a:pt x="2949400" y="627488"/>
                  </a:lnTo>
                  <a:lnTo>
                    <a:pt x="2962929" y="621102"/>
                  </a:lnTo>
                  <a:lnTo>
                    <a:pt x="2976459" y="614713"/>
                  </a:lnTo>
                  <a:lnTo>
                    <a:pt x="2989988" y="608318"/>
                  </a:lnTo>
                  <a:lnTo>
                    <a:pt x="3003517" y="601913"/>
                  </a:lnTo>
                  <a:lnTo>
                    <a:pt x="3017047" y="595496"/>
                  </a:lnTo>
                  <a:lnTo>
                    <a:pt x="3030576" y="589062"/>
                  </a:lnTo>
                  <a:lnTo>
                    <a:pt x="3044105" y="582610"/>
                  </a:lnTo>
                  <a:lnTo>
                    <a:pt x="3057635" y="576135"/>
                  </a:lnTo>
                  <a:lnTo>
                    <a:pt x="3071164" y="569635"/>
                  </a:lnTo>
                  <a:lnTo>
                    <a:pt x="3084694" y="563106"/>
                  </a:lnTo>
                  <a:lnTo>
                    <a:pt x="3098223" y="556546"/>
                  </a:lnTo>
                  <a:lnTo>
                    <a:pt x="3111752" y="549952"/>
                  </a:lnTo>
                  <a:lnTo>
                    <a:pt x="3125282" y="543321"/>
                  </a:lnTo>
                  <a:lnTo>
                    <a:pt x="3138811" y="536650"/>
                  </a:lnTo>
                  <a:lnTo>
                    <a:pt x="3152340" y="529936"/>
                  </a:lnTo>
                  <a:lnTo>
                    <a:pt x="3165870" y="523176"/>
                  </a:lnTo>
                  <a:lnTo>
                    <a:pt x="3179399" y="516369"/>
                  </a:lnTo>
                  <a:lnTo>
                    <a:pt x="3192928" y="509514"/>
                  </a:lnTo>
                  <a:lnTo>
                    <a:pt x="3206458" y="502613"/>
                  </a:lnTo>
                  <a:lnTo>
                    <a:pt x="3219987" y="495665"/>
                  </a:lnTo>
                  <a:lnTo>
                    <a:pt x="3233517" y="488672"/>
                  </a:lnTo>
                  <a:lnTo>
                    <a:pt x="3247046" y="481633"/>
                  </a:lnTo>
                  <a:lnTo>
                    <a:pt x="3260575" y="474551"/>
                  </a:lnTo>
                  <a:lnTo>
                    <a:pt x="3274105" y="467424"/>
                  </a:lnTo>
                  <a:lnTo>
                    <a:pt x="3287634" y="460254"/>
                  </a:lnTo>
                  <a:lnTo>
                    <a:pt x="3301163" y="453041"/>
                  </a:lnTo>
                  <a:lnTo>
                    <a:pt x="3314693" y="445785"/>
                  </a:lnTo>
                  <a:lnTo>
                    <a:pt x="3328222" y="438488"/>
                  </a:lnTo>
                  <a:lnTo>
                    <a:pt x="3341751" y="431149"/>
                  </a:lnTo>
                  <a:lnTo>
                    <a:pt x="3355281" y="423770"/>
                  </a:lnTo>
                  <a:lnTo>
                    <a:pt x="3368810" y="416350"/>
                  </a:lnTo>
                  <a:lnTo>
                    <a:pt x="3382339" y="408889"/>
                  </a:lnTo>
                  <a:lnTo>
                    <a:pt x="3395869" y="401389"/>
                  </a:lnTo>
                  <a:lnTo>
                    <a:pt x="3409398" y="393850"/>
                  </a:lnTo>
                  <a:lnTo>
                    <a:pt x="3422928" y="386272"/>
                  </a:lnTo>
                  <a:lnTo>
                    <a:pt x="3436457" y="378655"/>
                  </a:lnTo>
                  <a:lnTo>
                    <a:pt x="3449986" y="371000"/>
                  </a:lnTo>
                  <a:lnTo>
                    <a:pt x="3463516" y="363307"/>
                  </a:lnTo>
                  <a:lnTo>
                    <a:pt x="3477045" y="355577"/>
                  </a:lnTo>
                  <a:lnTo>
                    <a:pt x="3490574" y="347810"/>
                  </a:lnTo>
                  <a:lnTo>
                    <a:pt x="3504104" y="340006"/>
                  </a:lnTo>
                  <a:lnTo>
                    <a:pt x="3517633" y="332165"/>
                  </a:lnTo>
                  <a:lnTo>
                    <a:pt x="3531162" y="324288"/>
                  </a:lnTo>
                  <a:lnTo>
                    <a:pt x="3544692" y="316374"/>
                  </a:lnTo>
                  <a:lnTo>
                    <a:pt x="3558221" y="308426"/>
                  </a:lnTo>
                  <a:lnTo>
                    <a:pt x="3571751" y="300441"/>
                  </a:lnTo>
                  <a:lnTo>
                    <a:pt x="3585280" y="292422"/>
                  </a:lnTo>
                  <a:lnTo>
                    <a:pt x="3598809" y="284367"/>
                  </a:lnTo>
                  <a:lnTo>
                    <a:pt x="3612339" y="276278"/>
                  </a:lnTo>
                  <a:lnTo>
                    <a:pt x="3625868" y="268154"/>
                  </a:lnTo>
                  <a:lnTo>
                    <a:pt x="3639397" y="259996"/>
                  </a:lnTo>
                  <a:lnTo>
                    <a:pt x="3652927" y="251803"/>
                  </a:lnTo>
                  <a:lnTo>
                    <a:pt x="3666456" y="243577"/>
                  </a:lnTo>
                  <a:lnTo>
                    <a:pt x="3679985" y="235317"/>
                  </a:lnTo>
                  <a:lnTo>
                    <a:pt x="3693515" y="227023"/>
                  </a:lnTo>
                  <a:lnTo>
                    <a:pt x="3707044" y="218696"/>
                  </a:lnTo>
                  <a:lnTo>
                    <a:pt x="3720573" y="210335"/>
                  </a:lnTo>
                  <a:lnTo>
                    <a:pt x="3734103" y="201942"/>
                  </a:lnTo>
                  <a:lnTo>
                    <a:pt x="3747632" y="193515"/>
                  </a:lnTo>
                  <a:lnTo>
                    <a:pt x="3761162" y="185056"/>
                  </a:lnTo>
                  <a:lnTo>
                    <a:pt x="3774691" y="176564"/>
                  </a:lnTo>
                  <a:lnTo>
                    <a:pt x="3788220" y="168039"/>
                  </a:lnTo>
                  <a:lnTo>
                    <a:pt x="3801750" y="159482"/>
                  </a:lnTo>
                  <a:lnTo>
                    <a:pt x="3815279" y="150892"/>
                  </a:lnTo>
                  <a:lnTo>
                    <a:pt x="3828808" y="142270"/>
                  </a:lnTo>
                  <a:lnTo>
                    <a:pt x="3842338" y="133616"/>
                  </a:lnTo>
                  <a:lnTo>
                    <a:pt x="3855867" y="124930"/>
                  </a:lnTo>
                  <a:lnTo>
                    <a:pt x="3869396" y="116212"/>
                  </a:lnTo>
                  <a:lnTo>
                    <a:pt x="3882926" y="107462"/>
                  </a:lnTo>
                  <a:lnTo>
                    <a:pt x="3896455" y="98680"/>
                  </a:lnTo>
                  <a:lnTo>
                    <a:pt x="3909985" y="89867"/>
                  </a:lnTo>
                  <a:lnTo>
                    <a:pt x="3923514" y="81021"/>
                  </a:lnTo>
                  <a:lnTo>
                    <a:pt x="3937043" y="72145"/>
                  </a:lnTo>
                  <a:lnTo>
                    <a:pt x="3950573" y="63236"/>
                  </a:lnTo>
                  <a:lnTo>
                    <a:pt x="3964102" y="54297"/>
                  </a:lnTo>
                  <a:lnTo>
                    <a:pt x="3977631" y="45325"/>
                  </a:lnTo>
                  <a:lnTo>
                    <a:pt x="3991161" y="36323"/>
                  </a:lnTo>
                  <a:lnTo>
                    <a:pt x="4004690" y="27289"/>
                  </a:lnTo>
                  <a:lnTo>
                    <a:pt x="4018219" y="18224"/>
                  </a:lnTo>
                  <a:lnTo>
                    <a:pt x="4031749" y="9127"/>
                  </a:lnTo>
                  <a:lnTo>
                    <a:pt x="4045278" y="0"/>
                  </a:lnTo>
                  <a:lnTo>
                    <a:pt x="4045278" y="743700"/>
                  </a:lnTo>
                  <a:lnTo>
                    <a:pt x="4031749" y="745701"/>
                  </a:lnTo>
                  <a:lnTo>
                    <a:pt x="4018219" y="747705"/>
                  </a:lnTo>
                  <a:lnTo>
                    <a:pt x="4004690" y="749712"/>
                  </a:lnTo>
                  <a:lnTo>
                    <a:pt x="3991161" y="751723"/>
                  </a:lnTo>
                  <a:lnTo>
                    <a:pt x="3977631" y="753739"/>
                  </a:lnTo>
                  <a:lnTo>
                    <a:pt x="3964102" y="755758"/>
                  </a:lnTo>
                  <a:lnTo>
                    <a:pt x="3950573" y="757781"/>
                  </a:lnTo>
                  <a:lnTo>
                    <a:pt x="3937043" y="759809"/>
                  </a:lnTo>
                  <a:lnTo>
                    <a:pt x="3923514" y="761841"/>
                  </a:lnTo>
                  <a:lnTo>
                    <a:pt x="3909985" y="763877"/>
                  </a:lnTo>
                  <a:lnTo>
                    <a:pt x="3896455" y="765918"/>
                  </a:lnTo>
                  <a:lnTo>
                    <a:pt x="3882926" y="767964"/>
                  </a:lnTo>
                  <a:lnTo>
                    <a:pt x="3869396" y="770015"/>
                  </a:lnTo>
                  <a:lnTo>
                    <a:pt x="3855867" y="772071"/>
                  </a:lnTo>
                  <a:lnTo>
                    <a:pt x="3842338" y="774132"/>
                  </a:lnTo>
                  <a:lnTo>
                    <a:pt x="3828808" y="776199"/>
                  </a:lnTo>
                  <a:lnTo>
                    <a:pt x="3815279" y="778271"/>
                  </a:lnTo>
                  <a:lnTo>
                    <a:pt x="3801750" y="780349"/>
                  </a:lnTo>
                  <a:lnTo>
                    <a:pt x="3788220" y="782433"/>
                  </a:lnTo>
                  <a:lnTo>
                    <a:pt x="3774691" y="784524"/>
                  </a:lnTo>
                  <a:lnTo>
                    <a:pt x="3761162" y="786620"/>
                  </a:lnTo>
                  <a:lnTo>
                    <a:pt x="3747632" y="788723"/>
                  </a:lnTo>
                  <a:lnTo>
                    <a:pt x="3734103" y="790833"/>
                  </a:lnTo>
                  <a:lnTo>
                    <a:pt x="3720573" y="792949"/>
                  </a:lnTo>
                  <a:lnTo>
                    <a:pt x="3707044" y="795073"/>
                  </a:lnTo>
                  <a:lnTo>
                    <a:pt x="3693515" y="797204"/>
                  </a:lnTo>
                  <a:lnTo>
                    <a:pt x="3679985" y="799343"/>
                  </a:lnTo>
                  <a:lnTo>
                    <a:pt x="3666456" y="801489"/>
                  </a:lnTo>
                  <a:lnTo>
                    <a:pt x="3652927" y="803644"/>
                  </a:lnTo>
                  <a:lnTo>
                    <a:pt x="3639397" y="805807"/>
                  </a:lnTo>
                  <a:lnTo>
                    <a:pt x="3625868" y="807978"/>
                  </a:lnTo>
                  <a:lnTo>
                    <a:pt x="3612339" y="810159"/>
                  </a:lnTo>
                  <a:lnTo>
                    <a:pt x="3598809" y="812348"/>
                  </a:lnTo>
                  <a:lnTo>
                    <a:pt x="3585280" y="814547"/>
                  </a:lnTo>
                  <a:lnTo>
                    <a:pt x="3571751" y="816756"/>
                  </a:lnTo>
                  <a:lnTo>
                    <a:pt x="3558221" y="818975"/>
                  </a:lnTo>
                  <a:lnTo>
                    <a:pt x="3544692" y="821204"/>
                  </a:lnTo>
                  <a:lnTo>
                    <a:pt x="3531162" y="823443"/>
                  </a:lnTo>
                  <a:lnTo>
                    <a:pt x="3517633" y="825694"/>
                  </a:lnTo>
                  <a:lnTo>
                    <a:pt x="3504104" y="827956"/>
                  </a:lnTo>
                  <a:lnTo>
                    <a:pt x="3490574" y="830229"/>
                  </a:lnTo>
                  <a:lnTo>
                    <a:pt x="3477045" y="832515"/>
                  </a:lnTo>
                  <a:lnTo>
                    <a:pt x="3463516" y="834813"/>
                  </a:lnTo>
                  <a:lnTo>
                    <a:pt x="3449986" y="837124"/>
                  </a:lnTo>
                  <a:lnTo>
                    <a:pt x="3436457" y="839448"/>
                  </a:lnTo>
                  <a:lnTo>
                    <a:pt x="3422928" y="841786"/>
                  </a:lnTo>
                  <a:lnTo>
                    <a:pt x="3409398" y="844138"/>
                  </a:lnTo>
                  <a:lnTo>
                    <a:pt x="3395869" y="846504"/>
                  </a:lnTo>
                  <a:lnTo>
                    <a:pt x="3382339" y="848886"/>
                  </a:lnTo>
                  <a:lnTo>
                    <a:pt x="3368810" y="851282"/>
                  </a:lnTo>
                  <a:lnTo>
                    <a:pt x="3355281" y="853695"/>
                  </a:lnTo>
                  <a:lnTo>
                    <a:pt x="3341751" y="856124"/>
                  </a:lnTo>
                  <a:lnTo>
                    <a:pt x="3328222" y="858570"/>
                  </a:lnTo>
                  <a:lnTo>
                    <a:pt x="3314693" y="861033"/>
                  </a:lnTo>
                  <a:lnTo>
                    <a:pt x="3301163" y="863515"/>
                  </a:lnTo>
                  <a:lnTo>
                    <a:pt x="3287634" y="866015"/>
                  </a:lnTo>
                  <a:lnTo>
                    <a:pt x="3274105" y="868534"/>
                  </a:lnTo>
                  <a:lnTo>
                    <a:pt x="3260575" y="871072"/>
                  </a:lnTo>
                  <a:lnTo>
                    <a:pt x="3247046" y="873631"/>
                  </a:lnTo>
                  <a:lnTo>
                    <a:pt x="3233517" y="876210"/>
                  </a:lnTo>
                  <a:lnTo>
                    <a:pt x="3219987" y="878812"/>
                  </a:lnTo>
                  <a:lnTo>
                    <a:pt x="3206458" y="881435"/>
                  </a:lnTo>
                  <a:lnTo>
                    <a:pt x="3192928" y="884081"/>
                  </a:lnTo>
                  <a:lnTo>
                    <a:pt x="3179399" y="886750"/>
                  </a:lnTo>
                  <a:lnTo>
                    <a:pt x="3165870" y="889443"/>
                  </a:lnTo>
                  <a:lnTo>
                    <a:pt x="3152340" y="892162"/>
                  </a:lnTo>
                  <a:lnTo>
                    <a:pt x="3138811" y="894909"/>
                  </a:lnTo>
                  <a:lnTo>
                    <a:pt x="3125282" y="897687"/>
                  </a:lnTo>
                  <a:lnTo>
                    <a:pt x="3111752" y="900501"/>
                  </a:lnTo>
                  <a:lnTo>
                    <a:pt x="3098223" y="903353"/>
                  </a:lnTo>
                  <a:lnTo>
                    <a:pt x="3084694" y="906248"/>
                  </a:lnTo>
                  <a:lnTo>
                    <a:pt x="3071164" y="909189"/>
                  </a:lnTo>
                  <a:lnTo>
                    <a:pt x="3057635" y="912179"/>
                  </a:lnTo>
                  <a:lnTo>
                    <a:pt x="3044105" y="915221"/>
                  </a:lnTo>
                  <a:lnTo>
                    <a:pt x="3030576" y="918319"/>
                  </a:lnTo>
                  <a:lnTo>
                    <a:pt x="3017047" y="921475"/>
                  </a:lnTo>
                  <a:lnTo>
                    <a:pt x="3003517" y="924693"/>
                  </a:lnTo>
                  <a:lnTo>
                    <a:pt x="2989988" y="927976"/>
                  </a:lnTo>
                  <a:lnTo>
                    <a:pt x="2976459" y="931326"/>
                  </a:lnTo>
                  <a:lnTo>
                    <a:pt x="2962929" y="934745"/>
                  </a:lnTo>
                  <a:lnTo>
                    <a:pt x="2949400" y="938238"/>
                  </a:lnTo>
                  <a:lnTo>
                    <a:pt x="2935871" y="941805"/>
                  </a:lnTo>
                  <a:lnTo>
                    <a:pt x="2922341" y="945450"/>
                  </a:lnTo>
                  <a:lnTo>
                    <a:pt x="2908812" y="949175"/>
                  </a:lnTo>
                  <a:lnTo>
                    <a:pt x="2895283" y="952982"/>
                  </a:lnTo>
                  <a:lnTo>
                    <a:pt x="2881753" y="956873"/>
                  </a:lnTo>
                  <a:lnTo>
                    <a:pt x="2868224" y="960850"/>
                  </a:lnTo>
                  <a:lnTo>
                    <a:pt x="2854694" y="964915"/>
                  </a:lnTo>
                  <a:lnTo>
                    <a:pt x="2841165" y="969069"/>
                  </a:lnTo>
                  <a:lnTo>
                    <a:pt x="2827636" y="973315"/>
                  </a:lnTo>
                  <a:lnTo>
                    <a:pt x="2814106" y="977654"/>
                  </a:lnTo>
                  <a:lnTo>
                    <a:pt x="2800577" y="982087"/>
                  </a:lnTo>
                  <a:lnTo>
                    <a:pt x="2787048" y="986616"/>
                  </a:lnTo>
                  <a:lnTo>
                    <a:pt x="2773518" y="991241"/>
                  </a:lnTo>
                  <a:lnTo>
                    <a:pt x="2759989" y="995965"/>
                  </a:lnTo>
                  <a:lnTo>
                    <a:pt x="2746460" y="1000788"/>
                  </a:lnTo>
                  <a:lnTo>
                    <a:pt x="2732930" y="1005711"/>
                  </a:lnTo>
                  <a:lnTo>
                    <a:pt x="2719401" y="1010735"/>
                  </a:lnTo>
                  <a:lnTo>
                    <a:pt x="2705871" y="1015860"/>
                  </a:lnTo>
                  <a:lnTo>
                    <a:pt x="2692342" y="1021088"/>
                  </a:lnTo>
                  <a:lnTo>
                    <a:pt x="2678813" y="1026419"/>
                  </a:lnTo>
                  <a:lnTo>
                    <a:pt x="2665283" y="1031854"/>
                  </a:lnTo>
                  <a:lnTo>
                    <a:pt x="2651754" y="1037393"/>
                  </a:lnTo>
                  <a:lnTo>
                    <a:pt x="2638225" y="1043036"/>
                  </a:lnTo>
                  <a:lnTo>
                    <a:pt x="2624695" y="1048784"/>
                  </a:lnTo>
                  <a:lnTo>
                    <a:pt x="2611166" y="1054636"/>
                  </a:lnTo>
                  <a:lnTo>
                    <a:pt x="2597637" y="1060595"/>
                  </a:lnTo>
                  <a:lnTo>
                    <a:pt x="2584107" y="1066658"/>
                  </a:lnTo>
                  <a:lnTo>
                    <a:pt x="2570578" y="1072827"/>
                  </a:lnTo>
                  <a:lnTo>
                    <a:pt x="2557049" y="1079102"/>
                  </a:lnTo>
                  <a:lnTo>
                    <a:pt x="2543519" y="1085483"/>
                  </a:lnTo>
                  <a:lnTo>
                    <a:pt x="2529990" y="1091969"/>
                  </a:lnTo>
                  <a:lnTo>
                    <a:pt x="2516460" y="1098561"/>
                  </a:lnTo>
                  <a:lnTo>
                    <a:pt x="2502931" y="1105258"/>
                  </a:lnTo>
                  <a:lnTo>
                    <a:pt x="2489402" y="1112060"/>
                  </a:lnTo>
                  <a:lnTo>
                    <a:pt x="2475872" y="1118968"/>
                  </a:lnTo>
                  <a:lnTo>
                    <a:pt x="2462343" y="1125981"/>
                  </a:lnTo>
                  <a:lnTo>
                    <a:pt x="2448814" y="1133099"/>
                  </a:lnTo>
                  <a:lnTo>
                    <a:pt x="2435284" y="1140322"/>
                  </a:lnTo>
                  <a:lnTo>
                    <a:pt x="2421755" y="1147648"/>
                  </a:lnTo>
                  <a:lnTo>
                    <a:pt x="2408226" y="1155079"/>
                  </a:lnTo>
                  <a:lnTo>
                    <a:pt x="2394696" y="1162614"/>
                  </a:lnTo>
                  <a:lnTo>
                    <a:pt x="2381167" y="1170253"/>
                  </a:lnTo>
                  <a:lnTo>
                    <a:pt x="2367637" y="1177994"/>
                  </a:lnTo>
                  <a:lnTo>
                    <a:pt x="2354108" y="1185839"/>
                  </a:lnTo>
                  <a:lnTo>
                    <a:pt x="2340579" y="1193786"/>
                  </a:lnTo>
                  <a:lnTo>
                    <a:pt x="2327049" y="1201835"/>
                  </a:lnTo>
                  <a:lnTo>
                    <a:pt x="2313520" y="1209987"/>
                  </a:lnTo>
                  <a:lnTo>
                    <a:pt x="2299991" y="1218239"/>
                  </a:lnTo>
                  <a:lnTo>
                    <a:pt x="2286461" y="1226593"/>
                  </a:lnTo>
                  <a:lnTo>
                    <a:pt x="2272932" y="1235047"/>
                  </a:lnTo>
                  <a:lnTo>
                    <a:pt x="2259403" y="1243601"/>
                  </a:lnTo>
                  <a:lnTo>
                    <a:pt x="2245873" y="1252255"/>
                  </a:lnTo>
                  <a:lnTo>
                    <a:pt x="2232344" y="1261008"/>
                  </a:lnTo>
                  <a:lnTo>
                    <a:pt x="2218815" y="1269860"/>
                  </a:lnTo>
                  <a:lnTo>
                    <a:pt x="2205285" y="1278810"/>
                  </a:lnTo>
                  <a:lnTo>
                    <a:pt x="2191756" y="1287858"/>
                  </a:lnTo>
                  <a:lnTo>
                    <a:pt x="2178226" y="1297003"/>
                  </a:lnTo>
                  <a:lnTo>
                    <a:pt x="2164697" y="1306244"/>
                  </a:lnTo>
                  <a:lnTo>
                    <a:pt x="2151168" y="1315582"/>
                  </a:lnTo>
                  <a:lnTo>
                    <a:pt x="2137638" y="1325016"/>
                  </a:lnTo>
                  <a:lnTo>
                    <a:pt x="2124109" y="1334544"/>
                  </a:lnTo>
                  <a:lnTo>
                    <a:pt x="2110580" y="1344167"/>
                  </a:lnTo>
                  <a:lnTo>
                    <a:pt x="2097050" y="1353883"/>
                  </a:lnTo>
                  <a:lnTo>
                    <a:pt x="2083521" y="1363693"/>
                  </a:lnTo>
                  <a:lnTo>
                    <a:pt x="2069992" y="1373594"/>
                  </a:lnTo>
                  <a:lnTo>
                    <a:pt x="2056462" y="1383588"/>
                  </a:lnTo>
                  <a:lnTo>
                    <a:pt x="2042933" y="1393673"/>
                  </a:lnTo>
                  <a:lnTo>
                    <a:pt x="2029403" y="1403848"/>
                  </a:lnTo>
                  <a:lnTo>
                    <a:pt x="2015874" y="1414112"/>
                  </a:lnTo>
                  <a:lnTo>
                    <a:pt x="2002345" y="1424466"/>
                  </a:lnTo>
                  <a:lnTo>
                    <a:pt x="1988815" y="1434907"/>
                  </a:lnTo>
                  <a:lnTo>
                    <a:pt x="1975286" y="1445436"/>
                  </a:lnTo>
                  <a:lnTo>
                    <a:pt x="1961757" y="1456051"/>
                  </a:lnTo>
                  <a:lnTo>
                    <a:pt x="1948227" y="1466751"/>
                  </a:lnTo>
                  <a:lnTo>
                    <a:pt x="1934698" y="1477536"/>
                  </a:lnTo>
                  <a:lnTo>
                    <a:pt x="1921169" y="1488402"/>
                  </a:lnTo>
                  <a:lnTo>
                    <a:pt x="1907639" y="1499344"/>
                  </a:lnTo>
                  <a:lnTo>
                    <a:pt x="1894110" y="1510358"/>
                  </a:lnTo>
                  <a:lnTo>
                    <a:pt x="1880581" y="1521440"/>
                  </a:lnTo>
                  <a:lnTo>
                    <a:pt x="1867051" y="1532586"/>
                  </a:lnTo>
                  <a:lnTo>
                    <a:pt x="1853522" y="1543791"/>
                  </a:lnTo>
                  <a:lnTo>
                    <a:pt x="1839992" y="1555052"/>
                  </a:lnTo>
                  <a:lnTo>
                    <a:pt x="1826463" y="1566364"/>
                  </a:lnTo>
                  <a:lnTo>
                    <a:pt x="1812934" y="1577723"/>
                  </a:lnTo>
                  <a:lnTo>
                    <a:pt x="1799404" y="1589126"/>
                  </a:lnTo>
                  <a:lnTo>
                    <a:pt x="1785875" y="1600569"/>
                  </a:lnTo>
                  <a:lnTo>
                    <a:pt x="1772346" y="1612048"/>
                  </a:lnTo>
                  <a:lnTo>
                    <a:pt x="1758816" y="1623560"/>
                  </a:lnTo>
                  <a:lnTo>
                    <a:pt x="1745287" y="1635099"/>
                  </a:lnTo>
                  <a:lnTo>
                    <a:pt x="1731758" y="1646664"/>
                  </a:lnTo>
                  <a:lnTo>
                    <a:pt x="1718228" y="1658250"/>
                  </a:lnTo>
                  <a:lnTo>
                    <a:pt x="1704699" y="1669854"/>
                  </a:lnTo>
                  <a:lnTo>
                    <a:pt x="1691169" y="1681472"/>
                  </a:lnTo>
                  <a:lnTo>
                    <a:pt x="1677640" y="1693101"/>
                  </a:lnTo>
                  <a:lnTo>
                    <a:pt x="1664111" y="1704737"/>
                  </a:lnTo>
                  <a:lnTo>
                    <a:pt x="1650581" y="1716377"/>
                  </a:lnTo>
                  <a:lnTo>
                    <a:pt x="1637052" y="1728017"/>
                  </a:lnTo>
                  <a:lnTo>
                    <a:pt x="1623523" y="1739655"/>
                  </a:lnTo>
                  <a:lnTo>
                    <a:pt x="1609993" y="1753697"/>
                  </a:lnTo>
                  <a:lnTo>
                    <a:pt x="1596464" y="1769398"/>
                  </a:lnTo>
                  <a:lnTo>
                    <a:pt x="1582935" y="1784978"/>
                  </a:lnTo>
                  <a:lnTo>
                    <a:pt x="1569405" y="1800431"/>
                  </a:lnTo>
                  <a:lnTo>
                    <a:pt x="1555876" y="1815750"/>
                  </a:lnTo>
                  <a:lnTo>
                    <a:pt x="1542347" y="1830930"/>
                  </a:lnTo>
                  <a:lnTo>
                    <a:pt x="1528817" y="1845965"/>
                  </a:lnTo>
                  <a:lnTo>
                    <a:pt x="1515288" y="1860850"/>
                  </a:lnTo>
                  <a:lnTo>
                    <a:pt x="1501758" y="1875580"/>
                  </a:lnTo>
                  <a:lnTo>
                    <a:pt x="1488229" y="1890150"/>
                  </a:lnTo>
                  <a:lnTo>
                    <a:pt x="1474700" y="1904557"/>
                  </a:lnTo>
                  <a:lnTo>
                    <a:pt x="1461170" y="1918796"/>
                  </a:lnTo>
                  <a:lnTo>
                    <a:pt x="1447641" y="1932864"/>
                  </a:lnTo>
                  <a:lnTo>
                    <a:pt x="1434112" y="1946758"/>
                  </a:lnTo>
                  <a:lnTo>
                    <a:pt x="1420582" y="1960475"/>
                  </a:lnTo>
                  <a:lnTo>
                    <a:pt x="1407053" y="1974011"/>
                  </a:lnTo>
                  <a:lnTo>
                    <a:pt x="1393524" y="1987366"/>
                  </a:lnTo>
                  <a:lnTo>
                    <a:pt x="1379994" y="2000537"/>
                  </a:lnTo>
                  <a:lnTo>
                    <a:pt x="1366465" y="2013522"/>
                  </a:lnTo>
                  <a:lnTo>
                    <a:pt x="1352935" y="2026320"/>
                  </a:lnTo>
                  <a:lnTo>
                    <a:pt x="1339406" y="2038930"/>
                  </a:lnTo>
                  <a:lnTo>
                    <a:pt x="1325877" y="2051353"/>
                  </a:lnTo>
                  <a:lnTo>
                    <a:pt x="1312347" y="2063586"/>
                  </a:lnTo>
                  <a:lnTo>
                    <a:pt x="1298818" y="2075632"/>
                  </a:lnTo>
                  <a:lnTo>
                    <a:pt x="1285289" y="2087491"/>
                  </a:lnTo>
                  <a:lnTo>
                    <a:pt x="1271759" y="2099169"/>
                  </a:lnTo>
                  <a:lnTo>
                    <a:pt x="1258230" y="2110674"/>
                  </a:lnTo>
                  <a:lnTo>
                    <a:pt x="1244701" y="2122014"/>
                  </a:lnTo>
                  <a:lnTo>
                    <a:pt x="1231171" y="2133196"/>
                  </a:lnTo>
                  <a:lnTo>
                    <a:pt x="1217642" y="2144228"/>
                  </a:lnTo>
                  <a:lnTo>
                    <a:pt x="1204113" y="2155117"/>
                  </a:lnTo>
                  <a:lnTo>
                    <a:pt x="1190583" y="2165870"/>
                  </a:lnTo>
                  <a:lnTo>
                    <a:pt x="1177054" y="2176493"/>
                  </a:lnTo>
                  <a:lnTo>
                    <a:pt x="1163524" y="2186994"/>
                  </a:lnTo>
                  <a:lnTo>
                    <a:pt x="1149995" y="2197379"/>
                  </a:lnTo>
                  <a:lnTo>
                    <a:pt x="1136466" y="2207654"/>
                  </a:lnTo>
                  <a:lnTo>
                    <a:pt x="1122936" y="2217825"/>
                  </a:lnTo>
                  <a:lnTo>
                    <a:pt x="1109407" y="2227896"/>
                  </a:lnTo>
                  <a:lnTo>
                    <a:pt x="1095878" y="2237874"/>
                  </a:lnTo>
                  <a:lnTo>
                    <a:pt x="1082348" y="2247763"/>
                  </a:lnTo>
                  <a:lnTo>
                    <a:pt x="1068819" y="2257568"/>
                  </a:lnTo>
                  <a:lnTo>
                    <a:pt x="1055290" y="2267293"/>
                  </a:lnTo>
                  <a:lnTo>
                    <a:pt x="1041760" y="2276941"/>
                  </a:lnTo>
                  <a:lnTo>
                    <a:pt x="1028231" y="2286516"/>
                  </a:lnTo>
                  <a:lnTo>
                    <a:pt x="1014701" y="2296022"/>
                  </a:lnTo>
                  <a:lnTo>
                    <a:pt x="1001172" y="2305461"/>
                  </a:lnTo>
                  <a:lnTo>
                    <a:pt x="987643" y="2314835"/>
                  </a:lnTo>
                  <a:lnTo>
                    <a:pt x="974113" y="2324146"/>
                  </a:lnTo>
                  <a:lnTo>
                    <a:pt x="960584" y="2333398"/>
                  </a:lnTo>
                  <a:lnTo>
                    <a:pt x="947055" y="2342590"/>
                  </a:lnTo>
                  <a:lnTo>
                    <a:pt x="933525" y="2351724"/>
                  </a:lnTo>
                  <a:lnTo>
                    <a:pt x="919996" y="2360801"/>
                  </a:lnTo>
                  <a:lnTo>
                    <a:pt x="906467" y="2369823"/>
                  </a:lnTo>
                  <a:lnTo>
                    <a:pt x="892937" y="2378789"/>
                  </a:lnTo>
                  <a:lnTo>
                    <a:pt x="879408" y="2387701"/>
                  </a:lnTo>
                  <a:lnTo>
                    <a:pt x="865879" y="2396557"/>
                  </a:lnTo>
                  <a:lnTo>
                    <a:pt x="852349" y="2405359"/>
                  </a:lnTo>
                  <a:lnTo>
                    <a:pt x="838820" y="2414107"/>
                  </a:lnTo>
                  <a:lnTo>
                    <a:pt x="825290" y="2422800"/>
                  </a:lnTo>
                  <a:lnTo>
                    <a:pt x="811761" y="2431439"/>
                  </a:lnTo>
                  <a:lnTo>
                    <a:pt x="798232" y="2440022"/>
                  </a:lnTo>
                  <a:lnTo>
                    <a:pt x="784702" y="2448550"/>
                  </a:lnTo>
                  <a:lnTo>
                    <a:pt x="771173" y="2457023"/>
                  </a:lnTo>
                  <a:lnTo>
                    <a:pt x="757644" y="2465439"/>
                  </a:lnTo>
                  <a:lnTo>
                    <a:pt x="744114" y="2473800"/>
                  </a:lnTo>
                  <a:lnTo>
                    <a:pt x="730585" y="2482103"/>
                  </a:lnTo>
                  <a:lnTo>
                    <a:pt x="717056" y="2490349"/>
                  </a:lnTo>
                  <a:lnTo>
                    <a:pt x="703526" y="2498538"/>
                  </a:lnTo>
                  <a:lnTo>
                    <a:pt x="689997" y="2506668"/>
                  </a:lnTo>
                  <a:lnTo>
                    <a:pt x="676467" y="2514741"/>
                  </a:lnTo>
                  <a:lnTo>
                    <a:pt x="662938" y="2522754"/>
                  </a:lnTo>
                  <a:lnTo>
                    <a:pt x="649409" y="2530708"/>
                  </a:lnTo>
                  <a:lnTo>
                    <a:pt x="635879" y="2538603"/>
                  </a:lnTo>
                  <a:lnTo>
                    <a:pt x="622350" y="2546438"/>
                  </a:lnTo>
                  <a:lnTo>
                    <a:pt x="608821" y="2554213"/>
                  </a:lnTo>
                  <a:lnTo>
                    <a:pt x="595291" y="2561927"/>
                  </a:lnTo>
                  <a:lnTo>
                    <a:pt x="581762" y="2569581"/>
                  </a:lnTo>
                  <a:lnTo>
                    <a:pt x="568233" y="2577174"/>
                  </a:lnTo>
                  <a:lnTo>
                    <a:pt x="554703" y="2584705"/>
                  </a:lnTo>
                  <a:lnTo>
                    <a:pt x="541174" y="2592176"/>
                  </a:lnTo>
                  <a:lnTo>
                    <a:pt x="527645" y="2599585"/>
                  </a:lnTo>
                  <a:lnTo>
                    <a:pt x="514115" y="2606932"/>
                  </a:lnTo>
                  <a:lnTo>
                    <a:pt x="500586" y="2614217"/>
                  </a:lnTo>
                  <a:lnTo>
                    <a:pt x="487056" y="2621441"/>
                  </a:lnTo>
                  <a:lnTo>
                    <a:pt x="473527" y="2628603"/>
                  </a:lnTo>
                  <a:lnTo>
                    <a:pt x="459998" y="2635703"/>
                  </a:lnTo>
                  <a:lnTo>
                    <a:pt x="446468" y="2642741"/>
                  </a:lnTo>
                  <a:lnTo>
                    <a:pt x="432939" y="2649717"/>
                  </a:lnTo>
                  <a:lnTo>
                    <a:pt x="419410" y="2656631"/>
                  </a:lnTo>
                  <a:lnTo>
                    <a:pt x="405880" y="2663483"/>
                  </a:lnTo>
                  <a:lnTo>
                    <a:pt x="392351" y="2670273"/>
                  </a:lnTo>
                  <a:lnTo>
                    <a:pt x="378822" y="2677002"/>
                  </a:lnTo>
                  <a:lnTo>
                    <a:pt x="365292" y="2683670"/>
                  </a:lnTo>
                  <a:lnTo>
                    <a:pt x="351763" y="2690278"/>
                  </a:lnTo>
                  <a:lnTo>
                    <a:pt x="338233" y="2696824"/>
                  </a:lnTo>
                  <a:lnTo>
                    <a:pt x="324704" y="2703311"/>
                  </a:lnTo>
                  <a:lnTo>
                    <a:pt x="311175" y="2709738"/>
                  </a:lnTo>
                  <a:lnTo>
                    <a:pt x="297645" y="2716105"/>
                  </a:lnTo>
                  <a:lnTo>
                    <a:pt x="284116" y="2722413"/>
                  </a:lnTo>
                  <a:lnTo>
                    <a:pt x="270587" y="2728663"/>
                  </a:lnTo>
                  <a:lnTo>
                    <a:pt x="257057" y="2734855"/>
                  </a:lnTo>
                  <a:lnTo>
                    <a:pt x="243528" y="2740988"/>
                  </a:lnTo>
                  <a:lnTo>
                    <a:pt x="229999" y="2747065"/>
                  </a:lnTo>
                  <a:lnTo>
                    <a:pt x="216469" y="2753084"/>
                  </a:lnTo>
                  <a:lnTo>
                    <a:pt x="202940" y="2759047"/>
                  </a:lnTo>
                  <a:lnTo>
                    <a:pt x="189411" y="2764953"/>
                  </a:lnTo>
                  <a:lnTo>
                    <a:pt x="175881" y="2770804"/>
                  </a:lnTo>
                  <a:lnTo>
                    <a:pt x="162352" y="2776600"/>
                  </a:lnTo>
                  <a:lnTo>
                    <a:pt x="148822" y="2782340"/>
                  </a:lnTo>
                  <a:lnTo>
                    <a:pt x="135293" y="2788027"/>
                  </a:lnTo>
                  <a:lnTo>
                    <a:pt x="121764" y="2793659"/>
                  </a:lnTo>
                  <a:lnTo>
                    <a:pt x="108234" y="2799238"/>
                  </a:lnTo>
                  <a:lnTo>
                    <a:pt x="94705" y="2804764"/>
                  </a:lnTo>
                  <a:lnTo>
                    <a:pt x="81176" y="2810237"/>
                  </a:lnTo>
                  <a:lnTo>
                    <a:pt x="67646" y="2815658"/>
                  </a:lnTo>
                  <a:lnTo>
                    <a:pt x="54117" y="2821027"/>
                  </a:lnTo>
                  <a:lnTo>
                    <a:pt x="40588" y="2826345"/>
                  </a:lnTo>
                  <a:lnTo>
                    <a:pt x="27058" y="2831612"/>
                  </a:lnTo>
                  <a:lnTo>
                    <a:pt x="13529" y="2836829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41407" y="139178"/>
              <a:ext cx="4045278" cy="2598152"/>
            </a:xfrm>
            <a:custGeom>
              <a:avLst/>
              <a:pathLst>
                <a:path w="4045278" h="2598152">
                  <a:moveTo>
                    <a:pt x="0" y="2598152"/>
                  </a:moveTo>
                  <a:lnTo>
                    <a:pt x="13529" y="2594295"/>
                  </a:lnTo>
                  <a:lnTo>
                    <a:pt x="27058" y="2590418"/>
                  </a:lnTo>
                  <a:lnTo>
                    <a:pt x="40588" y="2586520"/>
                  </a:lnTo>
                  <a:lnTo>
                    <a:pt x="54117" y="2582602"/>
                  </a:lnTo>
                  <a:lnTo>
                    <a:pt x="67646" y="2578662"/>
                  </a:lnTo>
                  <a:lnTo>
                    <a:pt x="81176" y="2574701"/>
                  </a:lnTo>
                  <a:lnTo>
                    <a:pt x="94705" y="2570718"/>
                  </a:lnTo>
                  <a:lnTo>
                    <a:pt x="108234" y="2566713"/>
                  </a:lnTo>
                  <a:lnTo>
                    <a:pt x="121764" y="2562687"/>
                  </a:lnTo>
                  <a:lnTo>
                    <a:pt x="135293" y="2558639"/>
                  </a:lnTo>
                  <a:lnTo>
                    <a:pt x="148822" y="2554568"/>
                  </a:lnTo>
                  <a:lnTo>
                    <a:pt x="162352" y="2550475"/>
                  </a:lnTo>
                  <a:lnTo>
                    <a:pt x="175881" y="2546359"/>
                  </a:lnTo>
                  <a:lnTo>
                    <a:pt x="189411" y="2542220"/>
                  </a:lnTo>
                  <a:lnTo>
                    <a:pt x="202940" y="2538058"/>
                  </a:lnTo>
                  <a:lnTo>
                    <a:pt x="216469" y="2533872"/>
                  </a:lnTo>
                  <a:lnTo>
                    <a:pt x="229999" y="2529663"/>
                  </a:lnTo>
                  <a:lnTo>
                    <a:pt x="243528" y="2525429"/>
                  </a:lnTo>
                  <a:lnTo>
                    <a:pt x="257057" y="2521172"/>
                  </a:lnTo>
                  <a:lnTo>
                    <a:pt x="270587" y="2516889"/>
                  </a:lnTo>
                  <a:lnTo>
                    <a:pt x="284116" y="2512582"/>
                  </a:lnTo>
                  <a:lnTo>
                    <a:pt x="297645" y="2508250"/>
                  </a:lnTo>
                  <a:lnTo>
                    <a:pt x="311175" y="2503892"/>
                  </a:lnTo>
                  <a:lnTo>
                    <a:pt x="324704" y="2499508"/>
                  </a:lnTo>
                  <a:lnTo>
                    <a:pt x="338233" y="2495098"/>
                  </a:lnTo>
                  <a:lnTo>
                    <a:pt x="351763" y="2490661"/>
                  </a:lnTo>
                  <a:lnTo>
                    <a:pt x="365292" y="2486198"/>
                  </a:lnTo>
                  <a:lnTo>
                    <a:pt x="378822" y="2481706"/>
                  </a:lnTo>
                  <a:lnTo>
                    <a:pt x="392351" y="2477187"/>
                  </a:lnTo>
                  <a:lnTo>
                    <a:pt x="405880" y="2472639"/>
                  </a:lnTo>
                  <a:lnTo>
                    <a:pt x="419410" y="2468062"/>
                  </a:lnTo>
                  <a:lnTo>
                    <a:pt x="432939" y="2463456"/>
                  </a:lnTo>
                  <a:lnTo>
                    <a:pt x="446468" y="2458818"/>
                  </a:lnTo>
                  <a:lnTo>
                    <a:pt x="459998" y="2454147"/>
                  </a:lnTo>
                  <a:lnTo>
                    <a:pt x="473527" y="2449441"/>
                  </a:lnTo>
                  <a:lnTo>
                    <a:pt x="487056" y="2444699"/>
                  </a:lnTo>
                  <a:lnTo>
                    <a:pt x="500586" y="2439917"/>
                  </a:lnTo>
                  <a:lnTo>
                    <a:pt x="514115" y="2435095"/>
                  </a:lnTo>
                  <a:lnTo>
                    <a:pt x="527645" y="2430230"/>
                  </a:lnTo>
                  <a:lnTo>
                    <a:pt x="541174" y="2425320"/>
                  </a:lnTo>
                  <a:lnTo>
                    <a:pt x="554703" y="2420364"/>
                  </a:lnTo>
                  <a:lnTo>
                    <a:pt x="568233" y="2415358"/>
                  </a:lnTo>
                  <a:lnTo>
                    <a:pt x="581762" y="2410301"/>
                  </a:lnTo>
                  <a:lnTo>
                    <a:pt x="595291" y="2405191"/>
                  </a:lnTo>
                  <a:lnTo>
                    <a:pt x="608821" y="2400025"/>
                  </a:lnTo>
                  <a:lnTo>
                    <a:pt x="622350" y="2394802"/>
                  </a:lnTo>
                  <a:lnTo>
                    <a:pt x="635879" y="2389517"/>
                  </a:lnTo>
                  <a:lnTo>
                    <a:pt x="649409" y="2384170"/>
                  </a:lnTo>
                  <a:lnTo>
                    <a:pt x="662938" y="2378758"/>
                  </a:lnTo>
                  <a:lnTo>
                    <a:pt x="676467" y="2373277"/>
                  </a:lnTo>
                  <a:lnTo>
                    <a:pt x="689997" y="2367727"/>
                  </a:lnTo>
                  <a:lnTo>
                    <a:pt x="703526" y="2362103"/>
                  </a:lnTo>
                  <a:lnTo>
                    <a:pt x="717056" y="2356404"/>
                  </a:lnTo>
                  <a:lnTo>
                    <a:pt x="730585" y="2350627"/>
                  </a:lnTo>
                  <a:lnTo>
                    <a:pt x="744114" y="2344768"/>
                  </a:lnTo>
                  <a:lnTo>
                    <a:pt x="757644" y="2338826"/>
                  </a:lnTo>
                  <a:lnTo>
                    <a:pt x="771173" y="2332797"/>
                  </a:lnTo>
                  <a:lnTo>
                    <a:pt x="784702" y="2326679"/>
                  </a:lnTo>
                  <a:lnTo>
                    <a:pt x="798232" y="2320469"/>
                  </a:lnTo>
                  <a:lnTo>
                    <a:pt x="811761" y="2314164"/>
                  </a:lnTo>
                  <a:lnTo>
                    <a:pt x="825290" y="2307762"/>
                  </a:lnTo>
                  <a:lnTo>
                    <a:pt x="838820" y="2301259"/>
                  </a:lnTo>
                  <a:lnTo>
                    <a:pt x="852349" y="2294653"/>
                  </a:lnTo>
                  <a:lnTo>
                    <a:pt x="865879" y="2287941"/>
                  </a:lnTo>
                  <a:lnTo>
                    <a:pt x="879408" y="2281120"/>
                  </a:lnTo>
                  <a:lnTo>
                    <a:pt x="892937" y="2274189"/>
                  </a:lnTo>
                  <a:lnTo>
                    <a:pt x="906467" y="2267144"/>
                  </a:lnTo>
                  <a:lnTo>
                    <a:pt x="919996" y="2259983"/>
                  </a:lnTo>
                  <a:lnTo>
                    <a:pt x="933525" y="2252705"/>
                  </a:lnTo>
                  <a:lnTo>
                    <a:pt x="947055" y="2245306"/>
                  </a:lnTo>
                  <a:lnTo>
                    <a:pt x="960584" y="2237785"/>
                  </a:lnTo>
                  <a:lnTo>
                    <a:pt x="974113" y="2230141"/>
                  </a:lnTo>
                  <a:lnTo>
                    <a:pt x="987643" y="2222372"/>
                  </a:lnTo>
                  <a:lnTo>
                    <a:pt x="1001172" y="2214477"/>
                  </a:lnTo>
                  <a:lnTo>
                    <a:pt x="1014701" y="2206454"/>
                  </a:lnTo>
                  <a:lnTo>
                    <a:pt x="1028231" y="2198303"/>
                  </a:lnTo>
                  <a:lnTo>
                    <a:pt x="1041760" y="2190024"/>
                  </a:lnTo>
                  <a:lnTo>
                    <a:pt x="1055290" y="2181616"/>
                  </a:lnTo>
                  <a:lnTo>
                    <a:pt x="1068819" y="2173080"/>
                  </a:lnTo>
                  <a:lnTo>
                    <a:pt x="1082348" y="2164415"/>
                  </a:lnTo>
                  <a:lnTo>
                    <a:pt x="1095878" y="2155623"/>
                  </a:lnTo>
                  <a:lnTo>
                    <a:pt x="1109407" y="2146704"/>
                  </a:lnTo>
                  <a:lnTo>
                    <a:pt x="1122936" y="2137660"/>
                  </a:lnTo>
                  <a:lnTo>
                    <a:pt x="1136466" y="2128492"/>
                  </a:lnTo>
                  <a:lnTo>
                    <a:pt x="1149995" y="2119202"/>
                  </a:lnTo>
                  <a:lnTo>
                    <a:pt x="1163524" y="2109791"/>
                  </a:lnTo>
                  <a:lnTo>
                    <a:pt x="1177054" y="2100262"/>
                  </a:lnTo>
                  <a:lnTo>
                    <a:pt x="1190583" y="2090617"/>
                  </a:lnTo>
                  <a:lnTo>
                    <a:pt x="1204113" y="2080858"/>
                  </a:lnTo>
                  <a:lnTo>
                    <a:pt x="1217642" y="2070988"/>
                  </a:lnTo>
                  <a:lnTo>
                    <a:pt x="1231171" y="2061009"/>
                  </a:lnTo>
                  <a:lnTo>
                    <a:pt x="1244701" y="2050924"/>
                  </a:lnTo>
                  <a:lnTo>
                    <a:pt x="1258230" y="2040737"/>
                  </a:lnTo>
                  <a:lnTo>
                    <a:pt x="1271759" y="2030449"/>
                  </a:lnTo>
                  <a:lnTo>
                    <a:pt x="1285289" y="2020063"/>
                  </a:lnTo>
                  <a:lnTo>
                    <a:pt x="1298818" y="2009583"/>
                  </a:lnTo>
                  <a:lnTo>
                    <a:pt x="1312347" y="1999012"/>
                  </a:lnTo>
                  <a:lnTo>
                    <a:pt x="1325877" y="1988354"/>
                  </a:lnTo>
                  <a:lnTo>
                    <a:pt x="1339406" y="1977613"/>
                  </a:lnTo>
                  <a:lnTo>
                    <a:pt x="1352935" y="1966795"/>
                  </a:lnTo>
                  <a:lnTo>
                    <a:pt x="1366465" y="1955903"/>
                  </a:lnTo>
                  <a:lnTo>
                    <a:pt x="1379994" y="1944940"/>
                  </a:lnTo>
                  <a:lnTo>
                    <a:pt x="1393524" y="1933912"/>
                  </a:lnTo>
                  <a:lnTo>
                    <a:pt x="1407053" y="1922821"/>
                  </a:lnTo>
                  <a:lnTo>
                    <a:pt x="1420582" y="1911671"/>
                  </a:lnTo>
                  <a:lnTo>
                    <a:pt x="1434112" y="1900466"/>
                  </a:lnTo>
                  <a:lnTo>
                    <a:pt x="1447641" y="1889209"/>
                  </a:lnTo>
                  <a:lnTo>
                    <a:pt x="1461170" y="1877903"/>
                  </a:lnTo>
                  <a:lnTo>
                    <a:pt x="1474700" y="1866553"/>
                  </a:lnTo>
                  <a:lnTo>
                    <a:pt x="1488229" y="1855161"/>
                  </a:lnTo>
                  <a:lnTo>
                    <a:pt x="1501758" y="1843730"/>
                  </a:lnTo>
                  <a:lnTo>
                    <a:pt x="1515288" y="1832264"/>
                  </a:lnTo>
                  <a:lnTo>
                    <a:pt x="1528817" y="1820766"/>
                  </a:lnTo>
                  <a:lnTo>
                    <a:pt x="1542347" y="1809240"/>
                  </a:lnTo>
                  <a:lnTo>
                    <a:pt x="1555876" y="1797687"/>
                  </a:lnTo>
                  <a:lnTo>
                    <a:pt x="1569405" y="1786113"/>
                  </a:lnTo>
                  <a:lnTo>
                    <a:pt x="1582935" y="1774519"/>
                  </a:lnTo>
                  <a:lnTo>
                    <a:pt x="1596464" y="1762909"/>
                  </a:lnTo>
                  <a:lnTo>
                    <a:pt x="1609993" y="1751287"/>
                  </a:lnTo>
                  <a:lnTo>
                    <a:pt x="1623523" y="1737883"/>
                  </a:lnTo>
                  <a:lnTo>
                    <a:pt x="1637052" y="1721961"/>
                  </a:lnTo>
                  <a:lnTo>
                    <a:pt x="1650581" y="1705941"/>
                  </a:lnTo>
                  <a:lnTo>
                    <a:pt x="1664111" y="1689829"/>
                  </a:lnTo>
                  <a:lnTo>
                    <a:pt x="1677640" y="1673635"/>
                  </a:lnTo>
                  <a:lnTo>
                    <a:pt x="1691169" y="1657366"/>
                  </a:lnTo>
                  <a:lnTo>
                    <a:pt x="1704699" y="1641032"/>
                  </a:lnTo>
                  <a:lnTo>
                    <a:pt x="1718228" y="1624642"/>
                  </a:lnTo>
                  <a:lnTo>
                    <a:pt x="1731758" y="1608206"/>
                  </a:lnTo>
                  <a:lnTo>
                    <a:pt x="1745287" y="1591733"/>
                  </a:lnTo>
                  <a:lnTo>
                    <a:pt x="1758816" y="1575235"/>
                  </a:lnTo>
                  <a:lnTo>
                    <a:pt x="1772346" y="1558722"/>
                  </a:lnTo>
                  <a:lnTo>
                    <a:pt x="1785875" y="1542205"/>
                  </a:lnTo>
                  <a:lnTo>
                    <a:pt x="1799404" y="1525696"/>
                  </a:lnTo>
                  <a:lnTo>
                    <a:pt x="1812934" y="1509206"/>
                  </a:lnTo>
                  <a:lnTo>
                    <a:pt x="1826463" y="1492748"/>
                  </a:lnTo>
                  <a:lnTo>
                    <a:pt x="1839992" y="1476335"/>
                  </a:lnTo>
                  <a:lnTo>
                    <a:pt x="1853522" y="1459978"/>
                  </a:lnTo>
                  <a:lnTo>
                    <a:pt x="1867051" y="1443692"/>
                  </a:lnTo>
                  <a:lnTo>
                    <a:pt x="1880581" y="1427489"/>
                  </a:lnTo>
                  <a:lnTo>
                    <a:pt x="1894110" y="1411384"/>
                  </a:lnTo>
                  <a:lnTo>
                    <a:pt x="1907639" y="1395391"/>
                  </a:lnTo>
                  <a:lnTo>
                    <a:pt x="1921169" y="1379524"/>
                  </a:lnTo>
                  <a:lnTo>
                    <a:pt x="1934698" y="1363798"/>
                  </a:lnTo>
                  <a:lnTo>
                    <a:pt x="1948227" y="1348228"/>
                  </a:lnTo>
                  <a:lnTo>
                    <a:pt x="1961757" y="1332826"/>
                  </a:lnTo>
                  <a:lnTo>
                    <a:pt x="1975286" y="1317595"/>
                  </a:lnTo>
                  <a:lnTo>
                    <a:pt x="1988815" y="1302536"/>
                  </a:lnTo>
                  <a:lnTo>
                    <a:pt x="2002345" y="1287653"/>
                  </a:lnTo>
                  <a:lnTo>
                    <a:pt x="2015874" y="1272946"/>
                  </a:lnTo>
                  <a:lnTo>
                    <a:pt x="2029403" y="1258417"/>
                  </a:lnTo>
                  <a:lnTo>
                    <a:pt x="2042933" y="1244066"/>
                  </a:lnTo>
                  <a:lnTo>
                    <a:pt x="2056462" y="1229896"/>
                  </a:lnTo>
                  <a:lnTo>
                    <a:pt x="2069992" y="1215907"/>
                  </a:lnTo>
                  <a:lnTo>
                    <a:pt x="2083521" y="1202100"/>
                  </a:lnTo>
                  <a:lnTo>
                    <a:pt x="2097050" y="1188475"/>
                  </a:lnTo>
                  <a:lnTo>
                    <a:pt x="2110580" y="1175034"/>
                  </a:lnTo>
                  <a:lnTo>
                    <a:pt x="2124109" y="1161775"/>
                  </a:lnTo>
                  <a:lnTo>
                    <a:pt x="2137638" y="1148700"/>
                  </a:lnTo>
                  <a:lnTo>
                    <a:pt x="2151168" y="1135809"/>
                  </a:lnTo>
                  <a:lnTo>
                    <a:pt x="2164697" y="1123101"/>
                  </a:lnTo>
                  <a:lnTo>
                    <a:pt x="2178226" y="1110576"/>
                  </a:lnTo>
                  <a:lnTo>
                    <a:pt x="2191756" y="1098233"/>
                  </a:lnTo>
                  <a:lnTo>
                    <a:pt x="2205285" y="1086073"/>
                  </a:lnTo>
                  <a:lnTo>
                    <a:pt x="2218815" y="1074093"/>
                  </a:lnTo>
                  <a:lnTo>
                    <a:pt x="2232344" y="1062294"/>
                  </a:lnTo>
                  <a:lnTo>
                    <a:pt x="2245873" y="1050675"/>
                  </a:lnTo>
                  <a:lnTo>
                    <a:pt x="2259403" y="1039233"/>
                  </a:lnTo>
                  <a:lnTo>
                    <a:pt x="2272932" y="1027968"/>
                  </a:lnTo>
                  <a:lnTo>
                    <a:pt x="2286461" y="1016878"/>
                  </a:lnTo>
                  <a:lnTo>
                    <a:pt x="2299991" y="1005962"/>
                  </a:lnTo>
                  <a:lnTo>
                    <a:pt x="2313520" y="995218"/>
                  </a:lnTo>
                  <a:lnTo>
                    <a:pt x="2327049" y="984644"/>
                  </a:lnTo>
                  <a:lnTo>
                    <a:pt x="2340579" y="974237"/>
                  </a:lnTo>
                  <a:lnTo>
                    <a:pt x="2354108" y="963996"/>
                  </a:lnTo>
                  <a:lnTo>
                    <a:pt x="2367637" y="953919"/>
                  </a:lnTo>
                  <a:lnTo>
                    <a:pt x="2381167" y="944003"/>
                  </a:lnTo>
                  <a:lnTo>
                    <a:pt x="2394696" y="934245"/>
                  </a:lnTo>
                  <a:lnTo>
                    <a:pt x="2408226" y="924643"/>
                  </a:lnTo>
                  <a:lnTo>
                    <a:pt x="2421755" y="915194"/>
                  </a:lnTo>
                  <a:lnTo>
                    <a:pt x="2435284" y="905895"/>
                  </a:lnTo>
                  <a:lnTo>
                    <a:pt x="2448814" y="896743"/>
                  </a:lnTo>
                  <a:lnTo>
                    <a:pt x="2462343" y="887735"/>
                  </a:lnTo>
                  <a:lnTo>
                    <a:pt x="2475872" y="878868"/>
                  </a:lnTo>
                  <a:lnTo>
                    <a:pt x="2489402" y="870138"/>
                  </a:lnTo>
                  <a:lnTo>
                    <a:pt x="2502931" y="861542"/>
                  </a:lnTo>
                  <a:lnTo>
                    <a:pt x="2516460" y="853076"/>
                  </a:lnTo>
                  <a:lnTo>
                    <a:pt x="2529990" y="844738"/>
                  </a:lnTo>
                  <a:lnTo>
                    <a:pt x="2543519" y="836522"/>
                  </a:lnTo>
                  <a:lnTo>
                    <a:pt x="2557049" y="828426"/>
                  </a:lnTo>
                  <a:lnTo>
                    <a:pt x="2570578" y="820446"/>
                  </a:lnTo>
                  <a:lnTo>
                    <a:pt x="2584107" y="812578"/>
                  </a:lnTo>
                  <a:lnTo>
                    <a:pt x="2597637" y="804817"/>
                  </a:lnTo>
                  <a:lnTo>
                    <a:pt x="2611166" y="797161"/>
                  </a:lnTo>
                  <a:lnTo>
                    <a:pt x="2624695" y="789604"/>
                  </a:lnTo>
                  <a:lnTo>
                    <a:pt x="2638225" y="782143"/>
                  </a:lnTo>
                  <a:lnTo>
                    <a:pt x="2651754" y="774773"/>
                  </a:lnTo>
                  <a:lnTo>
                    <a:pt x="2665283" y="767491"/>
                  </a:lnTo>
                  <a:lnTo>
                    <a:pt x="2678813" y="760293"/>
                  </a:lnTo>
                  <a:lnTo>
                    <a:pt x="2692342" y="753173"/>
                  </a:lnTo>
                  <a:lnTo>
                    <a:pt x="2705871" y="746129"/>
                  </a:lnTo>
                  <a:lnTo>
                    <a:pt x="2719401" y="739156"/>
                  </a:lnTo>
                  <a:lnTo>
                    <a:pt x="2732930" y="732249"/>
                  </a:lnTo>
                  <a:lnTo>
                    <a:pt x="2746460" y="725405"/>
                  </a:lnTo>
                  <a:lnTo>
                    <a:pt x="2759989" y="718619"/>
                  </a:lnTo>
                  <a:lnTo>
                    <a:pt x="2773518" y="711887"/>
                  </a:lnTo>
                  <a:lnTo>
                    <a:pt x="2787048" y="705205"/>
                  </a:lnTo>
                  <a:lnTo>
                    <a:pt x="2800577" y="698570"/>
                  </a:lnTo>
                  <a:lnTo>
                    <a:pt x="2814106" y="691976"/>
                  </a:lnTo>
                  <a:lnTo>
                    <a:pt x="2827636" y="685420"/>
                  </a:lnTo>
                  <a:lnTo>
                    <a:pt x="2841165" y="678899"/>
                  </a:lnTo>
                  <a:lnTo>
                    <a:pt x="2854694" y="672407"/>
                  </a:lnTo>
                  <a:lnTo>
                    <a:pt x="2868224" y="665942"/>
                  </a:lnTo>
                  <a:lnTo>
                    <a:pt x="2881753" y="659499"/>
                  </a:lnTo>
                  <a:lnTo>
                    <a:pt x="2895283" y="653074"/>
                  </a:lnTo>
                  <a:lnTo>
                    <a:pt x="2908812" y="646664"/>
                  </a:lnTo>
                  <a:lnTo>
                    <a:pt x="2922341" y="640266"/>
                  </a:lnTo>
                  <a:lnTo>
                    <a:pt x="2935871" y="633875"/>
                  </a:lnTo>
                  <a:lnTo>
                    <a:pt x="2949400" y="627488"/>
                  </a:lnTo>
                  <a:lnTo>
                    <a:pt x="2962929" y="621102"/>
                  </a:lnTo>
                  <a:lnTo>
                    <a:pt x="2976459" y="614713"/>
                  </a:lnTo>
                  <a:lnTo>
                    <a:pt x="2989988" y="608318"/>
                  </a:lnTo>
                  <a:lnTo>
                    <a:pt x="3003517" y="601913"/>
                  </a:lnTo>
                  <a:lnTo>
                    <a:pt x="3017047" y="595496"/>
                  </a:lnTo>
                  <a:lnTo>
                    <a:pt x="3030576" y="589062"/>
                  </a:lnTo>
                  <a:lnTo>
                    <a:pt x="3044105" y="582610"/>
                  </a:lnTo>
                  <a:lnTo>
                    <a:pt x="3057635" y="576135"/>
                  </a:lnTo>
                  <a:lnTo>
                    <a:pt x="3071164" y="569635"/>
                  </a:lnTo>
                  <a:lnTo>
                    <a:pt x="3084694" y="563106"/>
                  </a:lnTo>
                  <a:lnTo>
                    <a:pt x="3098223" y="556546"/>
                  </a:lnTo>
                  <a:lnTo>
                    <a:pt x="3111752" y="549952"/>
                  </a:lnTo>
                  <a:lnTo>
                    <a:pt x="3125282" y="543321"/>
                  </a:lnTo>
                  <a:lnTo>
                    <a:pt x="3138811" y="536650"/>
                  </a:lnTo>
                  <a:lnTo>
                    <a:pt x="3152340" y="529936"/>
                  </a:lnTo>
                  <a:lnTo>
                    <a:pt x="3165870" y="523176"/>
                  </a:lnTo>
                  <a:lnTo>
                    <a:pt x="3179399" y="516369"/>
                  </a:lnTo>
                  <a:lnTo>
                    <a:pt x="3192928" y="509514"/>
                  </a:lnTo>
                  <a:lnTo>
                    <a:pt x="3206458" y="502613"/>
                  </a:lnTo>
                  <a:lnTo>
                    <a:pt x="3219987" y="495665"/>
                  </a:lnTo>
                  <a:lnTo>
                    <a:pt x="3233517" y="488672"/>
                  </a:lnTo>
                  <a:lnTo>
                    <a:pt x="3247046" y="481633"/>
                  </a:lnTo>
                  <a:lnTo>
                    <a:pt x="3260575" y="474551"/>
                  </a:lnTo>
                  <a:lnTo>
                    <a:pt x="3274105" y="467424"/>
                  </a:lnTo>
                  <a:lnTo>
                    <a:pt x="3287634" y="460254"/>
                  </a:lnTo>
                  <a:lnTo>
                    <a:pt x="3301163" y="453041"/>
                  </a:lnTo>
                  <a:lnTo>
                    <a:pt x="3314693" y="445785"/>
                  </a:lnTo>
                  <a:lnTo>
                    <a:pt x="3328222" y="438488"/>
                  </a:lnTo>
                  <a:lnTo>
                    <a:pt x="3341751" y="431149"/>
                  </a:lnTo>
                  <a:lnTo>
                    <a:pt x="3355281" y="423770"/>
                  </a:lnTo>
                  <a:lnTo>
                    <a:pt x="3368810" y="416350"/>
                  </a:lnTo>
                  <a:lnTo>
                    <a:pt x="3382339" y="408889"/>
                  </a:lnTo>
                  <a:lnTo>
                    <a:pt x="3395869" y="401389"/>
                  </a:lnTo>
                  <a:lnTo>
                    <a:pt x="3409398" y="393850"/>
                  </a:lnTo>
                  <a:lnTo>
                    <a:pt x="3422928" y="386272"/>
                  </a:lnTo>
                  <a:lnTo>
                    <a:pt x="3436457" y="378655"/>
                  </a:lnTo>
                  <a:lnTo>
                    <a:pt x="3449986" y="371000"/>
                  </a:lnTo>
                  <a:lnTo>
                    <a:pt x="3463516" y="363307"/>
                  </a:lnTo>
                  <a:lnTo>
                    <a:pt x="3477045" y="355577"/>
                  </a:lnTo>
                  <a:lnTo>
                    <a:pt x="3490574" y="347810"/>
                  </a:lnTo>
                  <a:lnTo>
                    <a:pt x="3504104" y="340006"/>
                  </a:lnTo>
                  <a:lnTo>
                    <a:pt x="3517633" y="332165"/>
                  </a:lnTo>
                  <a:lnTo>
                    <a:pt x="3531162" y="324288"/>
                  </a:lnTo>
                  <a:lnTo>
                    <a:pt x="3544692" y="316374"/>
                  </a:lnTo>
                  <a:lnTo>
                    <a:pt x="3558221" y="308426"/>
                  </a:lnTo>
                  <a:lnTo>
                    <a:pt x="3571751" y="300441"/>
                  </a:lnTo>
                  <a:lnTo>
                    <a:pt x="3585280" y="292422"/>
                  </a:lnTo>
                  <a:lnTo>
                    <a:pt x="3598809" y="284367"/>
                  </a:lnTo>
                  <a:lnTo>
                    <a:pt x="3612339" y="276278"/>
                  </a:lnTo>
                  <a:lnTo>
                    <a:pt x="3625868" y="268154"/>
                  </a:lnTo>
                  <a:lnTo>
                    <a:pt x="3639397" y="259996"/>
                  </a:lnTo>
                  <a:lnTo>
                    <a:pt x="3652927" y="251803"/>
                  </a:lnTo>
                  <a:lnTo>
                    <a:pt x="3666456" y="243577"/>
                  </a:lnTo>
                  <a:lnTo>
                    <a:pt x="3679985" y="235317"/>
                  </a:lnTo>
                  <a:lnTo>
                    <a:pt x="3693515" y="227023"/>
                  </a:lnTo>
                  <a:lnTo>
                    <a:pt x="3707044" y="218696"/>
                  </a:lnTo>
                  <a:lnTo>
                    <a:pt x="3720573" y="210335"/>
                  </a:lnTo>
                  <a:lnTo>
                    <a:pt x="3734103" y="201942"/>
                  </a:lnTo>
                  <a:lnTo>
                    <a:pt x="3747632" y="193515"/>
                  </a:lnTo>
                  <a:lnTo>
                    <a:pt x="3761162" y="185056"/>
                  </a:lnTo>
                  <a:lnTo>
                    <a:pt x="3774691" y="176564"/>
                  </a:lnTo>
                  <a:lnTo>
                    <a:pt x="3788220" y="168039"/>
                  </a:lnTo>
                  <a:lnTo>
                    <a:pt x="3801750" y="159482"/>
                  </a:lnTo>
                  <a:lnTo>
                    <a:pt x="3815279" y="150892"/>
                  </a:lnTo>
                  <a:lnTo>
                    <a:pt x="3828808" y="142270"/>
                  </a:lnTo>
                  <a:lnTo>
                    <a:pt x="3842338" y="133616"/>
                  </a:lnTo>
                  <a:lnTo>
                    <a:pt x="3855867" y="124930"/>
                  </a:lnTo>
                  <a:lnTo>
                    <a:pt x="3869396" y="116212"/>
                  </a:lnTo>
                  <a:lnTo>
                    <a:pt x="3882926" y="107462"/>
                  </a:lnTo>
                  <a:lnTo>
                    <a:pt x="3896455" y="98680"/>
                  </a:lnTo>
                  <a:lnTo>
                    <a:pt x="3909985" y="89867"/>
                  </a:lnTo>
                  <a:lnTo>
                    <a:pt x="3923514" y="81021"/>
                  </a:lnTo>
                  <a:lnTo>
                    <a:pt x="3937043" y="72145"/>
                  </a:lnTo>
                  <a:lnTo>
                    <a:pt x="3950573" y="63236"/>
                  </a:lnTo>
                  <a:lnTo>
                    <a:pt x="3964102" y="54297"/>
                  </a:lnTo>
                  <a:lnTo>
                    <a:pt x="3977631" y="45325"/>
                  </a:lnTo>
                  <a:lnTo>
                    <a:pt x="3991161" y="36323"/>
                  </a:lnTo>
                  <a:lnTo>
                    <a:pt x="4004690" y="27289"/>
                  </a:lnTo>
                  <a:lnTo>
                    <a:pt x="4018219" y="18224"/>
                  </a:lnTo>
                  <a:lnTo>
                    <a:pt x="4031749" y="9127"/>
                  </a:ln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41407" y="882878"/>
              <a:ext cx="4045278" cy="2098295"/>
            </a:xfrm>
            <a:custGeom>
              <a:avLst/>
              <a:pathLst>
                <a:path w="4045278" h="2098295">
                  <a:moveTo>
                    <a:pt x="4045278" y="0"/>
                  </a:moveTo>
                  <a:lnTo>
                    <a:pt x="4031749" y="2000"/>
                  </a:lnTo>
                  <a:lnTo>
                    <a:pt x="4018219" y="4004"/>
                  </a:lnTo>
                  <a:lnTo>
                    <a:pt x="4004690" y="6011"/>
                  </a:lnTo>
                  <a:lnTo>
                    <a:pt x="3991161" y="8023"/>
                  </a:lnTo>
                  <a:lnTo>
                    <a:pt x="3977631" y="10038"/>
                  </a:lnTo>
                  <a:lnTo>
                    <a:pt x="3964102" y="12057"/>
                  </a:lnTo>
                  <a:lnTo>
                    <a:pt x="3950573" y="14080"/>
                  </a:lnTo>
                  <a:lnTo>
                    <a:pt x="3937043" y="16108"/>
                  </a:lnTo>
                  <a:lnTo>
                    <a:pt x="3923514" y="18140"/>
                  </a:lnTo>
                  <a:lnTo>
                    <a:pt x="3909985" y="20176"/>
                  </a:lnTo>
                  <a:lnTo>
                    <a:pt x="3896455" y="22218"/>
                  </a:lnTo>
                  <a:lnTo>
                    <a:pt x="3882926" y="24264"/>
                  </a:lnTo>
                  <a:lnTo>
                    <a:pt x="3869396" y="26314"/>
                  </a:lnTo>
                  <a:lnTo>
                    <a:pt x="3855867" y="28370"/>
                  </a:lnTo>
                  <a:lnTo>
                    <a:pt x="3842338" y="30432"/>
                  </a:lnTo>
                  <a:lnTo>
                    <a:pt x="3828808" y="32498"/>
                  </a:lnTo>
                  <a:lnTo>
                    <a:pt x="3815279" y="34571"/>
                  </a:lnTo>
                  <a:lnTo>
                    <a:pt x="3801750" y="36649"/>
                  </a:lnTo>
                  <a:lnTo>
                    <a:pt x="3788220" y="38733"/>
                  </a:lnTo>
                  <a:lnTo>
                    <a:pt x="3774691" y="40823"/>
                  </a:lnTo>
                  <a:lnTo>
                    <a:pt x="3761162" y="42919"/>
                  </a:lnTo>
                  <a:lnTo>
                    <a:pt x="3747632" y="45022"/>
                  </a:lnTo>
                  <a:lnTo>
                    <a:pt x="3734103" y="47132"/>
                  </a:lnTo>
                  <a:lnTo>
                    <a:pt x="3720573" y="49248"/>
                  </a:lnTo>
                  <a:lnTo>
                    <a:pt x="3707044" y="51372"/>
                  </a:lnTo>
                  <a:lnTo>
                    <a:pt x="3693515" y="53503"/>
                  </a:lnTo>
                  <a:lnTo>
                    <a:pt x="3679985" y="55642"/>
                  </a:lnTo>
                  <a:lnTo>
                    <a:pt x="3666456" y="57789"/>
                  </a:lnTo>
                  <a:lnTo>
                    <a:pt x="3652927" y="59943"/>
                  </a:lnTo>
                  <a:lnTo>
                    <a:pt x="3639397" y="62106"/>
                  </a:lnTo>
                  <a:lnTo>
                    <a:pt x="3625868" y="64278"/>
                  </a:lnTo>
                  <a:lnTo>
                    <a:pt x="3612339" y="66458"/>
                  </a:lnTo>
                  <a:lnTo>
                    <a:pt x="3598809" y="68648"/>
                  </a:lnTo>
                  <a:lnTo>
                    <a:pt x="3585280" y="70846"/>
                  </a:lnTo>
                  <a:lnTo>
                    <a:pt x="3571751" y="73055"/>
                  </a:lnTo>
                  <a:lnTo>
                    <a:pt x="3558221" y="75274"/>
                  </a:lnTo>
                  <a:lnTo>
                    <a:pt x="3544692" y="77503"/>
                  </a:lnTo>
                  <a:lnTo>
                    <a:pt x="3531162" y="79742"/>
                  </a:lnTo>
                  <a:lnTo>
                    <a:pt x="3517633" y="81993"/>
                  </a:lnTo>
                  <a:lnTo>
                    <a:pt x="3504104" y="84255"/>
                  </a:lnTo>
                  <a:lnTo>
                    <a:pt x="3490574" y="86529"/>
                  </a:lnTo>
                  <a:lnTo>
                    <a:pt x="3477045" y="88814"/>
                  </a:lnTo>
                  <a:lnTo>
                    <a:pt x="3463516" y="91112"/>
                  </a:lnTo>
                  <a:lnTo>
                    <a:pt x="3449986" y="93423"/>
                  </a:lnTo>
                  <a:lnTo>
                    <a:pt x="3436457" y="95748"/>
                  </a:lnTo>
                  <a:lnTo>
                    <a:pt x="3422928" y="98085"/>
                  </a:lnTo>
                  <a:lnTo>
                    <a:pt x="3409398" y="100437"/>
                  </a:lnTo>
                  <a:lnTo>
                    <a:pt x="3395869" y="102804"/>
                  </a:lnTo>
                  <a:lnTo>
                    <a:pt x="3382339" y="105185"/>
                  </a:lnTo>
                  <a:lnTo>
                    <a:pt x="3368810" y="107582"/>
                  </a:lnTo>
                  <a:lnTo>
                    <a:pt x="3355281" y="109994"/>
                  </a:lnTo>
                  <a:lnTo>
                    <a:pt x="3341751" y="112423"/>
                  </a:lnTo>
                  <a:lnTo>
                    <a:pt x="3328222" y="114869"/>
                  </a:lnTo>
                  <a:lnTo>
                    <a:pt x="3314693" y="117333"/>
                  </a:lnTo>
                  <a:lnTo>
                    <a:pt x="3301163" y="119814"/>
                  </a:lnTo>
                  <a:lnTo>
                    <a:pt x="3287634" y="122314"/>
                  </a:lnTo>
                  <a:lnTo>
                    <a:pt x="3274105" y="124833"/>
                  </a:lnTo>
                  <a:lnTo>
                    <a:pt x="3260575" y="127371"/>
                  </a:lnTo>
                  <a:lnTo>
                    <a:pt x="3247046" y="129930"/>
                  </a:lnTo>
                  <a:lnTo>
                    <a:pt x="3233517" y="132510"/>
                  </a:lnTo>
                  <a:lnTo>
                    <a:pt x="3219987" y="135111"/>
                  </a:lnTo>
                  <a:lnTo>
                    <a:pt x="3206458" y="137734"/>
                  </a:lnTo>
                  <a:lnTo>
                    <a:pt x="3192928" y="140380"/>
                  </a:lnTo>
                  <a:lnTo>
                    <a:pt x="3179399" y="143049"/>
                  </a:lnTo>
                  <a:lnTo>
                    <a:pt x="3165870" y="145743"/>
                  </a:lnTo>
                  <a:lnTo>
                    <a:pt x="3152340" y="148461"/>
                  </a:lnTo>
                  <a:lnTo>
                    <a:pt x="3138811" y="151208"/>
                  </a:lnTo>
                  <a:lnTo>
                    <a:pt x="3125282" y="153986"/>
                  </a:lnTo>
                  <a:lnTo>
                    <a:pt x="3111752" y="156800"/>
                  </a:lnTo>
                  <a:lnTo>
                    <a:pt x="3098223" y="159652"/>
                  </a:lnTo>
                  <a:lnTo>
                    <a:pt x="3084694" y="162547"/>
                  </a:lnTo>
                  <a:lnTo>
                    <a:pt x="3071164" y="165488"/>
                  </a:lnTo>
                  <a:lnTo>
                    <a:pt x="3057635" y="168478"/>
                  </a:lnTo>
                  <a:lnTo>
                    <a:pt x="3044105" y="171520"/>
                  </a:lnTo>
                  <a:lnTo>
                    <a:pt x="3030576" y="174618"/>
                  </a:lnTo>
                  <a:lnTo>
                    <a:pt x="3017047" y="177775"/>
                  </a:lnTo>
                  <a:lnTo>
                    <a:pt x="3003517" y="180993"/>
                  </a:lnTo>
                  <a:lnTo>
                    <a:pt x="2989988" y="184275"/>
                  </a:lnTo>
                  <a:lnTo>
                    <a:pt x="2976459" y="187625"/>
                  </a:lnTo>
                  <a:lnTo>
                    <a:pt x="2962929" y="191045"/>
                  </a:lnTo>
                  <a:lnTo>
                    <a:pt x="2949400" y="194537"/>
                  </a:lnTo>
                  <a:lnTo>
                    <a:pt x="2935871" y="198104"/>
                  </a:lnTo>
                  <a:lnTo>
                    <a:pt x="2922341" y="201750"/>
                  </a:lnTo>
                  <a:lnTo>
                    <a:pt x="2908812" y="205474"/>
                  </a:lnTo>
                  <a:lnTo>
                    <a:pt x="2895283" y="209281"/>
                  </a:lnTo>
                  <a:lnTo>
                    <a:pt x="2881753" y="213172"/>
                  </a:lnTo>
                  <a:lnTo>
                    <a:pt x="2868224" y="217149"/>
                  </a:lnTo>
                  <a:lnTo>
                    <a:pt x="2854694" y="221214"/>
                  </a:lnTo>
                  <a:lnTo>
                    <a:pt x="2841165" y="225368"/>
                  </a:lnTo>
                  <a:lnTo>
                    <a:pt x="2827636" y="229614"/>
                  </a:lnTo>
                  <a:lnTo>
                    <a:pt x="2814106" y="233953"/>
                  </a:lnTo>
                  <a:lnTo>
                    <a:pt x="2800577" y="238386"/>
                  </a:lnTo>
                  <a:lnTo>
                    <a:pt x="2787048" y="242915"/>
                  </a:lnTo>
                  <a:lnTo>
                    <a:pt x="2773518" y="247541"/>
                  </a:lnTo>
                  <a:lnTo>
                    <a:pt x="2759989" y="252264"/>
                  </a:lnTo>
                  <a:lnTo>
                    <a:pt x="2746460" y="257087"/>
                  </a:lnTo>
                  <a:lnTo>
                    <a:pt x="2732930" y="262010"/>
                  </a:lnTo>
                  <a:lnTo>
                    <a:pt x="2719401" y="267034"/>
                  </a:lnTo>
                  <a:lnTo>
                    <a:pt x="2705871" y="272160"/>
                  </a:lnTo>
                  <a:lnTo>
                    <a:pt x="2692342" y="277388"/>
                  </a:lnTo>
                  <a:lnTo>
                    <a:pt x="2678813" y="282719"/>
                  </a:lnTo>
                  <a:lnTo>
                    <a:pt x="2665283" y="288153"/>
                  </a:lnTo>
                  <a:lnTo>
                    <a:pt x="2651754" y="293692"/>
                  </a:lnTo>
                  <a:lnTo>
                    <a:pt x="2638225" y="299335"/>
                  </a:lnTo>
                  <a:lnTo>
                    <a:pt x="2624695" y="305083"/>
                  </a:lnTo>
                  <a:lnTo>
                    <a:pt x="2611166" y="310936"/>
                  </a:lnTo>
                  <a:lnTo>
                    <a:pt x="2597637" y="316894"/>
                  </a:lnTo>
                  <a:lnTo>
                    <a:pt x="2584107" y="322957"/>
                  </a:lnTo>
                  <a:lnTo>
                    <a:pt x="2570578" y="329127"/>
                  </a:lnTo>
                  <a:lnTo>
                    <a:pt x="2557049" y="335401"/>
                  </a:lnTo>
                  <a:lnTo>
                    <a:pt x="2543519" y="341782"/>
                  </a:lnTo>
                  <a:lnTo>
                    <a:pt x="2529990" y="348268"/>
                  </a:lnTo>
                  <a:lnTo>
                    <a:pt x="2516460" y="354860"/>
                  </a:lnTo>
                  <a:lnTo>
                    <a:pt x="2502931" y="361557"/>
                  </a:lnTo>
                  <a:lnTo>
                    <a:pt x="2489402" y="368360"/>
                  </a:lnTo>
                  <a:lnTo>
                    <a:pt x="2475872" y="375268"/>
                  </a:lnTo>
                  <a:lnTo>
                    <a:pt x="2462343" y="382280"/>
                  </a:lnTo>
                  <a:lnTo>
                    <a:pt x="2448814" y="389398"/>
                  </a:lnTo>
                  <a:lnTo>
                    <a:pt x="2435284" y="396621"/>
                  </a:lnTo>
                  <a:lnTo>
                    <a:pt x="2421755" y="403948"/>
                  </a:lnTo>
                  <a:lnTo>
                    <a:pt x="2408226" y="411379"/>
                  </a:lnTo>
                  <a:lnTo>
                    <a:pt x="2394696" y="418914"/>
                  </a:lnTo>
                  <a:lnTo>
                    <a:pt x="2381167" y="426552"/>
                  </a:lnTo>
                  <a:lnTo>
                    <a:pt x="2367637" y="434294"/>
                  </a:lnTo>
                  <a:lnTo>
                    <a:pt x="2354108" y="442138"/>
                  </a:lnTo>
                  <a:lnTo>
                    <a:pt x="2340579" y="450085"/>
                  </a:lnTo>
                  <a:lnTo>
                    <a:pt x="2327049" y="458135"/>
                  </a:lnTo>
                  <a:lnTo>
                    <a:pt x="2313520" y="466286"/>
                  </a:lnTo>
                  <a:lnTo>
                    <a:pt x="2299991" y="474538"/>
                  </a:lnTo>
                  <a:lnTo>
                    <a:pt x="2286461" y="482892"/>
                  </a:lnTo>
                  <a:lnTo>
                    <a:pt x="2272932" y="491346"/>
                  </a:lnTo>
                  <a:lnTo>
                    <a:pt x="2259403" y="499900"/>
                  </a:lnTo>
                  <a:lnTo>
                    <a:pt x="2245873" y="508554"/>
                  </a:lnTo>
                  <a:lnTo>
                    <a:pt x="2232344" y="517307"/>
                  </a:lnTo>
                  <a:lnTo>
                    <a:pt x="2218815" y="526159"/>
                  </a:lnTo>
                  <a:lnTo>
                    <a:pt x="2205285" y="535109"/>
                  </a:lnTo>
                  <a:lnTo>
                    <a:pt x="2191756" y="544157"/>
                  </a:lnTo>
                  <a:lnTo>
                    <a:pt x="2178226" y="553302"/>
                  </a:lnTo>
                  <a:lnTo>
                    <a:pt x="2164697" y="562544"/>
                  </a:lnTo>
                  <a:lnTo>
                    <a:pt x="2151168" y="571881"/>
                  </a:lnTo>
                  <a:lnTo>
                    <a:pt x="2137638" y="581315"/>
                  </a:lnTo>
                  <a:lnTo>
                    <a:pt x="2124109" y="590843"/>
                  </a:lnTo>
                  <a:lnTo>
                    <a:pt x="2110580" y="600466"/>
                  </a:lnTo>
                  <a:lnTo>
                    <a:pt x="2097050" y="610182"/>
                  </a:lnTo>
                  <a:lnTo>
                    <a:pt x="2083521" y="619992"/>
                  </a:lnTo>
                  <a:lnTo>
                    <a:pt x="2069992" y="629894"/>
                  </a:lnTo>
                  <a:lnTo>
                    <a:pt x="2056462" y="639887"/>
                  </a:lnTo>
                  <a:lnTo>
                    <a:pt x="2042933" y="649972"/>
                  </a:lnTo>
                  <a:lnTo>
                    <a:pt x="2029403" y="660147"/>
                  </a:lnTo>
                  <a:lnTo>
                    <a:pt x="2015874" y="670412"/>
                  </a:lnTo>
                  <a:lnTo>
                    <a:pt x="2002345" y="680765"/>
                  </a:lnTo>
                  <a:lnTo>
                    <a:pt x="1988815" y="691206"/>
                  </a:lnTo>
                  <a:lnTo>
                    <a:pt x="1975286" y="701735"/>
                  </a:lnTo>
                  <a:lnTo>
                    <a:pt x="1961757" y="712350"/>
                  </a:lnTo>
                  <a:lnTo>
                    <a:pt x="1948227" y="723051"/>
                  </a:lnTo>
                  <a:lnTo>
                    <a:pt x="1934698" y="733836"/>
                  </a:lnTo>
                  <a:lnTo>
                    <a:pt x="1921169" y="744701"/>
                  </a:lnTo>
                  <a:lnTo>
                    <a:pt x="1907639" y="755643"/>
                  </a:lnTo>
                  <a:lnTo>
                    <a:pt x="1894110" y="766657"/>
                  </a:lnTo>
                  <a:lnTo>
                    <a:pt x="1880581" y="777739"/>
                  </a:lnTo>
                  <a:lnTo>
                    <a:pt x="1867051" y="788885"/>
                  </a:lnTo>
                  <a:lnTo>
                    <a:pt x="1853522" y="800090"/>
                  </a:lnTo>
                  <a:lnTo>
                    <a:pt x="1839992" y="811351"/>
                  </a:lnTo>
                  <a:lnTo>
                    <a:pt x="1826463" y="822663"/>
                  </a:lnTo>
                  <a:lnTo>
                    <a:pt x="1812934" y="834022"/>
                  </a:lnTo>
                  <a:lnTo>
                    <a:pt x="1799404" y="845426"/>
                  </a:lnTo>
                  <a:lnTo>
                    <a:pt x="1785875" y="856869"/>
                  </a:lnTo>
                  <a:lnTo>
                    <a:pt x="1772346" y="868348"/>
                  </a:lnTo>
                  <a:lnTo>
                    <a:pt x="1758816" y="879859"/>
                  </a:lnTo>
                  <a:lnTo>
                    <a:pt x="1745287" y="891399"/>
                  </a:lnTo>
                  <a:lnTo>
                    <a:pt x="1731758" y="902963"/>
                  </a:lnTo>
                  <a:lnTo>
                    <a:pt x="1718228" y="914549"/>
                  </a:lnTo>
                  <a:lnTo>
                    <a:pt x="1704699" y="926153"/>
                  </a:lnTo>
                  <a:lnTo>
                    <a:pt x="1691169" y="937771"/>
                  </a:lnTo>
                  <a:lnTo>
                    <a:pt x="1677640" y="949400"/>
                  </a:lnTo>
                  <a:lnTo>
                    <a:pt x="1664111" y="961036"/>
                  </a:lnTo>
                  <a:lnTo>
                    <a:pt x="1650581" y="972676"/>
                  </a:lnTo>
                  <a:lnTo>
                    <a:pt x="1637052" y="984317"/>
                  </a:lnTo>
                  <a:lnTo>
                    <a:pt x="1623523" y="995954"/>
                  </a:lnTo>
                  <a:lnTo>
                    <a:pt x="1609993" y="1009997"/>
                  </a:lnTo>
                  <a:lnTo>
                    <a:pt x="1596464" y="1025697"/>
                  </a:lnTo>
                  <a:lnTo>
                    <a:pt x="1582935" y="1041278"/>
                  </a:lnTo>
                  <a:lnTo>
                    <a:pt x="1569405" y="1056730"/>
                  </a:lnTo>
                  <a:lnTo>
                    <a:pt x="1555876" y="1072049"/>
                  </a:lnTo>
                  <a:lnTo>
                    <a:pt x="1542347" y="1087229"/>
                  </a:lnTo>
                  <a:lnTo>
                    <a:pt x="1528817" y="1102264"/>
                  </a:lnTo>
                  <a:lnTo>
                    <a:pt x="1515288" y="1117149"/>
                  </a:lnTo>
                  <a:lnTo>
                    <a:pt x="1501758" y="1131879"/>
                  </a:lnTo>
                  <a:lnTo>
                    <a:pt x="1488229" y="1146450"/>
                  </a:lnTo>
                  <a:lnTo>
                    <a:pt x="1474700" y="1160856"/>
                  </a:lnTo>
                  <a:lnTo>
                    <a:pt x="1461170" y="1175096"/>
                  </a:lnTo>
                  <a:lnTo>
                    <a:pt x="1447641" y="1189164"/>
                  </a:lnTo>
                  <a:lnTo>
                    <a:pt x="1434112" y="1203057"/>
                  </a:lnTo>
                  <a:lnTo>
                    <a:pt x="1420582" y="1216774"/>
                  </a:lnTo>
                  <a:lnTo>
                    <a:pt x="1407053" y="1230311"/>
                  </a:lnTo>
                  <a:lnTo>
                    <a:pt x="1393524" y="1243665"/>
                  </a:lnTo>
                  <a:lnTo>
                    <a:pt x="1379994" y="1256836"/>
                  </a:lnTo>
                  <a:lnTo>
                    <a:pt x="1366465" y="1269821"/>
                  </a:lnTo>
                  <a:lnTo>
                    <a:pt x="1352935" y="1282619"/>
                  </a:lnTo>
                  <a:lnTo>
                    <a:pt x="1339406" y="1295230"/>
                  </a:lnTo>
                  <a:lnTo>
                    <a:pt x="1325877" y="1307652"/>
                  </a:lnTo>
                  <a:lnTo>
                    <a:pt x="1312347" y="1319886"/>
                  </a:lnTo>
                  <a:lnTo>
                    <a:pt x="1298818" y="1331931"/>
                  </a:lnTo>
                  <a:lnTo>
                    <a:pt x="1285289" y="1343790"/>
                  </a:lnTo>
                  <a:lnTo>
                    <a:pt x="1271759" y="1355468"/>
                  </a:lnTo>
                  <a:lnTo>
                    <a:pt x="1258230" y="1366973"/>
                  </a:lnTo>
                  <a:lnTo>
                    <a:pt x="1244701" y="1378313"/>
                  </a:lnTo>
                  <a:lnTo>
                    <a:pt x="1231171" y="1389495"/>
                  </a:lnTo>
                  <a:lnTo>
                    <a:pt x="1217642" y="1400527"/>
                  </a:lnTo>
                  <a:lnTo>
                    <a:pt x="1204113" y="1411416"/>
                  </a:lnTo>
                  <a:lnTo>
                    <a:pt x="1190583" y="1422169"/>
                  </a:lnTo>
                  <a:lnTo>
                    <a:pt x="1177054" y="1432793"/>
                  </a:lnTo>
                  <a:lnTo>
                    <a:pt x="1163524" y="1443294"/>
                  </a:lnTo>
                  <a:lnTo>
                    <a:pt x="1149995" y="1453679"/>
                  </a:lnTo>
                  <a:lnTo>
                    <a:pt x="1136466" y="1463954"/>
                  </a:lnTo>
                  <a:lnTo>
                    <a:pt x="1122936" y="1474124"/>
                  </a:lnTo>
                  <a:lnTo>
                    <a:pt x="1109407" y="1484196"/>
                  </a:lnTo>
                  <a:lnTo>
                    <a:pt x="1095878" y="1494174"/>
                  </a:lnTo>
                  <a:lnTo>
                    <a:pt x="1082348" y="1504063"/>
                  </a:lnTo>
                  <a:lnTo>
                    <a:pt x="1068819" y="1513867"/>
                  </a:lnTo>
                  <a:lnTo>
                    <a:pt x="1055290" y="1523592"/>
                  </a:lnTo>
                  <a:lnTo>
                    <a:pt x="1041760" y="1533240"/>
                  </a:lnTo>
                  <a:lnTo>
                    <a:pt x="1028231" y="1542816"/>
                  </a:lnTo>
                  <a:lnTo>
                    <a:pt x="1014701" y="1552321"/>
                  </a:lnTo>
                  <a:lnTo>
                    <a:pt x="1001172" y="1561760"/>
                  </a:lnTo>
                  <a:lnTo>
                    <a:pt x="987643" y="1571134"/>
                  </a:lnTo>
                  <a:lnTo>
                    <a:pt x="974113" y="1580446"/>
                  </a:lnTo>
                  <a:lnTo>
                    <a:pt x="960584" y="1589697"/>
                  </a:lnTo>
                  <a:lnTo>
                    <a:pt x="947055" y="1598889"/>
                  </a:lnTo>
                  <a:lnTo>
                    <a:pt x="933525" y="1608023"/>
                  </a:lnTo>
                  <a:lnTo>
                    <a:pt x="919996" y="1617101"/>
                  </a:lnTo>
                  <a:lnTo>
                    <a:pt x="906467" y="1626122"/>
                  </a:lnTo>
                  <a:lnTo>
                    <a:pt x="892937" y="1635088"/>
                  </a:lnTo>
                  <a:lnTo>
                    <a:pt x="879408" y="1644000"/>
                  </a:lnTo>
                  <a:lnTo>
                    <a:pt x="865879" y="1652856"/>
                  </a:lnTo>
                  <a:lnTo>
                    <a:pt x="852349" y="1661659"/>
                  </a:lnTo>
                  <a:lnTo>
                    <a:pt x="838820" y="1670406"/>
                  </a:lnTo>
                  <a:lnTo>
                    <a:pt x="825290" y="1679100"/>
                  </a:lnTo>
                  <a:lnTo>
                    <a:pt x="811761" y="1687738"/>
                  </a:lnTo>
                  <a:lnTo>
                    <a:pt x="798232" y="1696321"/>
                  </a:lnTo>
                  <a:lnTo>
                    <a:pt x="784702" y="1704850"/>
                  </a:lnTo>
                  <a:lnTo>
                    <a:pt x="771173" y="1713322"/>
                  </a:lnTo>
                  <a:lnTo>
                    <a:pt x="757644" y="1721739"/>
                  </a:lnTo>
                  <a:lnTo>
                    <a:pt x="744114" y="1730099"/>
                  </a:lnTo>
                  <a:lnTo>
                    <a:pt x="730585" y="1738402"/>
                  </a:lnTo>
                  <a:lnTo>
                    <a:pt x="717056" y="1746648"/>
                  </a:lnTo>
                  <a:lnTo>
                    <a:pt x="703526" y="1754837"/>
                  </a:lnTo>
                  <a:lnTo>
                    <a:pt x="689997" y="1762968"/>
                  </a:lnTo>
                  <a:lnTo>
                    <a:pt x="676467" y="1771040"/>
                  </a:lnTo>
                  <a:lnTo>
                    <a:pt x="662938" y="1779053"/>
                  </a:lnTo>
                  <a:lnTo>
                    <a:pt x="649409" y="1787008"/>
                  </a:lnTo>
                  <a:lnTo>
                    <a:pt x="635879" y="1794902"/>
                  </a:lnTo>
                  <a:lnTo>
                    <a:pt x="622350" y="1802737"/>
                  </a:lnTo>
                  <a:lnTo>
                    <a:pt x="608821" y="1810512"/>
                  </a:lnTo>
                  <a:lnTo>
                    <a:pt x="595291" y="1818227"/>
                  </a:lnTo>
                  <a:lnTo>
                    <a:pt x="581762" y="1825880"/>
                  </a:lnTo>
                  <a:lnTo>
                    <a:pt x="568233" y="1833473"/>
                  </a:lnTo>
                  <a:lnTo>
                    <a:pt x="554703" y="1841005"/>
                  </a:lnTo>
                  <a:lnTo>
                    <a:pt x="541174" y="1848475"/>
                  </a:lnTo>
                  <a:lnTo>
                    <a:pt x="527645" y="1855884"/>
                  </a:lnTo>
                  <a:lnTo>
                    <a:pt x="514115" y="1863231"/>
                  </a:lnTo>
                  <a:lnTo>
                    <a:pt x="500586" y="1870517"/>
                  </a:lnTo>
                  <a:lnTo>
                    <a:pt x="487056" y="1877740"/>
                  </a:lnTo>
                  <a:lnTo>
                    <a:pt x="473527" y="1884902"/>
                  </a:lnTo>
                  <a:lnTo>
                    <a:pt x="459998" y="1892002"/>
                  </a:lnTo>
                  <a:lnTo>
                    <a:pt x="446468" y="1899040"/>
                  </a:lnTo>
                  <a:lnTo>
                    <a:pt x="432939" y="1906016"/>
                  </a:lnTo>
                  <a:lnTo>
                    <a:pt x="419410" y="1912930"/>
                  </a:lnTo>
                  <a:lnTo>
                    <a:pt x="405880" y="1919782"/>
                  </a:lnTo>
                  <a:lnTo>
                    <a:pt x="392351" y="1926572"/>
                  </a:lnTo>
                  <a:lnTo>
                    <a:pt x="378822" y="1933302"/>
                  </a:lnTo>
                  <a:lnTo>
                    <a:pt x="365292" y="1939970"/>
                  </a:lnTo>
                  <a:lnTo>
                    <a:pt x="351763" y="1946577"/>
                  </a:lnTo>
                  <a:lnTo>
                    <a:pt x="338233" y="1953123"/>
                  </a:lnTo>
                  <a:lnTo>
                    <a:pt x="324704" y="1959610"/>
                  </a:lnTo>
                  <a:lnTo>
                    <a:pt x="311175" y="1966037"/>
                  </a:lnTo>
                  <a:lnTo>
                    <a:pt x="297645" y="1972404"/>
                  </a:lnTo>
                  <a:lnTo>
                    <a:pt x="284116" y="1978713"/>
                  </a:lnTo>
                  <a:lnTo>
                    <a:pt x="270587" y="1984962"/>
                  </a:lnTo>
                  <a:lnTo>
                    <a:pt x="257057" y="1991154"/>
                  </a:lnTo>
                  <a:lnTo>
                    <a:pt x="243528" y="1997288"/>
                  </a:lnTo>
                  <a:lnTo>
                    <a:pt x="229999" y="2003364"/>
                  </a:lnTo>
                  <a:lnTo>
                    <a:pt x="216469" y="2009383"/>
                  </a:lnTo>
                  <a:lnTo>
                    <a:pt x="202940" y="2015346"/>
                  </a:lnTo>
                  <a:lnTo>
                    <a:pt x="189411" y="2021252"/>
                  </a:lnTo>
                  <a:lnTo>
                    <a:pt x="175881" y="2027103"/>
                  </a:lnTo>
                  <a:lnTo>
                    <a:pt x="162352" y="2032899"/>
                  </a:lnTo>
                  <a:lnTo>
                    <a:pt x="148822" y="2038639"/>
                  </a:lnTo>
                  <a:lnTo>
                    <a:pt x="135293" y="2044326"/>
                  </a:lnTo>
                  <a:lnTo>
                    <a:pt x="121764" y="2049958"/>
                  </a:lnTo>
                  <a:lnTo>
                    <a:pt x="108234" y="2055537"/>
                  </a:lnTo>
                  <a:lnTo>
                    <a:pt x="94705" y="2061063"/>
                  </a:lnTo>
                  <a:lnTo>
                    <a:pt x="81176" y="2066536"/>
                  </a:lnTo>
                  <a:lnTo>
                    <a:pt x="67646" y="2071957"/>
                  </a:lnTo>
                  <a:lnTo>
                    <a:pt x="54117" y="2077326"/>
                  </a:lnTo>
                  <a:lnTo>
                    <a:pt x="40588" y="2082644"/>
                  </a:lnTo>
                  <a:lnTo>
                    <a:pt x="27058" y="2087911"/>
                  </a:lnTo>
                  <a:lnTo>
                    <a:pt x="13529" y="2093128"/>
                  </a:lnTo>
                  <a:lnTo>
                    <a:pt x="0" y="2098295"/>
                  </a:lnTo>
                  <a:lnTo>
                    <a:pt x="0" y="2098295"/>
                  </a:lnTo>
                  <a:lnTo>
                    <a:pt x="0" y="20982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41407" y="534201"/>
              <a:ext cx="4045278" cy="2336645"/>
            </a:xfrm>
            <a:custGeom>
              <a:avLst/>
              <a:pathLst>
                <a:path w="4045278" h="2336645">
                  <a:moveTo>
                    <a:pt x="0" y="2336645"/>
                  </a:moveTo>
                  <a:lnTo>
                    <a:pt x="13529" y="2331927"/>
                  </a:lnTo>
                  <a:lnTo>
                    <a:pt x="27058" y="2327174"/>
                  </a:lnTo>
                  <a:lnTo>
                    <a:pt x="40588" y="2322386"/>
                  </a:lnTo>
                  <a:lnTo>
                    <a:pt x="54117" y="2317562"/>
                  </a:lnTo>
                  <a:lnTo>
                    <a:pt x="67646" y="2312703"/>
                  </a:lnTo>
                  <a:lnTo>
                    <a:pt x="81176" y="2307807"/>
                  </a:lnTo>
                  <a:lnTo>
                    <a:pt x="94705" y="2302875"/>
                  </a:lnTo>
                  <a:lnTo>
                    <a:pt x="108234" y="2297906"/>
                  </a:lnTo>
                  <a:lnTo>
                    <a:pt x="121764" y="2292901"/>
                  </a:lnTo>
                  <a:lnTo>
                    <a:pt x="135293" y="2287858"/>
                  </a:lnTo>
                  <a:lnTo>
                    <a:pt x="148822" y="2282778"/>
                  </a:lnTo>
                  <a:lnTo>
                    <a:pt x="162352" y="2277660"/>
                  </a:lnTo>
                  <a:lnTo>
                    <a:pt x="175881" y="2272504"/>
                  </a:lnTo>
                  <a:lnTo>
                    <a:pt x="189411" y="2267310"/>
                  </a:lnTo>
                  <a:lnTo>
                    <a:pt x="202940" y="2262077"/>
                  </a:lnTo>
                  <a:lnTo>
                    <a:pt x="216469" y="2256806"/>
                  </a:lnTo>
                  <a:lnTo>
                    <a:pt x="229999" y="2251495"/>
                  </a:lnTo>
                  <a:lnTo>
                    <a:pt x="243528" y="2246145"/>
                  </a:lnTo>
                  <a:lnTo>
                    <a:pt x="257057" y="2240755"/>
                  </a:lnTo>
                  <a:lnTo>
                    <a:pt x="270587" y="2235325"/>
                  </a:lnTo>
                  <a:lnTo>
                    <a:pt x="284116" y="2229855"/>
                  </a:lnTo>
                  <a:lnTo>
                    <a:pt x="297645" y="2224344"/>
                  </a:lnTo>
                  <a:lnTo>
                    <a:pt x="311175" y="2218792"/>
                  </a:lnTo>
                  <a:lnTo>
                    <a:pt x="324704" y="2213199"/>
                  </a:lnTo>
                  <a:lnTo>
                    <a:pt x="338233" y="2207564"/>
                  </a:lnTo>
                  <a:lnTo>
                    <a:pt x="351763" y="2201888"/>
                  </a:lnTo>
                  <a:lnTo>
                    <a:pt x="365292" y="2196169"/>
                  </a:lnTo>
                  <a:lnTo>
                    <a:pt x="378822" y="2190408"/>
                  </a:lnTo>
                  <a:lnTo>
                    <a:pt x="392351" y="2184604"/>
                  </a:lnTo>
                  <a:lnTo>
                    <a:pt x="405880" y="2178757"/>
                  </a:lnTo>
                  <a:lnTo>
                    <a:pt x="419410" y="2172867"/>
                  </a:lnTo>
                  <a:lnTo>
                    <a:pt x="432939" y="2166932"/>
                  </a:lnTo>
                  <a:lnTo>
                    <a:pt x="446468" y="2160953"/>
                  </a:lnTo>
                  <a:lnTo>
                    <a:pt x="459998" y="2154929"/>
                  </a:lnTo>
                  <a:lnTo>
                    <a:pt x="473527" y="2148859"/>
                  </a:lnTo>
                  <a:lnTo>
                    <a:pt x="487056" y="2142742"/>
                  </a:lnTo>
                  <a:lnTo>
                    <a:pt x="500586" y="2136578"/>
                  </a:lnTo>
                  <a:lnTo>
                    <a:pt x="514115" y="2130365"/>
                  </a:lnTo>
                  <a:lnTo>
                    <a:pt x="527645" y="2124102"/>
                  </a:lnTo>
                  <a:lnTo>
                    <a:pt x="541174" y="2117789"/>
                  </a:lnTo>
                  <a:lnTo>
                    <a:pt x="554703" y="2111426"/>
                  </a:lnTo>
                  <a:lnTo>
                    <a:pt x="568233" y="2105010"/>
                  </a:lnTo>
                  <a:lnTo>
                    <a:pt x="581762" y="2098541"/>
                  </a:lnTo>
                  <a:lnTo>
                    <a:pt x="595291" y="2092019"/>
                  </a:lnTo>
                  <a:lnTo>
                    <a:pt x="608821" y="2085442"/>
                  </a:lnTo>
                  <a:lnTo>
                    <a:pt x="622350" y="2078809"/>
                  </a:lnTo>
                  <a:lnTo>
                    <a:pt x="635879" y="2072119"/>
                  </a:lnTo>
                  <a:lnTo>
                    <a:pt x="649409" y="2065372"/>
                  </a:lnTo>
                  <a:lnTo>
                    <a:pt x="662938" y="2058566"/>
                  </a:lnTo>
                  <a:lnTo>
                    <a:pt x="676467" y="2051700"/>
                  </a:lnTo>
                  <a:lnTo>
                    <a:pt x="689997" y="2044773"/>
                  </a:lnTo>
                  <a:lnTo>
                    <a:pt x="703526" y="2037785"/>
                  </a:lnTo>
                  <a:lnTo>
                    <a:pt x="717056" y="2030733"/>
                  </a:lnTo>
                  <a:lnTo>
                    <a:pt x="730585" y="2023617"/>
                  </a:lnTo>
                  <a:lnTo>
                    <a:pt x="744114" y="2016436"/>
                  </a:lnTo>
                  <a:lnTo>
                    <a:pt x="757644" y="2009188"/>
                  </a:lnTo>
                  <a:lnTo>
                    <a:pt x="771173" y="2001873"/>
                  </a:lnTo>
                  <a:lnTo>
                    <a:pt x="784702" y="1994489"/>
                  </a:lnTo>
                  <a:lnTo>
                    <a:pt x="798232" y="1987035"/>
                  </a:lnTo>
                  <a:lnTo>
                    <a:pt x="811761" y="1979509"/>
                  </a:lnTo>
                  <a:lnTo>
                    <a:pt x="825290" y="1971910"/>
                  </a:lnTo>
                  <a:lnTo>
                    <a:pt x="838820" y="1964238"/>
                  </a:lnTo>
                  <a:lnTo>
                    <a:pt x="852349" y="1956490"/>
                  </a:lnTo>
                  <a:lnTo>
                    <a:pt x="865879" y="1948666"/>
                  </a:lnTo>
                  <a:lnTo>
                    <a:pt x="879408" y="1940763"/>
                  </a:lnTo>
                  <a:lnTo>
                    <a:pt x="892937" y="1932781"/>
                  </a:lnTo>
                  <a:lnTo>
                    <a:pt x="906467" y="1924718"/>
                  </a:lnTo>
                  <a:lnTo>
                    <a:pt x="919996" y="1916572"/>
                  </a:lnTo>
                  <a:lnTo>
                    <a:pt x="933525" y="1908342"/>
                  </a:lnTo>
                  <a:lnTo>
                    <a:pt x="947055" y="1900027"/>
                  </a:lnTo>
                  <a:lnTo>
                    <a:pt x="960584" y="1891625"/>
                  </a:lnTo>
                  <a:lnTo>
                    <a:pt x="974113" y="1883134"/>
                  </a:lnTo>
                  <a:lnTo>
                    <a:pt x="987643" y="1874553"/>
                  </a:lnTo>
                  <a:lnTo>
                    <a:pt x="1001172" y="1865880"/>
                  </a:lnTo>
                  <a:lnTo>
                    <a:pt x="1014701" y="1857114"/>
                  </a:lnTo>
                  <a:lnTo>
                    <a:pt x="1028231" y="1848251"/>
                  </a:lnTo>
                  <a:lnTo>
                    <a:pt x="1041760" y="1839292"/>
                  </a:lnTo>
                  <a:lnTo>
                    <a:pt x="1055290" y="1830234"/>
                  </a:lnTo>
                  <a:lnTo>
                    <a:pt x="1068819" y="1821075"/>
                  </a:lnTo>
                  <a:lnTo>
                    <a:pt x="1082348" y="1811814"/>
                  </a:lnTo>
                  <a:lnTo>
                    <a:pt x="1095878" y="1802448"/>
                  </a:lnTo>
                  <a:lnTo>
                    <a:pt x="1109407" y="1792975"/>
                  </a:lnTo>
                  <a:lnTo>
                    <a:pt x="1122936" y="1783395"/>
                  </a:lnTo>
                  <a:lnTo>
                    <a:pt x="1136466" y="1773703"/>
                  </a:lnTo>
                  <a:lnTo>
                    <a:pt x="1149995" y="1763899"/>
                  </a:lnTo>
                  <a:lnTo>
                    <a:pt x="1163524" y="1753981"/>
                  </a:lnTo>
                  <a:lnTo>
                    <a:pt x="1177054" y="1743945"/>
                  </a:lnTo>
                  <a:lnTo>
                    <a:pt x="1190583" y="1733791"/>
                  </a:lnTo>
                  <a:lnTo>
                    <a:pt x="1204113" y="1723516"/>
                  </a:lnTo>
                  <a:lnTo>
                    <a:pt x="1217642" y="1713117"/>
                  </a:lnTo>
                  <a:lnTo>
                    <a:pt x="1231171" y="1702592"/>
                  </a:lnTo>
                  <a:lnTo>
                    <a:pt x="1244701" y="1691939"/>
                  </a:lnTo>
                  <a:lnTo>
                    <a:pt x="1258230" y="1681155"/>
                  </a:lnTo>
                  <a:lnTo>
                    <a:pt x="1271759" y="1670239"/>
                  </a:lnTo>
                  <a:lnTo>
                    <a:pt x="1285289" y="1659186"/>
                  </a:lnTo>
                  <a:lnTo>
                    <a:pt x="1298818" y="1647996"/>
                  </a:lnTo>
                  <a:lnTo>
                    <a:pt x="1312347" y="1636666"/>
                  </a:lnTo>
                  <a:lnTo>
                    <a:pt x="1325877" y="1625198"/>
                  </a:lnTo>
                  <a:lnTo>
                    <a:pt x="1339406" y="1613594"/>
                  </a:lnTo>
                  <a:lnTo>
                    <a:pt x="1352935" y="1601857"/>
                  </a:lnTo>
                  <a:lnTo>
                    <a:pt x="1366465" y="1589989"/>
                  </a:lnTo>
                  <a:lnTo>
                    <a:pt x="1379994" y="1577992"/>
                  </a:lnTo>
                  <a:lnTo>
                    <a:pt x="1393524" y="1565869"/>
                  </a:lnTo>
                  <a:lnTo>
                    <a:pt x="1407053" y="1553623"/>
                  </a:lnTo>
                  <a:lnTo>
                    <a:pt x="1420582" y="1541257"/>
                  </a:lnTo>
                  <a:lnTo>
                    <a:pt x="1434112" y="1528774"/>
                  </a:lnTo>
                  <a:lnTo>
                    <a:pt x="1447641" y="1516177"/>
                  </a:lnTo>
                  <a:lnTo>
                    <a:pt x="1461170" y="1503469"/>
                  </a:lnTo>
                  <a:lnTo>
                    <a:pt x="1474700" y="1490653"/>
                  </a:lnTo>
                  <a:lnTo>
                    <a:pt x="1488229" y="1477734"/>
                  </a:lnTo>
                  <a:lnTo>
                    <a:pt x="1501758" y="1464716"/>
                  </a:lnTo>
                  <a:lnTo>
                    <a:pt x="1515288" y="1451601"/>
                  </a:lnTo>
                  <a:lnTo>
                    <a:pt x="1528817" y="1438394"/>
                  </a:lnTo>
                  <a:lnTo>
                    <a:pt x="1542347" y="1425099"/>
                  </a:lnTo>
                  <a:lnTo>
                    <a:pt x="1555876" y="1411721"/>
                  </a:lnTo>
                  <a:lnTo>
                    <a:pt x="1569405" y="1398265"/>
                  </a:lnTo>
                  <a:lnTo>
                    <a:pt x="1582935" y="1384734"/>
                  </a:lnTo>
                  <a:lnTo>
                    <a:pt x="1596464" y="1371133"/>
                  </a:lnTo>
                  <a:lnTo>
                    <a:pt x="1609993" y="1357469"/>
                  </a:lnTo>
                  <a:lnTo>
                    <a:pt x="1623523" y="1343746"/>
                  </a:lnTo>
                  <a:lnTo>
                    <a:pt x="1637052" y="1329969"/>
                  </a:lnTo>
                  <a:lnTo>
                    <a:pt x="1650581" y="1316143"/>
                  </a:lnTo>
                  <a:lnTo>
                    <a:pt x="1664111" y="1302276"/>
                  </a:lnTo>
                  <a:lnTo>
                    <a:pt x="1677640" y="1288372"/>
                  </a:lnTo>
                  <a:lnTo>
                    <a:pt x="1691169" y="1274438"/>
                  </a:lnTo>
                  <a:lnTo>
                    <a:pt x="1704699" y="1260480"/>
                  </a:lnTo>
                  <a:lnTo>
                    <a:pt x="1718228" y="1246504"/>
                  </a:lnTo>
                  <a:lnTo>
                    <a:pt x="1731758" y="1232517"/>
                  </a:lnTo>
                  <a:lnTo>
                    <a:pt x="1745287" y="1218527"/>
                  </a:lnTo>
                  <a:lnTo>
                    <a:pt x="1758816" y="1204539"/>
                  </a:lnTo>
                  <a:lnTo>
                    <a:pt x="1772346" y="1190561"/>
                  </a:lnTo>
                  <a:lnTo>
                    <a:pt x="1785875" y="1176601"/>
                  </a:lnTo>
                  <a:lnTo>
                    <a:pt x="1799404" y="1162666"/>
                  </a:lnTo>
                  <a:lnTo>
                    <a:pt x="1812934" y="1148763"/>
                  </a:lnTo>
                  <a:lnTo>
                    <a:pt x="1826463" y="1134901"/>
                  </a:lnTo>
                  <a:lnTo>
                    <a:pt x="1839992" y="1121088"/>
                  </a:lnTo>
                  <a:lnTo>
                    <a:pt x="1853522" y="1107332"/>
                  </a:lnTo>
                  <a:lnTo>
                    <a:pt x="1867051" y="1093641"/>
                  </a:lnTo>
                  <a:lnTo>
                    <a:pt x="1880581" y="1080024"/>
                  </a:lnTo>
                  <a:lnTo>
                    <a:pt x="1894110" y="1066490"/>
                  </a:lnTo>
                  <a:lnTo>
                    <a:pt x="1907639" y="1053048"/>
                  </a:lnTo>
                  <a:lnTo>
                    <a:pt x="1921169" y="1039706"/>
                  </a:lnTo>
                  <a:lnTo>
                    <a:pt x="1934698" y="1026475"/>
                  </a:lnTo>
                  <a:lnTo>
                    <a:pt x="1948227" y="1013363"/>
                  </a:lnTo>
                  <a:lnTo>
                    <a:pt x="1961757" y="1000377"/>
                  </a:lnTo>
                  <a:lnTo>
                    <a:pt x="1975286" y="987521"/>
                  </a:lnTo>
                  <a:lnTo>
                    <a:pt x="1988815" y="974795"/>
                  </a:lnTo>
                  <a:lnTo>
                    <a:pt x="2002345" y="962200"/>
                  </a:lnTo>
                  <a:lnTo>
                    <a:pt x="2015874" y="949737"/>
                  </a:lnTo>
                  <a:lnTo>
                    <a:pt x="2029403" y="937408"/>
                  </a:lnTo>
                  <a:lnTo>
                    <a:pt x="2042933" y="925212"/>
                  </a:lnTo>
                  <a:lnTo>
                    <a:pt x="2056462" y="913152"/>
                  </a:lnTo>
                  <a:lnTo>
                    <a:pt x="2069992" y="901228"/>
                  </a:lnTo>
                  <a:lnTo>
                    <a:pt x="2083521" y="889440"/>
                  </a:lnTo>
                  <a:lnTo>
                    <a:pt x="2097050" y="877788"/>
                  </a:lnTo>
                  <a:lnTo>
                    <a:pt x="2110580" y="866274"/>
                  </a:lnTo>
                  <a:lnTo>
                    <a:pt x="2124109" y="854898"/>
                  </a:lnTo>
                  <a:lnTo>
                    <a:pt x="2137638" y="843660"/>
                  </a:lnTo>
                  <a:lnTo>
                    <a:pt x="2151168" y="832560"/>
                  </a:lnTo>
                  <a:lnTo>
                    <a:pt x="2164697" y="821598"/>
                  </a:lnTo>
                  <a:lnTo>
                    <a:pt x="2178226" y="810775"/>
                  </a:lnTo>
                  <a:lnTo>
                    <a:pt x="2191756" y="800090"/>
                  </a:lnTo>
                  <a:lnTo>
                    <a:pt x="2205285" y="789544"/>
                  </a:lnTo>
                  <a:lnTo>
                    <a:pt x="2218815" y="779137"/>
                  </a:lnTo>
                  <a:lnTo>
                    <a:pt x="2232344" y="768867"/>
                  </a:lnTo>
                  <a:lnTo>
                    <a:pt x="2245873" y="758735"/>
                  </a:lnTo>
                  <a:lnTo>
                    <a:pt x="2259403" y="748740"/>
                  </a:lnTo>
                  <a:lnTo>
                    <a:pt x="2272932" y="738883"/>
                  </a:lnTo>
                  <a:lnTo>
                    <a:pt x="2286461" y="729162"/>
                  </a:lnTo>
                  <a:lnTo>
                    <a:pt x="2299991" y="719576"/>
                  </a:lnTo>
                  <a:lnTo>
                    <a:pt x="2313520" y="710126"/>
                  </a:lnTo>
                  <a:lnTo>
                    <a:pt x="2327049" y="700811"/>
                  </a:lnTo>
                  <a:lnTo>
                    <a:pt x="2340579" y="691629"/>
                  </a:lnTo>
                  <a:lnTo>
                    <a:pt x="2354108" y="682580"/>
                  </a:lnTo>
                  <a:lnTo>
                    <a:pt x="2367637" y="673662"/>
                  </a:lnTo>
                  <a:lnTo>
                    <a:pt x="2381167" y="664876"/>
                  </a:lnTo>
                  <a:lnTo>
                    <a:pt x="2394696" y="656220"/>
                  </a:lnTo>
                  <a:lnTo>
                    <a:pt x="2408226" y="647692"/>
                  </a:lnTo>
                  <a:lnTo>
                    <a:pt x="2421755" y="639291"/>
                  </a:lnTo>
                  <a:lnTo>
                    <a:pt x="2435284" y="631017"/>
                  </a:lnTo>
                  <a:lnTo>
                    <a:pt x="2448814" y="622868"/>
                  </a:lnTo>
                  <a:lnTo>
                    <a:pt x="2462343" y="614843"/>
                  </a:lnTo>
                  <a:lnTo>
                    <a:pt x="2475872" y="606939"/>
                  </a:lnTo>
                  <a:lnTo>
                    <a:pt x="2489402" y="599157"/>
                  </a:lnTo>
                  <a:lnTo>
                    <a:pt x="2502931" y="591493"/>
                  </a:lnTo>
                  <a:lnTo>
                    <a:pt x="2516460" y="583947"/>
                  </a:lnTo>
                  <a:lnTo>
                    <a:pt x="2529990" y="576517"/>
                  </a:lnTo>
                  <a:lnTo>
                    <a:pt x="2543519" y="569201"/>
                  </a:lnTo>
                  <a:lnTo>
                    <a:pt x="2557049" y="561998"/>
                  </a:lnTo>
                  <a:lnTo>
                    <a:pt x="2570578" y="554905"/>
                  </a:lnTo>
                  <a:lnTo>
                    <a:pt x="2584107" y="547921"/>
                  </a:lnTo>
                  <a:lnTo>
                    <a:pt x="2597637" y="541044"/>
                  </a:lnTo>
                  <a:lnTo>
                    <a:pt x="2611166" y="534272"/>
                  </a:lnTo>
                  <a:lnTo>
                    <a:pt x="2624695" y="527603"/>
                  </a:lnTo>
                  <a:lnTo>
                    <a:pt x="2638225" y="521035"/>
                  </a:lnTo>
                  <a:lnTo>
                    <a:pt x="2651754" y="514565"/>
                  </a:lnTo>
                  <a:lnTo>
                    <a:pt x="2665283" y="508192"/>
                  </a:lnTo>
                  <a:lnTo>
                    <a:pt x="2678813" y="501914"/>
                  </a:lnTo>
                  <a:lnTo>
                    <a:pt x="2692342" y="495728"/>
                  </a:lnTo>
                  <a:lnTo>
                    <a:pt x="2705871" y="489632"/>
                  </a:lnTo>
                  <a:lnTo>
                    <a:pt x="2719401" y="483624"/>
                  </a:lnTo>
                  <a:lnTo>
                    <a:pt x="2732930" y="477701"/>
                  </a:lnTo>
                  <a:lnTo>
                    <a:pt x="2746460" y="471862"/>
                  </a:lnTo>
                  <a:lnTo>
                    <a:pt x="2759989" y="466103"/>
                  </a:lnTo>
                  <a:lnTo>
                    <a:pt x="2773518" y="460422"/>
                  </a:lnTo>
                  <a:lnTo>
                    <a:pt x="2787048" y="454817"/>
                  </a:lnTo>
                  <a:lnTo>
                    <a:pt x="2800577" y="449285"/>
                  </a:lnTo>
                  <a:lnTo>
                    <a:pt x="2814106" y="443823"/>
                  </a:lnTo>
                  <a:lnTo>
                    <a:pt x="2827636" y="438430"/>
                  </a:lnTo>
                  <a:lnTo>
                    <a:pt x="2841165" y="433103"/>
                  </a:lnTo>
                  <a:lnTo>
                    <a:pt x="2854694" y="427838"/>
                  </a:lnTo>
                  <a:lnTo>
                    <a:pt x="2868224" y="422633"/>
                  </a:lnTo>
                  <a:lnTo>
                    <a:pt x="2881753" y="417486"/>
                  </a:lnTo>
                  <a:lnTo>
                    <a:pt x="2895283" y="412393"/>
                  </a:lnTo>
                  <a:lnTo>
                    <a:pt x="2908812" y="407353"/>
                  </a:lnTo>
                  <a:lnTo>
                    <a:pt x="2922341" y="402361"/>
                  </a:lnTo>
                  <a:lnTo>
                    <a:pt x="2935871" y="397416"/>
                  </a:lnTo>
                  <a:lnTo>
                    <a:pt x="2949400" y="392515"/>
                  </a:lnTo>
                  <a:lnTo>
                    <a:pt x="2962929" y="387654"/>
                  </a:lnTo>
                  <a:lnTo>
                    <a:pt x="2976459" y="382831"/>
                  </a:lnTo>
                  <a:lnTo>
                    <a:pt x="2989988" y="378043"/>
                  </a:lnTo>
                  <a:lnTo>
                    <a:pt x="3003517" y="373287"/>
                  </a:lnTo>
                  <a:lnTo>
                    <a:pt x="3017047" y="368559"/>
                  </a:lnTo>
                  <a:lnTo>
                    <a:pt x="3030576" y="363858"/>
                  </a:lnTo>
                  <a:lnTo>
                    <a:pt x="3044105" y="359179"/>
                  </a:lnTo>
                  <a:lnTo>
                    <a:pt x="3057635" y="354521"/>
                  </a:lnTo>
                  <a:lnTo>
                    <a:pt x="3071164" y="349879"/>
                  </a:lnTo>
                  <a:lnTo>
                    <a:pt x="3084694" y="345251"/>
                  </a:lnTo>
                  <a:lnTo>
                    <a:pt x="3098223" y="340634"/>
                  </a:lnTo>
                  <a:lnTo>
                    <a:pt x="3111752" y="336024"/>
                  </a:lnTo>
                  <a:lnTo>
                    <a:pt x="3125282" y="331419"/>
                  </a:lnTo>
                  <a:lnTo>
                    <a:pt x="3138811" y="326814"/>
                  </a:lnTo>
                  <a:lnTo>
                    <a:pt x="3152340" y="322208"/>
                  </a:lnTo>
                  <a:lnTo>
                    <a:pt x="3165870" y="317596"/>
                  </a:lnTo>
                  <a:lnTo>
                    <a:pt x="3179399" y="312977"/>
                  </a:lnTo>
                  <a:lnTo>
                    <a:pt x="3192928" y="308350"/>
                  </a:lnTo>
                  <a:lnTo>
                    <a:pt x="3206458" y="303715"/>
                  </a:lnTo>
                  <a:lnTo>
                    <a:pt x="3219987" y="299071"/>
                  </a:lnTo>
                  <a:lnTo>
                    <a:pt x="3233517" y="294420"/>
                  </a:lnTo>
                  <a:lnTo>
                    <a:pt x="3247046" y="289760"/>
                  </a:lnTo>
                  <a:lnTo>
                    <a:pt x="3260575" y="285093"/>
                  </a:lnTo>
                  <a:lnTo>
                    <a:pt x="3274105" y="280417"/>
                  </a:lnTo>
                  <a:lnTo>
                    <a:pt x="3287634" y="275733"/>
                  </a:lnTo>
                  <a:lnTo>
                    <a:pt x="3301163" y="271041"/>
                  </a:lnTo>
                  <a:lnTo>
                    <a:pt x="3314693" y="266341"/>
                  </a:lnTo>
                  <a:lnTo>
                    <a:pt x="3328222" y="261632"/>
                  </a:lnTo>
                  <a:lnTo>
                    <a:pt x="3341751" y="256916"/>
                  </a:lnTo>
                  <a:lnTo>
                    <a:pt x="3355281" y="252191"/>
                  </a:lnTo>
                  <a:lnTo>
                    <a:pt x="3368810" y="247458"/>
                  </a:lnTo>
                  <a:lnTo>
                    <a:pt x="3382339" y="242717"/>
                  </a:lnTo>
                  <a:lnTo>
                    <a:pt x="3395869" y="237967"/>
                  </a:lnTo>
                  <a:lnTo>
                    <a:pt x="3409398" y="233209"/>
                  </a:lnTo>
                  <a:lnTo>
                    <a:pt x="3422928" y="228443"/>
                  </a:lnTo>
                  <a:lnTo>
                    <a:pt x="3436457" y="223669"/>
                  </a:lnTo>
                  <a:lnTo>
                    <a:pt x="3449986" y="218886"/>
                  </a:lnTo>
                  <a:lnTo>
                    <a:pt x="3463516" y="214095"/>
                  </a:lnTo>
                  <a:lnTo>
                    <a:pt x="3477045" y="209296"/>
                  </a:lnTo>
                  <a:lnTo>
                    <a:pt x="3490574" y="204488"/>
                  </a:lnTo>
                  <a:lnTo>
                    <a:pt x="3504104" y="199672"/>
                  </a:lnTo>
                  <a:lnTo>
                    <a:pt x="3517633" y="194848"/>
                  </a:lnTo>
                  <a:lnTo>
                    <a:pt x="3531162" y="190015"/>
                  </a:lnTo>
                  <a:lnTo>
                    <a:pt x="3544692" y="185174"/>
                  </a:lnTo>
                  <a:lnTo>
                    <a:pt x="3558221" y="180324"/>
                  </a:lnTo>
                  <a:lnTo>
                    <a:pt x="3571751" y="175466"/>
                  </a:lnTo>
                  <a:lnTo>
                    <a:pt x="3585280" y="170599"/>
                  </a:lnTo>
                  <a:lnTo>
                    <a:pt x="3598809" y="165724"/>
                  </a:lnTo>
                  <a:lnTo>
                    <a:pt x="3612339" y="160841"/>
                  </a:lnTo>
                  <a:lnTo>
                    <a:pt x="3625868" y="155949"/>
                  </a:lnTo>
                  <a:lnTo>
                    <a:pt x="3639397" y="151048"/>
                  </a:lnTo>
                  <a:lnTo>
                    <a:pt x="3652927" y="146139"/>
                  </a:lnTo>
                  <a:lnTo>
                    <a:pt x="3666456" y="141222"/>
                  </a:lnTo>
                  <a:lnTo>
                    <a:pt x="3679985" y="136296"/>
                  </a:lnTo>
                  <a:lnTo>
                    <a:pt x="3693515" y="131361"/>
                  </a:lnTo>
                  <a:lnTo>
                    <a:pt x="3707044" y="126417"/>
                  </a:lnTo>
                  <a:lnTo>
                    <a:pt x="3720573" y="121466"/>
                  </a:lnTo>
                  <a:lnTo>
                    <a:pt x="3734103" y="116505"/>
                  </a:lnTo>
                  <a:lnTo>
                    <a:pt x="3747632" y="111536"/>
                  </a:lnTo>
                  <a:lnTo>
                    <a:pt x="3761162" y="106558"/>
                  </a:lnTo>
                  <a:lnTo>
                    <a:pt x="3774691" y="101572"/>
                  </a:lnTo>
                  <a:lnTo>
                    <a:pt x="3788220" y="96576"/>
                  </a:lnTo>
                  <a:lnTo>
                    <a:pt x="3801750" y="91573"/>
                  </a:lnTo>
                  <a:lnTo>
                    <a:pt x="3815279" y="86560"/>
                  </a:lnTo>
                  <a:lnTo>
                    <a:pt x="3828808" y="81539"/>
                  </a:lnTo>
                  <a:lnTo>
                    <a:pt x="3842338" y="76509"/>
                  </a:lnTo>
                  <a:lnTo>
                    <a:pt x="3855867" y="71470"/>
                  </a:lnTo>
                  <a:lnTo>
                    <a:pt x="3869396" y="66422"/>
                  </a:lnTo>
                  <a:lnTo>
                    <a:pt x="3882926" y="61366"/>
                  </a:lnTo>
                  <a:lnTo>
                    <a:pt x="3896455" y="56301"/>
                  </a:lnTo>
                  <a:lnTo>
                    <a:pt x="3909985" y="51227"/>
                  </a:lnTo>
                  <a:lnTo>
                    <a:pt x="3923514" y="46144"/>
                  </a:lnTo>
                  <a:lnTo>
                    <a:pt x="3937043" y="41053"/>
                  </a:lnTo>
                  <a:lnTo>
                    <a:pt x="3950573" y="35952"/>
                  </a:lnTo>
                  <a:lnTo>
                    <a:pt x="3964102" y="30843"/>
                  </a:lnTo>
                  <a:lnTo>
                    <a:pt x="3977631" y="25725"/>
                  </a:lnTo>
                  <a:lnTo>
                    <a:pt x="3991161" y="20597"/>
                  </a:lnTo>
                  <a:lnTo>
                    <a:pt x="4004690" y="15461"/>
                  </a:lnTo>
                  <a:lnTo>
                    <a:pt x="4018219" y="10316"/>
                  </a:lnTo>
                  <a:lnTo>
                    <a:pt x="4031749" y="5162"/>
                  </a:ln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1407" y="188372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41407" y="139178"/>
              <a:ext cx="4045278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401109" y="264785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01109" y="183668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01109" y="102551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01109" y="21434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2.0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606613" y="2694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6613" y="18837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6613" y="10725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06613" y="2613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580606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852503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124400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1545082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8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16979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053352" y="3043804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507364" y="3203322"/>
              <a:ext cx="31336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4959543" y="139178"/>
              <a:ext cx="4045278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959543" y="2925260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959543" y="225427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59543" y="1583286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959543" y="912300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59543" y="24131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37012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572907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77568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97846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959543" y="2589767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59543" y="1918780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959543" y="124779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959543" y="576806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971518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17429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377074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4959543" y="139178"/>
              <a:ext cx="4045278" cy="2841995"/>
            </a:xfrm>
            <a:custGeom>
              <a:avLst/>
              <a:pathLst>
                <a:path w="4045278" h="2841995">
                  <a:moveTo>
                    <a:pt x="0" y="2646247"/>
                  </a:moveTo>
                  <a:lnTo>
                    <a:pt x="13529" y="2643215"/>
                  </a:lnTo>
                  <a:lnTo>
                    <a:pt x="27058" y="2640163"/>
                  </a:lnTo>
                  <a:lnTo>
                    <a:pt x="40588" y="2637091"/>
                  </a:lnTo>
                  <a:lnTo>
                    <a:pt x="54117" y="2633998"/>
                  </a:lnTo>
                  <a:lnTo>
                    <a:pt x="67646" y="2630885"/>
                  </a:lnTo>
                  <a:lnTo>
                    <a:pt x="81176" y="2627751"/>
                  </a:lnTo>
                  <a:lnTo>
                    <a:pt x="94705" y="2624596"/>
                  </a:lnTo>
                  <a:lnTo>
                    <a:pt x="108234" y="2621421"/>
                  </a:lnTo>
                  <a:lnTo>
                    <a:pt x="121764" y="2618224"/>
                  </a:lnTo>
                  <a:lnTo>
                    <a:pt x="135293" y="2615006"/>
                  </a:lnTo>
                  <a:lnTo>
                    <a:pt x="148822" y="2611767"/>
                  </a:lnTo>
                  <a:lnTo>
                    <a:pt x="162352" y="2608505"/>
                  </a:lnTo>
                  <a:lnTo>
                    <a:pt x="175881" y="2605222"/>
                  </a:lnTo>
                  <a:lnTo>
                    <a:pt x="189411" y="2601917"/>
                  </a:lnTo>
                  <a:lnTo>
                    <a:pt x="202940" y="2598589"/>
                  </a:lnTo>
                  <a:lnTo>
                    <a:pt x="216469" y="2595239"/>
                  </a:lnTo>
                  <a:lnTo>
                    <a:pt x="229999" y="2591867"/>
                  </a:lnTo>
                  <a:lnTo>
                    <a:pt x="243528" y="2588471"/>
                  </a:lnTo>
                  <a:lnTo>
                    <a:pt x="257057" y="2585052"/>
                  </a:lnTo>
                  <a:lnTo>
                    <a:pt x="270587" y="2581610"/>
                  </a:lnTo>
                  <a:lnTo>
                    <a:pt x="284116" y="2578144"/>
                  </a:lnTo>
                  <a:lnTo>
                    <a:pt x="297645" y="2574654"/>
                  </a:lnTo>
                  <a:lnTo>
                    <a:pt x="311175" y="2571141"/>
                  </a:lnTo>
                  <a:lnTo>
                    <a:pt x="324704" y="2567602"/>
                  </a:lnTo>
                  <a:lnTo>
                    <a:pt x="338233" y="2564040"/>
                  </a:lnTo>
                  <a:lnTo>
                    <a:pt x="351763" y="2560452"/>
                  </a:lnTo>
                  <a:lnTo>
                    <a:pt x="365292" y="2556839"/>
                  </a:lnTo>
                  <a:lnTo>
                    <a:pt x="378822" y="2553201"/>
                  </a:lnTo>
                  <a:lnTo>
                    <a:pt x="392351" y="2549536"/>
                  </a:lnTo>
                  <a:lnTo>
                    <a:pt x="405880" y="2545846"/>
                  </a:lnTo>
                  <a:lnTo>
                    <a:pt x="419410" y="2542129"/>
                  </a:lnTo>
                  <a:lnTo>
                    <a:pt x="432939" y="2538386"/>
                  </a:lnTo>
                  <a:lnTo>
                    <a:pt x="446468" y="2534615"/>
                  </a:lnTo>
                  <a:lnTo>
                    <a:pt x="459998" y="2530814"/>
                  </a:lnTo>
                  <a:lnTo>
                    <a:pt x="473527" y="2526983"/>
                  </a:lnTo>
                  <a:lnTo>
                    <a:pt x="487056" y="2523121"/>
                  </a:lnTo>
                  <a:lnTo>
                    <a:pt x="500586" y="2519226"/>
                  </a:lnTo>
                  <a:lnTo>
                    <a:pt x="514115" y="2515296"/>
                  </a:lnTo>
                  <a:lnTo>
                    <a:pt x="527645" y="2511330"/>
                  </a:lnTo>
                  <a:lnTo>
                    <a:pt x="541174" y="2507326"/>
                  </a:lnTo>
                  <a:lnTo>
                    <a:pt x="554703" y="2503284"/>
                  </a:lnTo>
                  <a:lnTo>
                    <a:pt x="568233" y="2499202"/>
                  </a:lnTo>
                  <a:lnTo>
                    <a:pt x="581762" y="2495077"/>
                  </a:lnTo>
                  <a:lnTo>
                    <a:pt x="595291" y="2490908"/>
                  </a:lnTo>
                  <a:lnTo>
                    <a:pt x="608821" y="2486694"/>
                  </a:lnTo>
                  <a:lnTo>
                    <a:pt x="622350" y="2482433"/>
                  </a:lnTo>
                  <a:lnTo>
                    <a:pt x="635879" y="2478123"/>
                  </a:lnTo>
                  <a:lnTo>
                    <a:pt x="649409" y="2473762"/>
                  </a:lnTo>
                  <a:lnTo>
                    <a:pt x="662938" y="2469349"/>
                  </a:lnTo>
                  <a:lnTo>
                    <a:pt x="676467" y="2464881"/>
                  </a:lnTo>
                  <a:lnTo>
                    <a:pt x="689997" y="2460357"/>
                  </a:lnTo>
                  <a:lnTo>
                    <a:pt x="703526" y="2455774"/>
                  </a:lnTo>
                  <a:lnTo>
                    <a:pt x="717056" y="2451131"/>
                  </a:lnTo>
                  <a:lnTo>
                    <a:pt x="730585" y="2446426"/>
                  </a:lnTo>
                  <a:lnTo>
                    <a:pt x="744114" y="2441655"/>
                  </a:lnTo>
                  <a:lnTo>
                    <a:pt x="757644" y="2436818"/>
                  </a:lnTo>
                  <a:lnTo>
                    <a:pt x="771173" y="2431912"/>
                  </a:lnTo>
                  <a:lnTo>
                    <a:pt x="784702" y="2426934"/>
                  </a:lnTo>
                  <a:lnTo>
                    <a:pt x="798232" y="2421883"/>
                  </a:lnTo>
                  <a:lnTo>
                    <a:pt x="811761" y="2416755"/>
                  </a:lnTo>
                  <a:lnTo>
                    <a:pt x="825290" y="2411548"/>
                  </a:lnTo>
                  <a:lnTo>
                    <a:pt x="838820" y="2406261"/>
                  </a:lnTo>
                  <a:lnTo>
                    <a:pt x="852349" y="2400890"/>
                  </a:lnTo>
                  <a:lnTo>
                    <a:pt x="865879" y="2395432"/>
                  </a:lnTo>
                  <a:lnTo>
                    <a:pt x="879408" y="2389885"/>
                  </a:lnTo>
                  <a:lnTo>
                    <a:pt x="892937" y="2384247"/>
                  </a:lnTo>
                  <a:lnTo>
                    <a:pt x="906467" y="2378514"/>
                  </a:lnTo>
                  <a:lnTo>
                    <a:pt x="919996" y="2372683"/>
                  </a:lnTo>
                  <a:lnTo>
                    <a:pt x="933525" y="2366753"/>
                  </a:lnTo>
                  <a:lnTo>
                    <a:pt x="947055" y="2360719"/>
                  </a:lnTo>
                  <a:lnTo>
                    <a:pt x="960584" y="2354580"/>
                  </a:lnTo>
                  <a:lnTo>
                    <a:pt x="974113" y="2348332"/>
                  </a:lnTo>
                  <a:lnTo>
                    <a:pt x="987643" y="2341972"/>
                  </a:lnTo>
                  <a:lnTo>
                    <a:pt x="1001172" y="2335497"/>
                  </a:lnTo>
                  <a:lnTo>
                    <a:pt x="1014701" y="2328905"/>
                  </a:lnTo>
                  <a:lnTo>
                    <a:pt x="1028231" y="2322192"/>
                  </a:lnTo>
                  <a:lnTo>
                    <a:pt x="1041760" y="2315356"/>
                  </a:lnTo>
                  <a:lnTo>
                    <a:pt x="1055290" y="2308394"/>
                  </a:lnTo>
                  <a:lnTo>
                    <a:pt x="1068819" y="2301303"/>
                  </a:lnTo>
                  <a:lnTo>
                    <a:pt x="1082348" y="2294081"/>
                  </a:lnTo>
                  <a:lnTo>
                    <a:pt x="1095878" y="2286724"/>
                  </a:lnTo>
                  <a:lnTo>
                    <a:pt x="1109407" y="2279231"/>
                  </a:lnTo>
                  <a:lnTo>
                    <a:pt x="1122936" y="2271598"/>
                  </a:lnTo>
                  <a:lnTo>
                    <a:pt x="1136466" y="2263825"/>
                  </a:lnTo>
                  <a:lnTo>
                    <a:pt x="1149995" y="2255909"/>
                  </a:lnTo>
                  <a:lnTo>
                    <a:pt x="1163524" y="2247848"/>
                  </a:lnTo>
                  <a:lnTo>
                    <a:pt x="1177054" y="2239640"/>
                  </a:lnTo>
                  <a:lnTo>
                    <a:pt x="1190583" y="2231284"/>
                  </a:lnTo>
                  <a:lnTo>
                    <a:pt x="1204113" y="2222779"/>
                  </a:lnTo>
                  <a:lnTo>
                    <a:pt x="1217642" y="2214123"/>
                  </a:lnTo>
                  <a:lnTo>
                    <a:pt x="1231171" y="2205317"/>
                  </a:lnTo>
                  <a:lnTo>
                    <a:pt x="1244701" y="2196359"/>
                  </a:lnTo>
                  <a:lnTo>
                    <a:pt x="1258230" y="2187249"/>
                  </a:lnTo>
                  <a:lnTo>
                    <a:pt x="1271759" y="2177986"/>
                  </a:lnTo>
                  <a:lnTo>
                    <a:pt x="1285289" y="2168572"/>
                  </a:lnTo>
                  <a:lnTo>
                    <a:pt x="1298818" y="2159005"/>
                  </a:lnTo>
                  <a:lnTo>
                    <a:pt x="1312347" y="2149288"/>
                  </a:lnTo>
                  <a:lnTo>
                    <a:pt x="1325877" y="2139419"/>
                  </a:lnTo>
                  <a:lnTo>
                    <a:pt x="1339406" y="2129400"/>
                  </a:lnTo>
                  <a:lnTo>
                    <a:pt x="1352935" y="2119232"/>
                  </a:lnTo>
                  <a:lnTo>
                    <a:pt x="1366465" y="2108915"/>
                  </a:lnTo>
                  <a:lnTo>
                    <a:pt x="1379994" y="2098451"/>
                  </a:lnTo>
                  <a:lnTo>
                    <a:pt x="1393524" y="2087841"/>
                  </a:lnTo>
                  <a:lnTo>
                    <a:pt x="1407053" y="2077087"/>
                  </a:lnTo>
                  <a:lnTo>
                    <a:pt x="1420582" y="2066194"/>
                  </a:lnTo>
                  <a:lnTo>
                    <a:pt x="1434112" y="2055164"/>
                  </a:lnTo>
                  <a:lnTo>
                    <a:pt x="1447641" y="2044003"/>
                  </a:lnTo>
                  <a:lnTo>
                    <a:pt x="1461170" y="2032714"/>
                  </a:lnTo>
                  <a:lnTo>
                    <a:pt x="1474700" y="2021300"/>
                  </a:lnTo>
                  <a:lnTo>
                    <a:pt x="1488229" y="2009765"/>
                  </a:lnTo>
                  <a:lnTo>
                    <a:pt x="1501758" y="1998112"/>
                  </a:lnTo>
                  <a:lnTo>
                    <a:pt x="1515288" y="1986346"/>
                  </a:lnTo>
                  <a:lnTo>
                    <a:pt x="1528817" y="1974469"/>
                  </a:lnTo>
                  <a:lnTo>
                    <a:pt x="1542347" y="1962484"/>
                  </a:lnTo>
                  <a:lnTo>
                    <a:pt x="1555876" y="1950397"/>
                  </a:lnTo>
                  <a:lnTo>
                    <a:pt x="1569405" y="1938209"/>
                  </a:lnTo>
                  <a:lnTo>
                    <a:pt x="1582935" y="1925924"/>
                  </a:lnTo>
                  <a:lnTo>
                    <a:pt x="1596464" y="1913547"/>
                  </a:lnTo>
                  <a:lnTo>
                    <a:pt x="1609993" y="1901079"/>
                  </a:lnTo>
                  <a:lnTo>
                    <a:pt x="1623523" y="1888526"/>
                  </a:lnTo>
                  <a:lnTo>
                    <a:pt x="1637052" y="1875891"/>
                  </a:lnTo>
                  <a:lnTo>
                    <a:pt x="1650581" y="1863176"/>
                  </a:lnTo>
                  <a:lnTo>
                    <a:pt x="1664111" y="1850387"/>
                  </a:lnTo>
                  <a:lnTo>
                    <a:pt x="1677640" y="1837527"/>
                  </a:lnTo>
                  <a:lnTo>
                    <a:pt x="1691169" y="1824599"/>
                  </a:lnTo>
                  <a:lnTo>
                    <a:pt x="1704699" y="1811608"/>
                  </a:lnTo>
                  <a:lnTo>
                    <a:pt x="1718228" y="1798558"/>
                  </a:lnTo>
                  <a:lnTo>
                    <a:pt x="1731758" y="1785452"/>
                  </a:lnTo>
                  <a:lnTo>
                    <a:pt x="1745287" y="1770319"/>
                  </a:lnTo>
                  <a:lnTo>
                    <a:pt x="1758816" y="1753473"/>
                  </a:lnTo>
                  <a:lnTo>
                    <a:pt x="1772346" y="1736484"/>
                  </a:lnTo>
                  <a:lnTo>
                    <a:pt x="1785875" y="1719361"/>
                  </a:lnTo>
                  <a:lnTo>
                    <a:pt x="1799404" y="1702109"/>
                  </a:lnTo>
                  <a:lnTo>
                    <a:pt x="1812934" y="1684738"/>
                  </a:lnTo>
                  <a:lnTo>
                    <a:pt x="1826463" y="1667256"/>
                  </a:lnTo>
                  <a:lnTo>
                    <a:pt x="1839992" y="1649671"/>
                  </a:lnTo>
                  <a:lnTo>
                    <a:pt x="1853522" y="1631994"/>
                  </a:lnTo>
                  <a:lnTo>
                    <a:pt x="1867051" y="1614234"/>
                  </a:lnTo>
                  <a:lnTo>
                    <a:pt x="1880581" y="1596402"/>
                  </a:lnTo>
                  <a:lnTo>
                    <a:pt x="1894110" y="1578507"/>
                  </a:lnTo>
                  <a:lnTo>
                    <a:pt x="1907639" y="1560562"/>
                  </a:lnTo>
                  <a:lnTo>
                    <a:pt x="1921169" y="1542578"/>
                  </a:lnTo>
                  <a:lnTo>
                    <a:pt x="1934698" y="1524568"/>
                  </a:lnTo>
                  <a:lnTo>
                    <a:pt x="1948227" y="1506543"/>
                  </a:lnTo>
                  <a:lnTo>
                    <a:pt x="1961757" y="1488517"/>
                  </a:lnTo>
                  <a:lnTo>
                    <a:pt x="1975286" y="1470504"/>
                  </a:lnTo>
                  <a:lnTo>
                    <a:pt x="1988815" y="1452517"/>
                  </a:lnTo>
                  <a:lnTo>
                    <a:pt x="2002345" y="1434570"/>
                  </a:lnTo>
                  <a:lnTo>
                    <a:pt x="2015874" y="1416680"/>
                  </a:lnTo>
                  <a:lnTo>
                    <a:pt x="2029403" y="1398860"/>
                  </a:lnTo>
                  <a:lnTo>
                    <a:pt x="2042933" y="1381127"/>
                  </a:lnTo>
                  <a:lnTo>
                    <a:pt x="2056462" y="1363496"/>
                  </a:lnTo>
                  <a:lnTo>
                    <a:pt x="2069992" y="1345985"/>
                  </a:lnTo>
                  <a:lnTo>
                    <a:pt x="2083521" y="1328610"/>
                  </a:lnTo>
                  <a:lnTo>
                    <a:pt x="2097050" y="1311388"/>
                  </a:lnTo>
                  <a:lnTo>
                    <a:pt x="2110580" y="1294333"/>
                  </a:lnTo>
                  <a:lnTo>
                    <a:pt x="2124109" y="1277451"/>
                  </a:lnTo>
                  <a:lnTo>
                    <a:pt x="2137638" y="1260745"/>
                  </a:lnTo>
                  <a:lnTo>
                    <a:pt x="2151168" y="1244217"/>
                  </a:lnTo>
                  <a:lnTo>
                    <a:pt x="2164697" y="1227872"/>
                  </a:lnTo>
                  <a:lnTo>
                    <a:pt x="2178226" y="1211712"/>
                  </a:lnTo>
                  <a:lnTo>
                    <a:pt x="2191756" y="1195739"/>
                  </a:lnTo>
                  <a:lnTo>
                    <a:pt x="2205285" y="1179958"/>
                  </a:lnTo>
                  <a:lnTo>
                    <a:pt x="2218815" y="1164368"/>
                  </a:lnTo>
                  <a:lnTo>
                    <a:pt x="2232344" y="1148974"/>
                  </a:lnTo>
                  <a:lnTo>
                    <a:pt x="2245873" y="1133777"/>
                  </a:lnTo>
                  <a:lnTo>
                    <a:pt x="2259403" y="1118778"/>
                  </a:lnTo>
                  <a:lnTo>
                    <a:pt x="2272932" y="1103979"/>
                  </a:lnTo>
                  <a:lnTo>
                    <a:pt x="2286461" y="1089381"/>
                  </a:lnTo>
                  <a:lnTo>
                    <a:pt x="2299991" y="1074986"/>
                  </a:lnTo>
                  <a:lnTo>
                    <a:pt x="2313520" y="1060795"/>
                  </a:lnTo>
                  <a:lnTo>
                    <a:pt x="2327049" y="1046807"/>
                  </a:lnTo>
                  <a:lnTo>
                    <a:pt x="2340579" y="1033024"/>
                  </a:lnTo>
                  <a:lnTo>
                    <a:pt x="2354108" y="1019447"/>
                  </a:lnTo>
                  <a:lnTo>
                    <a:pt x="2367637" y="1006074"/>
                  </a:lnTo>
                  <a:lnTo>
                    <a:pt x="2381167" y="992906"/>
                  </a:lnTo>
                  <a:lnTo>
                    <a:pt x="2394696" y="979944"/>
                  </a:lnTo>
                  <a:lnTo>
                    <a:pt x="2408226" y="967185"/>
                  </a:lnTo>
                  <a:lnTo>
                    <a:pt x="2421755" y="954631"/>
                  </a:lnTo>
                  <a:lnTo>
                    <a:pt x="2435284" y="942279"/>
                  </a:lnTo>
                  <a:lnTo>
                    <a:pt x="2448814" y="930129"/>
                  </a:lnTo>
                  <a:lnTo>
                    <a:pt x="2462343" y="918180"/>
                  </a:lnTo>
                  <a:lnTo>
                    <a:pt x="2475872" y="906430"/>
                  </a:lnTo>
                  <a:lnTo>
                    <a:pt x="2489402" y="894878"/>
                  </a:lnTo>
                  <a:lnTo>
                    <a:pt x="2502931" y="883521"/>
                  </a:lnTo>
                  <a:lnTo>
                    <a:pt x="2516460" y="872359"/>
                  </a:lnTo>
                  <a:lnTo>
                    <a:pt x="2529990" y="861388"/>
                  </a:lnTo>
                  <a:lnTo>
                    <a:pt x="2543519" y="850607"/>
                  </a:lnTo>
                  <a:lnTo>
                    <a:pt x="2557049" y="840014"/>
                  </a:lnTo>
                  <a:lnTo>
                    <a:pt x="2570578" y="829605"/>
                  </a:lnTo>
                  <a:lnTo>
                    <a:pt x="2584107" y="819377"/>
                  </a:lnTo>
                  <a:lnTo>
                    <a:pt x="2597637" y="809329"/>
                  </a:lnTo>
                  <a:lnTo>
                    <a:pt x="2611166" y="799457"/>
                  </a:lnTo>
                  <a:lnTo>
                    <a:pt x="2624695" y="789757"/>
                  </a:lnTo>
                  <a:lnTo>
                    <a:pt x="2638225" y="780227"/>
                  </a:lnTo>
                  <a:lnTo>
                    <a:pt x="2651754" y="770862"/>
                  </a:lnTo>
                  <a:lnTo>
                    <a:pt x="2665283" y="761660"/>
                  </a:lnTo>
                  <a:lnTo>
                    <a:pt x="2678813" y="752616"/>
                  </a:lnTo>
                  <a:lnTo>
                    <a:pt x="2692342" y="743727"/>
                  </a:lnTo>
                  <a:lnTo>
                    <a:pt x="2705871" y="734989"/>
                  </a:lnTo>
                  <a:lnTo>
                    <a:pt x="2719401" y="726398"/>
                  </a:lnTo>
                  <a:lnTo>
                    <a:pt x="2732930" y="717949"/>
                  </a:lnTo>
                  <a:lnTo>
                    <a:pt x="2746460" y="709638"/>
                  </a:lnTo>
                  <a:lnTo>
                    <a:pt x="2759989" y="701462"/>
                  </a:lnTo>
                  <a:lnTo>
                    <a:pt x="2773518" y="693414"/>
                  </a:lnTo>
                  <a:lnTo>
                    <a:pt x="2787048" y="685492"/>
                  </a:lnTo>
                  <a:lnTo>
                    <a:pt x="2800577" y="677691"/>
                  </a:lnTo>
                  <a:lnTo>
                    <a:pt x="2814106" y="670005"/>
                  </a:lnTo>
                  <a:lnTo>
                    <a:pt x="2827636" y="662430"/>
                  </a:lnTo>
                  <a:lnTo>
                    <a:pt x="2841165" y="654961"/>
                  </a:lnTo>
                  <a:lnTo>
                    <a:pt x="2854694" y="647594"/>
                  </a:lnTo>
                  <a:lnTo>
                    <a:pt x="2868224" y="640324"/>
                  </a:lnTo>
                  <a:lnTo>
                    <a:pt x="2881753" y="633146"/>
                  </a:lnTo>
                  <a:lnTo>
                    <a:pt x="2895283" y="626055"/>
                  </a:lnTo>
                  <a:lnTo>
                    <a:pt x="2908812" y="619046"/>
                  </a:lnTo>
                  <a:lnTo>
                    <a:pt x="2922341" y="612114"/>
                  </a:lnTo>
                  <a:lnTo>
                    <a:pt x="2935871" y="605255"/>
                  </a:lnTo>
                  <a:lnTo>
                    <a:pt x="2949400" y="598463"/>
                  </a:lnTo>
                  <a:lnTo>
                    <a:pt x="2962929" y="591733"/>
                  </a:lnTo>
                  <a:lnTo>
                    <a:pt x="2976459" y="585061"/>
                  </a:lnTo>
                  <a:lnTo>
                    <a:pt x="2989988" y="578443"/>
                  </a:lnTo>
                  <a:lnTo>
                    <a:pt x="3003517" y="571872"/>
                  </a:lnTo>
                  <a:lnTo>
                    <a:pt x="3017047" y="565344"/>
                  </a:lnTo>
                  <a:lnTo>
                    <a:pt x="3030576" y="558854"/>
                  </a:lnTo>
                  <a:lnTo>
                    <a:pt x="3044105" y="552399"/>
                  </a:lnTo>
                  <a:lnTo>
                    <a:pt x="3057635" y="545972"/>
                  </a:lnTo>
                  <a:lnTo>
                    <a:pt x="3071164" y="539569"/>
                  </a:lnTo>
                  <a:lnTo>
                    <a:pt x="3084694" y="533186"/>
                  </a:lnTo>
                  <a:lnTo>
                    <a:pt x="3098223" y="526818"/>
                  </a:lnTo>
                  <a:lnTo>
                    <a:pt x="3111752" y="520460"/>
                  </a:lnTo>
                  <a:lnTo>
                    <a:pt x="3125282" y="514108"/>
                  </a:lnTo>
                  <a:lnTo>
                    <a:pt x="3138811" y="507758"/>
                  </a:lnTo>
                  <a:lnTo>
                    <a:pt x="3152340" y="501405"/>
                  </a:lnTo>
                  <a:lnTo>
                    <a:pt x="3165870" y="495044"/>
                  </a:lnTo>
                  <a:lnTo>
                    <a:pt x="3179399" y="488672"/>
                  </a:lnTo>
                  <a:lnTo>
                    <a:pt x="3192928" y="482283"/>
                  </a:lnTo>
                  <a:lnTo>
                    <a:pt x="3206458" y="475875"/>
                  </a:lnTo>
                  <a:lnTo>
                    <a:pt x="3219987" y="469442"/>
                  </a:lnTo>
                  <a:lnTo>
                    <a:pt x="3233517" y="462980"/>
                  </a:lnTo>
                  <a:lnTo>
                    <a:pt x="3247046" y="456485"/>
                  </a:lnTo>
                  <a:lnTo>
                    <a:pt x="3260575" y="449953"/>
                  </a:lnTo>
                  <a:lnTo>
                    <a:pt x="3274105" y="443380"/>
                  </a:lnTo>
                  <a:lnTo>
                    <a:pt x="3287634" y="436762"/>
                  </a:lnTo>
                  <a:lnTo>
                    <a:pt x="3301163" y="430095"/>
                  </a:lnTo>
                  <a:lnTo>
                    <a:pt x="3314693" y="423380"/>
                  </a:lnTo>
                  <a:lnTo>
                    <a:pt x="3328222" y="416617"/>
                  </a:lnTo>
                  <a:lnTo>
                    <a:pt x="3341751" y="409807"/>
                  </a:lnTo>
                  <a:lnTo>
                    <a:pt x="3355281" y="402950"/>
                  </a:lnTo>
                  <a:lnTo>
                    <a:pt x="3368810" y="396046"/>
                  </a:lnTo>
                  <a:lnTo>
                    <a:pt x="3382339" y="389097"/>
                  </a:lnTo>
                  <a:lnTo>
                    <a:pt x="3395869" y="382103"/>
                  </a:lnTo>
                  <a:lnTo>
                    <a:pt x="3409398" y="375063"/>
                  </a:lnTo>
                  <a:lnTo>
                    <a:pt x="3422928" y="367979"/>
                  </a:lnTo>
                  <a:lnTo>
                    <a:pt x="3436457" y="360851"/>
                  </a:lnTo>
                  <a:lnTo>
                    <a:pt x="3449986" y="353680"/>
                  </a:lnTo>
                  <a:lnTo>
                    <a:pt x="3463516" y="346466"/>
                  </a:lnTo>
                  <a:lnTo>
                    <a:pt x="3477045" y="339209"/>
                  </a:lnTo>
                  <a:lnTo>
                    <a:pt x="3490574" y="331910"/>
                  </a:lnTo>
                  <a:lnTo>
                    <a:pt x="3504104" y="324568"/>
                  </a:lnTo>
                  <a:lnTo>
                    <a:pt x="3517633" y="317186"/>
                  </a:lnTo>
                  <a:lnTo>
                    <a:pt x="3531162" y="309762"/>
                  </a:lnTo>
                  <a:lnTo>
                    <a:pt x="3544692" y="302298"/>
                  </a:lnTo>
                  <a:lnTo>
                    <a:pt x="3558221" y="294794"/>
                  </a:lnTo>
                  <a:lnTo>
                    <a:pt x="3571751" y="287249"/>
                  </a:lnTo>
                  <a:lnTo>
                    <a:pt x="3585280" y="279665"/>
                  </a:lnTo>
                  <a:lnTo>
                    <a:pt x="3598809" y="272042"/>
                  </a:lnTo>
                  <a:lnTo>
                    <a:pt x="3612339" y="264379"/>
                  </a:lnTo>
                  <a:lnTo>
                    <a:pt x="3625868" y="256678"/>
                  </a:lnTo>
                  <a:lnTo>
                    <a:pt x="3639397" y="248939"/>
                  </a:lnTo>
                  <a:lnTo>
                    <a:pt x="3652927" y="241161"/>
                  </a:lnTo>
                  <a:lnTo>
                    <a:pt x="3666456" y="233346"/>
                  </a:lnTo>
                  <a:lnTo>
                    <a:pt x="3679985" y="225493"/>
                  </a:lnTo>
                  <a:lnTo>
                    <a:pt x="3693515" y="217602"/>
                  </a:lnTo>
                  <a:lnTo>
                    <a:pt x="3707044" y="209675"/>
                  </a:lnTo>
                  <a:lnTo>
                    <a:pt x="3720573" y="201711"/>
                  </a:lnTo>
                  <a:lnTo>
                    <a:pt x="3734103" y="193710"/>
                  </a:lnTo>
                  <a:lnTo>
                    <a:pt x="3747632" y="185673"/>
                  </a:lnTo>
                  <a:lnTo>
                    <a:pt x="3761162" y="177600"/>
                  </a:lnTo>
                  <a:lnTo>
                    <a:pt x="3774691" y="169491"/>
                  </a:lnTo>
                  <a:lnTo>
                    <a:pt x="3788220" y="161346"/>
                  </a:lnTo>
                  <a:lnTo>
                    <a:pt x="3801750" y="153165"/>
                  </a:lnTo>
                  <a:lnTo>
                    <a:pt x="3815279" y="144949"/>
                  </a:lnTo>
                  <a:lnTo>
                    <a:pt x="3828808" y="136698"/>
                  </a:lnTo>
                  <a:lnTo>
                    <a:pt x="3842338" y="128412"/>
                  </a:lnTo>
                  <a:lnTo>
                    <a:pt x="3855867" y="120091"/>
                  </a:lnTo>
                  <a:lnTo>
                    <a:pt x="3869396" y="111735"/>
                  </a:lnTo>
                  <a:lnTo>
                    <a:pt x="3882926" y="103344"/>
                  </a:lnTo>
                  <a:lnTo>
                    <a:pt x="3896455" y="94919"/>
                  </a:lnTo>
                  <a:lnTo>
                    <a:pt x="3909985" y="86460"/>
                  </a:lnTo>
                  <a:lnTo>
                    <a:pt x="3923514" y="77966"/>
                  </a:lnTo>
                  <a:lnTo>
                    <a:pt x="3937043" y="69438"/>
                  </a:lnTo>
                  <a:lnTo>
                    <a:pt x="3950573" y="60876"/>
                  </a:lnTo>
                  <a:lnTo>
                    <a:pt x="3964102" y="52281"/>
                  </a:lnTo>
                  <a:lnTo>
                    <a:pt x="3977631" y="43651"/>
                  </a:lnTo>
                  <a:lnTo>
                    <a:pt x="3991161" y="34988"/>
                  </a:lnTo>
                  <a:lnTo>
                    <a:pt x="4004690" y="26291"/>
                  </a:lnTo>
                  <a:lnTo>
                    <a:pt x="4018219" y="17561"/>
                  </a:lnTo>
                  <a:lnTo>
                    <a:pt x="4031749" y="8797"/>
                  </a:lnTo>
                  <a:lnTo>
                    <a:pt x="4045278" y="0"/>
                  </a:lnTo>
                  <a:lnTo>
                    <a:pt x="4045278" y="620107"/>
                  </a:lnTo>
                  <a:lnTo>
                    <a:pt x="4031749" y="622623"/>
                  </a:lnTo>
                  <a:lnTo>
                    <a:pt x="4018219" y="625143"/>
                  </a:lnTo>
                  <a:lnTo>
                    <a:pt x="4004690" y="627667"/>
                  </a:lnTo>
                  <a:lnTo>
                    <a:pt x="3991161" y="630196"/>
                  </a:lnTo>
                  <a:lnTo>
                    <a:pt x="3977631" y="632730"/>
                  </a:lnTo>
                  <a:lnTo>
                    <a:pt x="3964102" y="635269"/>
                  </a:lnTo>
                  <a:lnTo>
                    <a:pt x="3950573" y="637814"/>
                  </a:lnTo>
                  <a:lnTo>
                    <a:pt x="3937043" y="640363"/>
                  </a:lnTo>
                  <a:lnTo>
                    <a:pt x="3923514" y="642919"/>
                  </a:lnTo>
                  <a:lnTo>
                    <a:pt x="3909985" y="645480"/>
                  </a:lnTo>
                  <a:lnTo>
                    <a:pt x="3896455" y="648047"/>
                  </a:lnTo>
                  <a:lnTo>
                    <a:pt x="3882926" y="650620"/>
                  </a:lnTo>
                  <a:lnTo>
                    <a:pt x="3869396" y="653200"/>
                  </a:lnTo>
                  <a:lnTo>
                    <a:pt x="3855867" y="655786"/>
                  </a:lnTo>
                  <a:lnTo>
                    <a:pt x="3842338" y="658379"/>
                  </a:lnTo>
                  <a:lnTo>
                    <a:pt x="3828808" y="660979"/>
                  </a:lnTo>
                  <a:lnTo>
                    <a:pt x="3815279" y="663586"/>
                  </a:lnTo>
                  <a:lnTo>
                    <a:pt x="3801750" y="666201"/>
                  </a:lnTo>
                  <a:lnTo>
                    <a:pt x="3788220" y="668823"/>
                  </a:lnTo>
                  <a:lnTo>
                    <a:pt x="3774691" y="671454"/>
                  </a:lnTo>
                  <a:lnTo>
                    <a:pt x="3761162" y="674093"/>
                  </a:lnTo>
                  <a:lnTo>
                    <a:pt x="3747632" y="676740"/>
                  </a:lnTo>
                  <a:lnTo>
                    <a:pt x="3734103" y="679396"/>
                  </a:lnTo>
                  <a:lnTo>
                    <a:pt x="3720573" y="682062"/>
                  </a:lnTo>
                  <a:lnTo>
                    <a:pt x="3707044" y="684736"/>
                  </a:lnTo>
                  <a:lnTo>
                    <a:pt x="3693515" y="687421"/>
                  </a:lnTo>
                  <a:lnTo>
                    <a:pt x="3679985" y="690115"/>
                  </a:lnTo>
                  <a:lnTo>
                    <a:pt x="3666456" y="692820"/>
                  </a:lnTo>
                  <a:lnTo>
                    <a:pt x="3652927" y="695536"/>
                  </a:lnTo>
                  <a:lnTo>
                    <a:pt x="3639397" y="698263"/>
                  </a:lnTo>
                  <a:lnTo>
                    <a:pt x="3625868" y="701001"/>
                  </a:lnTo>
                  <a:lnTo>
                    <a:pt x="3612339" y="703750"/>
                  </a:lnTo>
                  <a:lnTo>
                    <a:pt x="3598809" y="706512"/>
                  </a:lnTo>
                  <a:lnTo>
                    <a:pt x="3585280" y="709286"/>
                  </a:lnTo>
                  <a:lnTo>
                    <a:pt x="3571751" y="712074"/>
                  </a:lnTo>
                  <a:lnTo>
                    <a:pt x="3558221" y="714874"/>
                  </a:lnTo>
                  <a:lnTo>
                    <a:pt x="3544692" y="717688"/>
                  </a:lnTo>
                  <a:lnTo>
                    <a:pt x="3531162" y="720517"/>
                  </a:lnTo>
                  <a:lnTo>
                    <a:pt x="3517633" y="723360"/>
                  </a:lnTo>
                  <a:lnTo>
                    <a:pt x="3504104" y="726217"/>
                  </a:lnTo>
                  <a:lnTo>
                    <a:pt x="3490574" y="729091"/>
                  </a:lnTo>
                  <a:lnTo>
                    <a:pt x="3477045" y="731980"/>
                  </a:lnTo>
                  <a:lnTo>
                    <a:pt x="3463516" y="734886"/>
                  </a:lnTo>
                  <a:lnTo>
                    <a:pt x="3449986" y="737808"/>
                  </a:lnTo>
                  <a:lnTo>
                    <a:pt x="3436457" y="740748"/>
                  </a:lnTo>
                  <a:lnTo>
                    <a:pt x="3422928" y="743706"/>
                  </a:lnTo>
                  <a:lnTo>
                    <a:pt x="3409398" y="746682"/>
                  </a:lnTo>
                  <a:lnTo>
                    <a:pt x="3395869" y="749678"/>
                  </a:lnTo>
                  <a:lnTo>
                    <a:pt x="3382339" y="752692"/>
                  </a:lnTo>
                  <a:lnTo>
                    <a:pt x="3368810" y="755727"/>
                  </a:lnTo>
                  <a:lnTo>
                    <a:pt x="3355281" y="758782"/>
                  </a:lnTo>
                  <a:lnTo>
                    <a:pt x="3341751" y="761859"/>
                  </a:lnTo>
                  <a:lnTo>
                    <a:pt x="3328222" y="764957"/>
                  </a:lnTo>
                  <a:lnTo>
                    <a:pt x="3314693" y="768077"/>
                  </a:lnTo>
                  <a:lnTo>
                    <a:pt x="3301163" y="771221"/>
                  </a:lnTo>
                  <a:lnTo>
                    <a:pt x="3287634" y="774388"/>
                  </a:lnTo>
                  <a:lnTo>
                    <a:pt x="3274105" y="777579"/>
                  </a:lnTo>
                  <a:lnTo>
                    <a:pt x="3260575" y="780799"/>
                  </a:lnTo>
                  <a:lnTo>
                    <a:pt x="3247046" y="784051"/>
                  </a:lnTo>
                  <a:lnTo>
                    <a:pt x="3233517" y="787341"/>
                  </a:lnTo>
                  <a:lnTo>
                    <a:pt x="3219987" y="790671"/>
                  </a:lnTo>
                  <a:lnTo>
                    <a:pt x="3206458" y="794047"/>
                  </a:lnTo>
                  <a:lnTo>
                    <a:pt x="3192928" y="797473"/>
                  </a:lnTo>
                  <a:lnTo>
                    <a:pt x="3179399" y="800952"/>
                  </a:lnTo>
                  <a:lnTo>
                    <a:pt x="3165870" y="804489"/>
                  </a:lnTo>
                  <a:lnTo>
                    <a:pt x="3152340" y="808086"/>
                  </a:lnTo>
                  <a:lnTo>
                    <a:pt x="3138811" y="811749"/>
                  </a:lnTo>
                  <a:lnTo>
                    <a:pt x="3125282" y="815480"/>
                  </a:lnTo>
                  <a:lnTo>
                    <a:pt x="3111752" y="819283"/>
                  </a:lnTo>
                  <a:lnTo>
                    <a:pt x="3098223" y="823162"/>
                  </a:lnTo>
                  <a:lnTo>
                    <a:pt x="3084694" y="827119"/>
                  </a:lnTo>
                  <a:lnTo>
                    <a:pt x="3071164" y="831158"/>
                  </a:lnTo>
                  <a:lnTo>
                    <a:pt x="3057635" y="835282"/>
                  </a:lnTo>
                  <a:lnTo>
                    <a:pt x="3044105" y="839494"/>
                  </a:lnTo>
                  <a:lnTo>
                    <a:pt x="3030576" y="843796"/>
                  </a:lnTo>
                  <a:lnTo>
                    <a:pt x="3017047" y="848192"/>
                  </a:lnTo>
                  <a:lnTo>
                    <a:pt x="3003517" y="852683"/>
                  </a:lnTo>
                  <a:lnTo>
                    <a:pt x="2989988" y="857273"/>
                  </a:lnTo>
                  <a:lnTo>
                    <a:pt x="2976459" y="861963"/>
                  </a:lnTo>
                  <a:lnTo>
                    <a:pt x="2962929" y="866757"/>
                  </a:lnTo>
                  <a:lnTo>
                    <a:pt x="2949400" y="871656"/>
                  </a:lnTo>
                  <a:lnTo>
                    <a:pt x="2935871" y="876661"/>
                  </a:lnTo>
                  <a:lnTo>
                    <a:pt x="2922341" y="881776"/>
                  </a:lnTo>
                  <a:lnTo>
                    <a:pt x="2908812" y="887002"/>
                  </a:lnTo>
                  <a:lnTo>
                    <a:pt x="2895283" y="892341"/>
                  </a:lnTo>
                  <a:lnTo>
                    <a:pt x="2881753" y="897794"/>
                  </a:lnTo>
                  <a:lnTo>
                    <a:pt x="2868224" y="903362"/>
                  </a:lnTo>
                  <a:lnTo>
                    <a:pt x="2854694" y="909048"/>
                  </a:lnTo>
                  <a:lnTo>
                    <a:pt x="2841165" y="914852"/>
                  </a:lnTo>
                  <a:lnTo>
                    <a:pt x="2827636" y="920776"/>
                  </a:lnTo>
                  <a:lnTo>
                    <a:pt x="2814106" y="926821"/>
                  </a:lnTo>
                  <a:lnTo>
                    <a:pt x="2800577" y="932988"/>
                  </a:lnTo>
                  <a:lnTo>
                    <a:pt x="2787048" y="939279"/>
                  </a:lnTo>
                  <a:lnTo>
                    <a:pt x="2773518" y="945693"/>
                  </a:lnTo>
                  <a:lnTo>
                    <a:pt x="2759989" y="952232"/>
                  </a:lnTo>
                  <a:lnTo>
                    <a:pt x="2746460" y="958896"/>
                  </a:lnTo>
                  <a:lnTo>
                    <a:pt x="2732930" y="965687"/>
                  </a:lnTo>
                  <a:lnTo>
                    <a:pt x="2719401" y="972605"/>
                  </a:lnTo>
                  <a:lnTo>
                    <a:pt x="2705871" y="979650"/>
                  </a:lnTo>
                  <a:lnTo>
                    <a:pt x="2692342" y="986824"/>
                  </a:lnTo>
                  <a:lnTo>
                    <a:pt x="2678813" y="994126"/>
                  </a:lnTo>
                  <a:lnTo>
                    <a:pt x="2665283" y="1001557"/>
                  </a:lnTo>
                  <a:lnTo>
                    <a:pt x="2651754" y="1009118"/>
                  </a:lnTo>
                  <a:lnTo>
                    <a:pt x="2638225" y="1016808"/>
                  </a:lnTo>
                  <a:lnTo>
                    <a:pt x="2624695" y="1024628"/>
                  </a:lnTo>
                  <a:lnTo>
                    <a:pt x="2611166" y="1032578"/>
                  </a:lnTo>
                  <a:lnTo>
                    <a:pt x="2597637" y="1040658"/>
                  </a:lnTo>
                  <a:lnTo>
                    <a:pt x="2584107" y="1048869"/>
                  </a:lnTo>
                  <a:lnTo>
                    <a:pt x="2570578" y="1057210"/>
                  </a:lnTo>
                  <a:lnTo>
                    <a:pt x="2557049" y="1065682"/>
                  </a:lnTo>
                  <a:lnTo>
                    <a:pt x="2543519" y="1074284"/>
                  </a:lnTo>
                  <a:lnTo>
                    <a:pt x="2529990" y="1083016"/>
                  </a:lnTo>
                  <a:lnTo>
                    <a:pt x="2516460" y="1091879"/>
                  </a:lnTo>
                  <a:lnTo>
                    <a:pt x="2502931" y="1100871"/>
                  </a:lnTo>
                  <a:lnTo>
                    <a:pt x="2489402" y="1109994"/>
                  </a:lnTo>
                  <a:lnTo>
                    <a:pt x="2475872" y="1119246"/>
                  </a:lnTo>
                  <a:lnTo>
                    <a:pt x="2462343" y="1128627"/>
                  </a:lnTo>
                  <a:lnTo>
                    <a:pt x="2448814" y="1138137"/>
                  </a:lnTo>
                  <a:lnTo>
                    <a:pt x="2435284" y="1147776"/>
                  </a:lnTo>
                  <a:lnTo>
                    <a:pt x="2421755" y="1157543"/>
                  </a:lnTo>
                  <a:lnTo>
                    <a:pt x="2408226" y="1167437"/>
                  </a:lnTo>
                  <a:lnTo>
                    <a:pt x="2394696" y="1177459"/>
                  </a:lnTo>
                  <a:lnTo>
                    <a:pt x="2381167" y="1187606"/>
                  </a:lnTo>
                  <a:lnTo>
                    <a:pt x="2367637" y="1197880"/>
                  </a:lnTo>
                  <a:lnTo>
                    <a:pt x="2354108" y="1208279"/>
                  </a:lnTo>
                  <a:lnTo>
                    <a:pt x="2340579" y="1218802"/>
                  </a:lnTo>
                  <a:lnTo>
                    <a:pt x="2327049" y="1229450"/>
                  </a:lnTo>
                  <a:lnTo>
                    <a:pt x="2313520" y="1240219"/>
                  </a:lnTo>
                  <a:lnTo>
                    <a:pt x="2299991" y="1251111"/>
                  </a:lnTo>
                  <a:lnTo>
                    <a:pt x="2286461" y="1262124"/>
                  </a:lnTo>
                  <a:lnTo>
                    <a:pt x="2272932" y="1273257"/>
                  </a:lnTo>
                  <a:lnTo>
                    <a:pt x="2259403" y="1284509"/>
                  </a:lnTo>
                  <a:lnTo>
                    <a:pt x="2245873" y="1295879"/>
                  </a:lnTo>
                  <a:lnTo>
                    <a:pt x="2232344" y="1307366"/>
                  </a:lnTo>
                  <a:lnTo>
                    <a:pt x="2218815" y="1318969"/>
                  </a:lnTo>
                  <a:lnTo>
                    <a:pt x="2205285" y="1330686"/>
                  </a:lnTo>
                  <a:lnTo>
                    <a:pt x="2191756" y="1342516"/>
                  </a:lnTo>
                  <a:lnTo>
                    <a:pt x="2178226" y="1354457"/>
                  </a:lnTo>
                  <a:lnTo>
                    <a:pt x="2164697" y="1366510"/>
                  </a:lnTo>
                  <a:lnTo>
                    <a:pt x="2151168" y="1378671"/>
                  </a:lnTo>
                  <a:lnTo>
                    <a:pt x="2137638" y="1390939"/>
                  </a:lnTo>
                  <a:lnTo>
                    <a:pt x="2124109" y="1403314"/>
                  </a:lnTo>
                  <a:lnTo>
                    <a:pt x="2110580" y="1415792"/>
                  </a:lnTo>
                  <a:lnTo>
                    <a:pt x="2097050" y="1428374"/>
                  </a:lnTo>
                  <a:lnTo>
                    <a:pt x="2083521" y="1441055"/>
                  </a:lnTo>
                  <a:lnTo>
                    <a:pt x="2069992" y="1453832"/>
                  </a:lnTo>
                  <a:lnTo>
                    <a:pt x="2056462" y="1466696"/>
                  </a:lnTo>
                  <a:lnTo>
                    <a:pt x="2042933" y="1479640"/>
                  </a:lnTo>
                  <a:lnTo>
                    <a:pt x="2029403" y="1492659"/>
                  </a:lnTo>
                  <a:lnTo>
                    <a:pt x="2015874" y="1505744"/>
                  </a:lnTo>
                  <a:lnTo>
                    <a:pt x="2002345" y="1518890"/>
                  </a:lnTo>
                  <a:lnTo>
                    <a:pt x="1988815" y="1532091"/>
                  </a:lnTo>
                  <a:lnTo>
                    <a:pt x="1975286" y="1545339"/>
                  </a:lnTo>
                  <a:lnTo>
                    <a:pt x="1961757" y="1558628"/>
                  </a:lnTo>
                  <a:lnTo>
                    <a:pt x="1948227" y="1571954"/>
                  </a:lnTo>
                  <a:lnTo>
                    <a:pt x="1934698" y="1585308"/>
                  </a:lnTo>
                  <a:lnTo>
                    <a:pt x="1921169" y="1598687"/>
                  </a:lnTo>
                  <a:lnTo>
                    <a:pt x="1907639" y="1612083"/>
                  </a:lnTo>
                  <a:lnTo>
                    <a:pt x="1894110" y="1625491"/>
                  </a:lnTo>
                  <a:lnTo>
                    <a:pt x="1880581" y="1638907"/>
                  </a:lnTo>
                  <a:lnTo>
                    <a:pt x="1867051" y="1652323"/>
                  </a:lnTo>
                  <a:lnTo>
                    <a:pt x="1853522" y="1665736"/>
                  </a:lnTo>
                  <a:lnTo>
                    <a:pt x="1839992" y="1679140"/>
                  </a:lnTo>
                  <a:lnTo>
                    <a:pt x="1826463" y="1692529"/>
                  </a:lnTo>
                  <a:lnTo>
                    <a:pt x="1812934" y="1705899"/>
                  </a:lnTo>
                  <a:lnTo>
                    <a:pt x="1799404" y="1719245"/>
                  </a:lnTo>
                  <a:lnTo>
                    <a:pt x="1785875" y="1732562"/>
                  </a:lnTo>
                  <a:lnTo>
                    <a:pt x="1772346" y="1745846"/>
                  </a:lnTo>
                  <a:lnTo>
                    <a:pt x="1758816" y="1759092"/>
                  </a:lnTo>
                  <a:lnTo>
                    <a:pt x="1745287" y="1772296"/>
                  </a:lnTo>
                  <a:lnTo>
                    <a:pt x="1731758" y="1787015"/>
                  </a:lnTo>
                  <a:lnTo>
                    <a:pt x="1718228" y="1803556"/>
                  </a:lnTo>
                  <a:lnTo>
                    <a:pt x="1704699" y="1819935"/>
                  </a:lnTo>
                  <a:lnTo>
                    <a:pt x="1691169" y="1836147"/>
                  </a:lnTo>
                  <a:lnTo>
                    <a:pt x="1677640" y="1852186"/>
                  </a:lnTo>
                  <a:lnTo>
                    <a:pt x="1664111" y="1868048"/>
                  </a:lnTo>
                  <a:lnTo>
                    <a:pt x="1650581" y="1883728"/>
                  </a:lnTo>
                  <a:lnTo>
                    <a:pt x="1637052" y="1899222"/>
                  </a:lnTo>
                  <a:lnTo>
                    <a:pt x="1623523" y="1914526"/>
                  </a:lnTo>
                  <a:lnTo>
                    <a:pt x="1609993" y="1929638"/>
                  </a:lnTo>
                  <a:lnTo>
                    <a:pt x="1596464" y="1944554"/>
                  </a:lnTo>
                  <a:lnTo>
                    <a:pt x="1582935" y="1959272"/>
                  </a:lnTo>
                  <a:lnTo>
                    <a:pt x="1569405" y="1973789"/>
                  </a:lnTo>
                  <a:lnTo>
                    <a:pt x="1555876" y="1988103"/>
                  </a:lnTo>
                  <a:lnTo>
                    <a:pt x="1542347" y="2002213"/>
                  </a:lnTo>
                  <a:lnTo>
                    <a:pt x="1528817" y="2016118"/>
                  </a:lnTo>
                  <a:lnTo>
                    <a:pt x="1515288" y="2029816"/>
                  </a:lnTo>
                  <a:lnTo>
                    <a:pt x="1501758" y="2043307"/>
                  </a:lnTo>
                  <a:lnTo>
                    <a:pt x="1488229" y="2056590"/>
                  </a:lnTo>
                  <a:lnTo>
                    <a:pt x="1474700" y="2069666"/>
                  </a:lnTo>
                  <a:lnTo>
                    <a:pt x="1461170" y="2082534"/>
                  </a:lnTo>
                  <a:lnTo>
                    <a:pt x="1447641" y="2095196"/>
                  </a:lnTo>
                  <a:lnTo>
                    <a:pt x="1434112" y="2107652"/>
                  </a:lnTo>
                  <a:lnTo>
                    <a:pt x="1420582" y="2119903"/>
                  </a:lnTo>
                  <a:lnTo>
                    <a:pt x="1407053" y="2131952"/>
                  </a:lnTo>
                  <a:lnTo>
                    <a:pt x="1393524" y="2143799"/>
                  </a:lnTo>
                  <a:lnTo>
                    <a:pt x="1379994" y="2155447"/>
                  </a:lnTo>
                  <a:lnTo>
                    <a:pt x="1366465" y="2166902"/>
                  </a:lnTo>
                  <a:lnTo>
                    <a:pt x="1352935" y="2178170"/>
                  </a:lnTo>
                  <a:lnTo>
                    <a:pt x="1339406" y="2189259"/>
                  </a:lnTo>
                  <a:lnTo>
                    <a:pt x="1325877" y="2200178"/>
                  </a:lnTo>
                  <a:lnTo>
                    <a:pt x="1312347" y="2210934"/>
                  </a:lnTo>
                  <a:lnTo>
                    <a:pt x="1298818" y="2221532"/>
                  </a:lnTo>
                  <a:lnTo>
                    <a:pt x="1285289" y="2231981"/>
                  </a:lnTo>
                  <a:lnTo>
                    <a:pt x="1271759" y="2242286"/>
                  </a:lnTo>
                  <a:lnTo>
                    <a:pt x="1258230" y="2252454"/>
                  </a:lnTo>
                  <a:lnTo>
                    <a:pt x="1244701" y="2262489"/>
                  </a:lnTo>
                  <a:lnTo>
                    <a:pt x="1231171" y="2272398"/>
                  </a:lnTo>
                  <a:lnTo>
                    <a:pt x="1217642" y="2282186"/>
                  </a:lnTo>
                  <a:lnTo>
                    <a:pt x="1204113" y="2291856"/>
                  </a:lnTo>
                  <a:lnTo>
                    <a:pt x="1190583" y="2301414"/>
                  </a:lnTo>
                  <a:lnTo>
                    <a:pt x="1177054" y="2310864"/>
                  </a:lnTo>
                  <a:lnTo>
                    <a:pt x="1163524" y="2320208"/>
                  </a:lnTo>
                  <a:lnTo>
                    <a:pt x="1149995" y="2329450"/>
                  </a:lnTo>
                  <a:lnTo>
                    <a:pt x="1136466" y="2338594"/>
                  </a:lnTo>
                  <a:lnTo>
                    <a:pt x="1122936" y="2347642"/>
                  </a:lnTo>
                  <a:lnTo>
                    <a:pt x="1109407" y="2356597"/>
                  </a:lnTo>
                  <a:lnTo>
                    <a:pt x="1095878" y="2365460"/>
                  </a:lnTo>
                  <a:lnTo>
                    <a:pt x="1082348" y="2374233"/>
                  </a:lnTo>
                  <a:lnTo>
                    <a:pt x="1068819" y="2382919"/>
                  </a:lnTo>
                  <a:lnTo>
                    <a:pt x="1055290" y="2391519"/>
                  </a:lnTo>
                  <a:lnTo>
                    <a:pt x="1041760" y="2400033"/>
                  </a:lnTo>
                  <a:lnTo>
                    <a:pt x="1028231" y="2408464"/>
                  </a:lnTo>
                  <a:lnTo>
                    <a:pt x="1014701" y="2416812"/>
                  </a:lnTo>
                  <a:lnTo>
                    <a:pt x="1001172" y="2425079"/>
                  </a:lnTo>
                  <a:lnTo>
                    <a:pt x="987643" y="2433264"/>
                  </a:lnTo>
                  <a:lnTo>
                    <a:pt x="974113" y="2441369"/>
                  </a:lnTo>
                  <a:lnTo>
                    <a:pt x="960584" y="2449395"/>
                  </a:lnTo>
                  <a:lnTo>
                    <a:pt x="947055" y="2457341"/>
                  </a:lnTo>
                  <a:lnTo>
                    <a:pt x="933525" y="2465209"/>
                  </a:lnTo>
                  <a:lnTo>
                    <a:pt x="919996" y="2472998"/>
                  </a:lnTo>
                  <a:lnTo>
                    <a:pt x="906467" y="2480709"/>
                  </a:lnTo>
                  <a:lnTo>
                    <a:pt x="892937" y="2488343"/>
                  </a:lnTo>
                  <a:lnTo>
                    <a:pt x="879408" y="2495900"/>
                  </a:lnTo>
                  <a:lnTo>
                    <a:pt x="865879" y="2503380"/>
                  </a:lnTo>
                  <a:lnTo>
                    <a:pt x="852349" y="2510784"/>
                  </a:lnTo>
                  <a:lnTo>
                    <a:pt x="838820" y="2518112"/>
                  </a:lnTo>
                  <a:lnTo>
                    <a:pt x="825290" y="2525363"/>
                  </a:lnTo>
                  <a:lnTo>
                    <a:pt x="811761" y="2532540"/>
                  </a:lnTo>
                  <a:lnTo>
                    <a:pt x="798232" y="2539641"/>
                  </a:lnTo>
                  <a:lnTo>
                    <a:pt x="784702" y="2546667"/>
                  </a:lnTo>
                  <a:lnTo>
                    <a:pt x="771173" y="2553619"/>
                  </a:lnTo>
                  <a:lnTo>
                    <a:pt x="757644" y="2560497"/>
                  </a:lnTo>
                  <a:lnTo>
                    <a:pt x="744114" y="2567301"/>
                  </a:lnTo>
                  <a:lnTo>
                    <a:pt x="730585" y="2574032"/>
                  </a:lnTo>
                  <a:lnTo>
                    <a:pt x="717056" y="2580690"/>
                  </a:lnTo>
                  <a:lnTo>
                    <a:pt x="703526" y="2587275"/>
                  </a:lnTo>
                  <a:lnTo>
                    <a:pt x="689997" y="2593788"/>
                  </a:lnTo>
                  <a:lnTo>
                    <a:pt x="676467" y="2600229"/>
                  </a:lnTo>
                  <a:lnTo>
                    <a:pt x="662938" y="2606598"/>
                  </a:lnTo>
                  <a:lnTo>
                    <a:pt x="649409" y="2612897"/>
                  </a:lnTo>
                  <a:lnTo>
                    <a:pt x="635879" y="2619125"/>
                  </a:lnTo>
                  <a:lnTo>
                    <a:pt x="622350" y="2625282"/>
                  </a:lnTo>
                  <a:lnTo>
                    <a:pt x="608821" y="2631371"/>
                  </a:lnTo>
                  <a:lnTo>
                    <a:pt x="595291" y="2637390"/>
                  </a:lnTo>
                  <a:lnTo>
                    <a:pt x="581762" y="2643340"/>
                  </a:lnTo>
                  <a:lnTo>
                    <a:pt x="568233" y="2649222"/>
                  </a:lnTo>
                  <a:lnTo>
                    <a:pt x="554703" y="2655036"/>
                  </a:lnTo>
                  <a:lnTo>
                    <a:pt x="541174" y="2660783"/>
                  </a:lnTo>
                  <a:lnTo>
                    <a:pt x="527645" y="2666464"/>
                  </a:lnTo>
                  <a:lnTo>
                    <a:pt x="514115" y="2672078"/>
                  </a:lnTo>
                  <a:lnTo>
                    <a:pt x="500586" y="2677626"/>
                  </a:lnTo>
                  <a:lnTo>
                    <a:pt x="487056" y="2683109"/>
                  </a:lnTo>
                  <a:lnTo>
                    <a:pt x="473527" y="2688527"/>
                  </a:lnTo>
                  <a:lnTo>
                    <a:pt x="459998" y="2693882"/>
                  </a:lnTo>
                  <a:lnTo>
                    <a:pt x="446468" y="2699172"/>
                  </a:lnTo>
                  <a:lnTo>
                    <a:pt x="432939" y="2704400"/>
                  </a:lnTo>
                  <a:lnTo>
                    <a:pt x="419410" y="2709564"/>
                  </a:lnTo>
                  <a:lnTo>
                    <a:pt x="405880" y="2714667"/>
                  </a:lnTo>
                  <a:lnTo>
                    <a:pt x="392351" y="2719709"/>
                  </a:lnTo>
                  <a:lnTo>
                    <a:pt x="378822" y="2724690"/>
                  </a:lnTo>
                  <a:lnTo>
                    <a:pt x="365292" y="2729610"/>
                  </a:lnTo>
                  <a:lnTo>
                    <a:pt x="351763" y="2734472"/>
                  </a:lnTo>
                  <a:lnTo>
                    <a:pt x="338233" y="2739274"/>
                  </a:lnTo>
                  <a:lnTo>
                    <a:pt x="324704" y="2744018"/>
                  </a:lnTo>
                  <a:lnTo>
                    <a:pt x="311175" y="2748705"/>
                  </a:lnTo>
                  <a:lnTo>
                    <a:pt x="297645" y="2753334"/>
                  </a:lnTo>
                  <a:lnTo>
                    <a:pt x="284116" y="2757907"/>
                  </a:lnTo>
                  <a:lnTo>
                    <a:pt x="270587" y="2762425"/>
                  </a:lnTo>
                  <a:lnTo>
                    <a:pt x="257057" y="2766887"/>
                  </a:lnTo>
                  <a:lnTo>
                    <a:pt x="243528" y="2771295"/>
                  </a:lnTo>
                  <a:lnTo>
                    <a:pt x="229999" y="2775649"/>
                  </a:lnTo>
                  <a:lnTo>
                    <a:pt x="216469" y="2779949"/>
                  </a:lnTo>
                  <a:lnTo>
                    <a:pt x="202940" y="2784197"/>
                  </a:lnTo>
                  <a:lnTo>
                    <a:pt x="189411" y="2788393"/>
                  </a:lnTo>
                  <a:lnTo>
                    <a:pt x="175881" y="2792538"/>
                  </a:lnTo>
                  <a:lnTo>
                    <a:pt x="162352" y="2796631"/>
                  </a:lnTo>
                  <a:lnTo>
                    <a:pt x="148822" y="2800675"/>
                  </a:lnTo>
                  <a:lnTo>
                    <a:pt x="135293" y="2804668"/>
                  </a:lnTo>
                  <a:lnTo>
                    <a:pt x="121764" y="2808613"/>
                  </a:lnTo>
                  <a:lnTo>
                    <a:pt x="108234" y="2812509"/>
                  </a:lnTo>
                  <a:lnTo>
                    <a:pt x="94705" y="2816356"/>
                  </a:lnTo>
                  <a:lnTo>
                    <a:pt x="81176" y="2820157"/>
                  </a:lnTo>
                  <a:lnTo>
                    <a:pt x="67646" y="2823911"/>
                  </a:lnTo>
                  <a:lnTo>
                    <a:pt x="54117" y="2827618"/>
                  </a:lnTo>
                  <a:lnTo>
                    <a:pt x="40588" y="2831280"/>
                  </a:lnTo>
                  <a:lnTo>
                    <a:pt x="27058" y="2834896"/>
                  </a:lnTo>
                  <a:lnTo>
                    <a:pt x="13529" y="2838468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959543" y="139178"/>
              <a:ext cx="4045278" cy="2646247"/>
            </a:xfrm>
            <a:custGeom>
              <a:avLst/>
              <a:pathLst>
                <a:path w="4045278" h="2646247">
                  <a:moveTo>
                    <a:pt x="0" y="2646247"/>
                  </a:moveTo>
                  <a:lnTo>
                    <a:pt x="13529" y="2643215"/>
                  </a:lnTo>
                  <a:lnTo>
                    <a:pt x="27058" y="2640163"/>
                  </a:lnTo>
                  <a:lnTo>
                    <a:pt x="40588" y="2637091"/>
                  </a:lnTo>
                  <a:lnTo>
                    <a:pt x="54117" y="2633998"/>
                  </a:lnTo>
                  <a:lnTo>
                    <a:pt x="67646" y="2630885"/>
                  </a:lnTo>
                  <a:lnTo>
                    <a:pt x="81176" y="2627751"/>
                  </a:lnTo>
                  <a:lnTo>
                    <a:pt x="94705" y="2624596"/>
                  </a:lnTo>
                  <a:lnTo>
                    <a:pt x="108234" y="2621421"/>
                  </a:lnTo>
                  <a:lnTo>
                    <a:pt x="121764" y="2618224"/>
                  </a:lnTo>
                  <a:lnTo>
                    <a:pt x="135293" y="2615006"/>
                  </a:lnTo>
                  <a:lnTo>
                    <a:pt x="148822" y="2611767"/>
                  </a:lnTo>
                  <a:lnTo>
                    <a:pt x="162352" y="2608505"/>
                  </a:lnTo>
                  <a:lnTo>
                    <a:pt x="175881" y="2605222"/>
                  </a:lnTo>
                  <a:lnTo>
                    <a:pt x="189411" y="2601917"/>
                  </a:lnTo>
                  <a:lnTo>
                    <a:pt x="202940" y="2598589"/>
                  </a:lnTo>
                  <a:lnTo>
                    <a:pt x="216469" y="2595239"/>
                  </a:lnTo>
                  <a:lnTo>
                    <a:pt x="229999" y="2591867"/>
                  </a:lnTo>
                  <a:lnTo>
                    <a:pt x="243528" y="2588471"/>
                  </a:lnTo>
                  <a:lnTo>
                    <a:pt x="257057" y="2585052"/>
                  </a:lnTo>
                  <a:lnTo>
                    <a:pt x="270587" y="2581610"/>
                  </a:lnTo>
                  <a:lnTo>
                    <a:pt x="284116" y="2578144"/>
                  </a:lnTo>
                  <a:lnTo>
                    <a:pt x="297645" y="2574654"/>
                  </a:lnTo>
                  <a:lnTo>
                    <a:pt x="311175" y="2571141"/>
                  </a:lnTo>
                  <a:lnTo>
                    <a:pt x="324704" y="2567602"/>
                  </a:lnTo>
                  <a:lnTo>
                    <a:pt x="338233" y="2564040"/>
                  </a:lnTo>
                  <a:lnTo>
                    <a:pt x="351763" y="2560452"/>
                  </a:lnTo>
                  <a:lnTo>
                    <a:pt x="365292" y="2556839"/>
                  </a:lnTo>
                  <a:lnTo>
                    <a:pt x="378822" y="2553201"/>
                  </a:lnTo>
                  <a:lnTo>
                    <a:pt x="392351" y="2549536"/>
                  </a:lnTo>
                  <a:lnTo>
                    <a:pt x="405880" y="2545846"/>
                  </a:lnTo>
                  <a:lnTo>
                    <a:pt x="419410" y="2542129"/>
                  </a:lnTo>
                  <a:lnTo>
                    <a:pt x="432939" y="2538386"/>
                  </a:lnTo>
                  <a:lnTo>
                    <a:pt x="446468" y="2534615"/>
                  </a:lnTo>
                  <a:lnTo>
                    <a:pt x="459998" y="2530814"/>
                  </a:lnTo>
                  <a:lnTo>
                    <a:pt x="473527" y="2526983"/>
                  </a:lnTo>
                  <a:lnTo>
                    <a:pt x="487056" y="2523121"/>
                  </a:lnTo>
                  <a:lnTo>
                    <a:pt x="500586" y="2519226"/>
                  </a:lnTo>
                  <a:lnTo>
                    <a:pt x="514115" y="2515296"/>
                  </a:lnTo>
                  <a:lnTo>
                    <a:pt x="527645" y="2511330"/>
                  </a:lnTo>
                  <a:lnTo>
                    <a:pt x="541174" y="2507326"/>
                  </a:lnTo>
                  <a:lnTo>
                    <a:pt x="554703" y="2503284"/>
                  </a:lnTo>
                  <a:lnTo>
                    <a:pt x="568233" y="2499202"/>
                  </a:lnTo>
                  <a:lnTo>
                    <a:pt x="581762" y="2495077"/>
                  </a:lnTo>
                  <a:lnTo>
                    <a:pt x="595291" y="2490908"/>
                  </a:lnTo>
                  <a:lnTo>
                    <a:pt x="608821" y="2486694"/>
                  </a:lnTo>
                  <a:lnTo>
                    <a:pt x="622350" y="2482433"/>
                  </a:lnTo>
                  <a:lnTo>
                    <a:pt x="635879" y="2478123"/>
                  </a:lnTo>
                  <a:lnTo>
                    <a:pt x="649409" y="2473762"/>
                  </a:lnTo>
                  <a:lnTo>
                    <a:pt x="662938" y="2469349"/>
                  </a:lnTo>
                  <a:lnTo>
                    <a:pt x="676467" y="2464881"/>
                  </a:lnTo>
                  <a:lnTo>
                    <a:pt x="689997" y="2460357"/>
                  </a:lnTo>
                  <a:lnTo>
                    <a:pt x="703526" y="2455774"/>
                  </a:lnTo>
                  <a:lnTo>
                    <a:pt x="717056" y="2451131"/>
                  </a:lnTo>
                  <a:lnTo>
                    <a:pt x="730585" y="2446426"/>
                  </a:lnTo>
                  <a:lnTo>
                    <a:pt x="744114" y="2441655"/>
                  </a:lnTo>
                  <a:lnTo>
                    <a:pt x="757644" y="2436818"/>
                  </a:lnTo>
                  <a:lnTo>
                    <a:pt x="771173" y="2431912"/>
                  </a:lnTo>
                  <a:lnTo>
                    <a:pt x="784702" y="2426934"/>
                  </a:lnTo>
                  <a:lnTo>
                    <a:pt x="798232" y="2421883"/>
                  </a:lnTo>
                  <a:lnTo>
                    <a:pt x="811761" y="2416755"/>
                  </a:lnTo>
                  <a:lnTo>
                    <a:pt x="825290" y="2411548"/>
                  </a:lnTo>
                  <a:lnTo>
                    <a:pt x="838820" y="2406261"/>
                  </a:lnTo>
                  <a:lnTo>
                    <a:pt x="852349" y="2400890"/>
                  </a:lnTo>
                  <a:lnTo>
                    <a:pt x="865879" y="2395432"/>
                  </a:lnTo>
                  <a:lnTo>
                    <a:pt x="879408" y="2389885"/>
                  </a:lnTo>
                  <a:lnTo>
                    <a:pt x="892937" y="2384247"/>
                  </a:lnTo>
                  <a:lnTo>
                    <a:pt x="906467" y="2378514"/>
                  </a:lnTo>
                  <a:lnTo>
                    <a:pt x="919996" y="2372683"/>
                  </a:lnTo>
                  <a:lnTo>
                    <a:pt x="933525" y="2366753"/>
                  </a:lnTo>
                  <a:lnTo>
                    <a:pt x="947055" y="2360719"/>
                  </a:lnTo>
                  <a:lnTo>
                    <a:pt x="960584" y="2354580"/>
                  </a:lnTo>
                  <a:lnTo>
                    <a:pt x="974113" y="2348332"/>
                  </a:lnTo>
                  <a:lnTo>
                    <a:pt x="987643" y="2341972"/>
                  </a:lnTo>
                  <a:lnTo>
                    <a:pt x="1001172" y="2335497"/>
                  </a:lnTo>
                  <a:lnTo>
                    <a:pt x="1014701" y="2328905"/>
                  </a:lnTo>
                  <a:lnTo>
                    <a:pt x="1028231" y="2322192"/>
                  </a:lnTo>
                  <a:lnTo>
                    <a:pt x="1041760" y="2315356"/>
                  </a:lnTo>
                  <a:lnTo>
                    <a:pt x="1055290" y="2308394"/>
                  </a:lnTo>
                  <a:lnTo>
                    <a:pt x="1068819" y="2301303"/>
                  </a:lnTo>
                  <a:lnTo>
                    <a:pt x="1082348" y="2294081"/>
                  </a:lnTo>
                  <a:lnTo>
                    <a:pt x="1095878" y="2286724"/>
                  </a:lnTo>
                  <a:lnTo>
                    <a:pt x="1109407" y="2279231"/>
                  </a:lnTo>
                  <a:lnTo>
                    <a:pt x="1122936" y="2271598"/>
                  </a:lnTo>
                  <a:lnTo>
                    <a:pt x="1136466" y="2263825"/>
                  </a:lnTo>
                  <a:lnTo>
                    <a:pt x="1149995" y="2255909"/>
                  </a:lnTo>
                  <a:lnTo>
                    <a:pt x="1163524" y="2247848"/>
                  </a:lnTo>
                  <a:lnTo>
                    <a:pt x="1177054" y="2239640"/>
                  </a:lnTo>
                  <a:lnTo>
                    <a:pt x="1190583" y="2231284"/>
                  </a:lnTo>
                  <a:lnTo>
                    <a:pt x="1204113" y="2222779"/>
                  </a:lnTo>
                  <a:lnTo>
                    <a:pt x="1217642" y="2214123"/>
                  </a:lnTo>
                  <a:lnTo>
                    <a:pt x="1231171" y="2205317"/>
                  </a:lnTo>
                  <a:lnTo>
                    <a:pt x="1244701" y="2196359"/>
                  </a:lnTo>
                  <a:lnTo>
                    <a:pt x="1258230" y="2187249"/>
                  </a:lnTo>
                  <a:lnTo>
                    <a:pt x="1271759" y="2177986"/>
                  </a:lnTo>
                  <a:lnTo>
                    <a:pt x="1285289" y="2168572"/>
                  </a:lnTo>
                  <a:lnTo>
                    <a:pt x="1298818" y="2159005"/>
                  </a:lnTo>
                  <a:lnTo>
                    <a:pt x="1312347" y="2149288"/>
                  </a:lnTo>
                  <a:lnTo>
                    <a:pt x="1325877" y="2139419"/>
                  </a:lnTo>
                  <a:lnTo>
                    <a:pt x="1339406" y="2129400"/>
                  </a:lnTo>
                  <a:lnTo>
                    <a:pt x="1352935" y="2119232"/>
                  </a:lnTo>
                  <a:lnTo>
                    <a:pt x="1366465" y="2108915"/>
                  </a:lnTo>
                  <a:lnTo>
                    <a:pt x="1379994" y="2098451"/>
                  </a:lnTo>
                  <a:lnTo>
                    <a:pt x="1393524" y="2087841"/>
                  </a:lnTo>
                  <a:lnTo>
                    <a:pt x="1407053" y="2077087"/>
                  </a:lnTo>
                  <a:lnTo>
                    <a:pt x="1420582" y="2066194"/>
                  </a:lnTo>
                  <a:lnTo>
                    <a:pt x="1434112" y="2055164"/>
                  </a:lnTo>
                  <a:lnTo>
                    <a:pt x="1447641" y="2044003"/>
                  </a:lnTo>
                  <a:lnTo>
                    <a:pt x="1461170" y="2032714"/>
                  </a:lnTo>
                  <a:lnTo>
                    <a:pt x="1474700" y="2021300"/>
                  </a:lnTo>
                  <a:lnTo>
                    <a:pt x="1488229" y="2009765"/>
                  </a:lnTo>
                  <a:lnTo>
                    <a:pt x="1501758" y="1998112"/>
                  </a:lnTo>
                  <a:lnTo>
                    <a:pt x="1515288" y="1986346"/>
                  </a:lnTo>
                  <a:lnTo>
                    <a:pt x="1528817" y="1974469"/>
                  </a:lnTo>
                  <a:lnTo>
                    <a:pt x="1542347" y="1962484"/>
                  </a:lnTo>
                  <a:lnTo>
                    <a:pt x="1555876" y="1950397"/>
                  </a:lnTo>
                  <a:lnTo>
                    <a:pt x="1569405" y="1938209"/>
                  </a:lnTo>
                  <a:lnTo>
                    <a:pt x="1582935" y="1925924"/>
                  </a:lnTo>
                  <a:lnTo>
                    <a:pt x="1596464" y="1913547"/>
                  </a:lnTo>
                  <a:lnTo>
                    <a:pt x="1609993" y="1901079"/>
                  </a:lnTo>
                  <a:lnTo>
                    <a:pt x="1623523" y="1888526"/>
                  </a:lnTo>
                  <a:lnTo>
                    <a:pt x="1637052" y="1875891"/>
                  </a:lnTo>
                  <a:lnTo>
                    <a:pt x="1650581" y="1863176"/>
                  </a:lnTo>
                  <a:lnTo>
                    <a:pt x="1664111" y="1850387"/>
                  </a:lnTo>
                  <a:lnTo>
                    <a:pt x="1677640" y="1837527"/>
                  </a:lnTo>
                  <a:lnTo>
                    <a:pt x="1691169" y="1824599"/>
                  </a:lnTo>
                  <a:lnTo>
                    <a:pt x="1704699" y="1811608"/>
                  </a:lnTo>
                  <a:lnTo>
                    <a:pt x="1718228" y="1798558"/>
                  </a:lnTo>
                  <a:lnTo>
                    <a:pt x="1731758" y="1785452"/>
                  </a:lnTo>
                  <a:lnTo>
                    <a:pt x="1745287" y="1770319"/>
                  </a:lnTo>
                  <a:lnTo>
                    <a:pt x="1758816" y="1753473"/>
                  </a:lnTo>
                  <a:lnTo>
                    <a:pt x="1772346" y="1736484"/>
                  </a:lnTo>
                  <a:lnTo>
                    <a:pt x="1785875" y="1719361"/>
                  </a:lnTo>
                  <a:lnTo>
                    <a:pt x="1799404" y="1702109"/>
                  </a:lnTo>
                  <a:lnTo>
                    <a:pt x="1812934" y="1684738"/>
                  </a:lnTo>
                  <a:lnTo>
                    <a:pt x="1826463" y="1667256"/>
                  </a:lnTo>
                  <a:lnTo>
                    <a:pt x="1839992" y="1649671"/>
                  </a:lnTo>
                  <a:lnTo>
                    <a:pt x="1853522" y="1631994"/>
                  </a:lnTo>
                  <a:lnTo>
                    <a:pt x="1867051" y="1614234"/>
                  </a:lnTo>
                  <a:lnTo>
                    <a:pt x="1880581" y="1596402"/>
                  </a:lnTo>
                  <a:lnTo>
                    <a:pt x="1894110" y="1578507"/>
                  </a:lnTo>
                  <a:lnTo>
                    <a:pt x="1907639" y="1560562"/>
                  </a:lnTo>
                  <a:lnTo>
                    <a:pt x="1921169" y="1542578"/>
                  </a:lnTo>
                  <a:lnTo>
                    <a:pt x="1934698" y="1524568"/>
                  </a:lnTo>
                  <a:lnTo>
                    <a:pt x="1948227" y="1506543"/>
                  </a:lnTo>
                  <a:lnTo>
                    <a:pt x="1961757" y="1488517"/>
                  </a:lnTo>
                  <a:lnTo>
                    <a:pt x="1975286" y="1470504"/>
                  </a:lnTo>
                  <a:lnTo>
                    <a:pt x="1988815" y="1452517"/>
                  </a:lnTo>
                  <a:lnTo>
                    <a:pt x="2002345" y="1434570"/>
                  </a:lnTo>
                  <a:lnTo>
                    <a:pt x="2015874" y="1416680"/>
                  </a:lnTo>
                  <a:lnTo>
                    <a:pt x="2029403" y="1398860"/>
                  </a:lnTo>
                  <a:lnTo>
                    <a:pt x="2042933" y="1381127"/>
                  </a:lnTo>
                  <a:lnTo>
                    <a:pt x="2056462" y="1363496"/>
                  </a:lnTo>
                  <a:lnTo>
                    <a:pt x="2069992" y="1345985"/>
                  </a:lnTo>
                  <a:lnTo>
                    <a:pt x="2083521" y="1328610"/>
                  </a:lnTo>
                  <a:lnTo>
                    <a:pt x="2097050" y="1311388"/>
                  </a:lnTo>
                  <a:lnTo>
                    <a:pt x="2110580" y="1294333"/>
                  </a:lnTo>
                  <a:lnTo>
                    <a:pt x="2124109" y="1277451"/>
                  </a:lnTo>
                  <a:lnTo>
                    <a:pt x="2137638" y="1260745"/>
                  </a:lnTo>
                  <a:lnTo>
                    <a:pt x="2151168" y="1244217"/>
                  </a:lnTo>
                  <a:lnTo>
                    <a:pt x="2164697" y="1227872"/>
                  </a:lnTo>
                  <a:lnTo>
                    <a:pt x="2178226" y="1211712"/>
                  </a:lnTo>
                  <a:lnTo>
                    <a:pt x="2191756" y="1195739"/>
                  </a:lnTo>
                  <a:lnTo>
                    <a:pt x="2205285" y="1179958"/>
                  </a:lnTo>
                  <a:lnTo>
                    <a:pt x="2218815" y="1164368"/>
                  </a:lnTo>
                  <a:lnTo>
                    <a:pt x="2232344" y="1148974"/>
                  </a:lnTo>
                  <a:lnTo>
                    <a:pt x="2245873" y="1133777"/>
                  </a:lnTo>
                  <a:lnTo>
                    <a:pt x="2259403" y="1118778"/>
                  </a:lnTo>
                  <a:lnTo>
                    <a:pt x="2272932" y="1103979"/>
                  </a:lnTo>
                  <a:lnTo>
                    <a:pt x="2286461" y="1089381"/>
                  </a:lnTo>
                  <a:lnTo>
                    <a:pt x="2299991" y="1074986"/>
                  </a:lnTo>
                  <a:lnTo>
                    <a:pt x="2313520" y="1060795"/>
                  </a:lnTo>
                  <a:lnTo>
                    <a:pt x="2327049" y="1046807"/>
                  </a:lnTo>
                  <a:lnTo>
                    <a:pt x="2340579" y="1033024"/>
                  </a:lnTo>
                  <a:lnTo>
                    <a:pt x="2354108" y="1019447"/>
                  </a:lnTo>
                  <a:lnTo>
                    <a:pt x="2367637" y="1006074"/>
                  </a:lnTo>
                  <a:lnTo>
                    <a:pt x="2381167" y="992906"/>
                  </a:lnTo>
                  <a:lnTo>
                    <a:pt x="2394696" y="979944"/>
                  </a:lnTo>
                  <a:lnTo>
                    <a:pt x="2408226" y="967185"/>
                  </a:lnTo>
                  <a:lnTo>
                    <a:pt x="2421755" y="954631"/>
                  </a:lnTo>
                  <a:lnTo>
                    <a:pt x="2435284" y="942279"/>
                  </a:lnTo>
                  <a:lnTo>
                    <a:pt x="2448814" y="930129"/>
                  </a:lnTo>
                  <a:lnTo>
                    <a:pt x="2462343" y="918180"/>
                  </a:lnTo>
                  <a:lnTo>
                    <a:pt x="2475872" y="906430"/>
                  </a:lnTo>
                  <a:lnTo>
                    <a:pt x="2489402" y="894878"/>
                  </a:lnTo>
                  <a:lnTo>
                    <a:pt x="2502931" y="883521"/>
                  </a:lnTo>
                  <a:lnTo>
                    <a:pt x="2516460" y="872359"/>
                  </a:lnTo>
                  <a:lnTo>
                    <a:pt x="2529990" y="861388"/>
                  </a:lnTo>
                  <a:lnTo>
                    <a:pt x="2543519" y="850607"/>
                  </a:lnTo>
                  <a:lnTo>
                    <a:pt x="2557049" y="840014"/>
                  </a:lnTo>
                  <a:lnTo>
                    <a:pt x="2570578" y="829605"/>
                  </a:lnTo>
                  <a:lnTo>
                    <a:pt x="2584107" y="819377"/>
                  </a:lnTo>
                  <a:lnTo>
                    <a:pt x="2597637" y="809329"/>
                  </a:lnTo>
                  <a:lnTo>
                    <a:pt x="2611166" y="799457"/>
                  </a:lnTo>
                  <a:lnTo>
                    <a:pt x="2624695" y="789757"/>
                  </a:lnTo>
                  <a:lnTo>
                    <a:pt x="2638225" y="780227"/>
                  </a:lnTo>
                  <a:lnTo>
                    <a:pt x="2651754" y="770862"/>
                  </a:lnTo>
                  <a:lnTo>
                    <a:pt x="2665283" y="761660"/>
                  </a:lnTo>
                  <a:lnTo>
                    <a:pt x="2678813" y="752616"/>
                  </a:lnTo>
                  <a:lnTo>
                    <a:pt x="2692342" y="743727"/>
                  </a:lnTo>
                  <a:lnTo>
                    <a:pt x="2705871" y="734989"/>
                  </a:lnTo>
                  <a:lnTo>
                    <a:pt x="2719401" y="726398"/>
                  </a:lnTo>
                  <a:lnTo>
                    <a:pt x="2732930" y="717949"/>
                  </a:lnTo>
                  <a:lnTo>
                    <a:pt x="2746460" y="709638"/>
                  </a:lnTo>
                  <a:lnTo>
                    <a:pt x="2759989" y="701462"/>
                  </a:lnTo>
                  <a:lnTo>
                    <a:pt x="2773518" y="693414"/>
                  </a:lnTo>
                  <a:lnTo>
                    <a:pt x="2787048" y="685492"/>
                  </a:lnTo>
                  <a:lnTo>
                    <a:pt x="2800577" y="677691"/>
                  </a:lnTo>
                  <a:lnTo>
                    <a:pt x="2814106" y="670005"/>
                  </a:lnTo>
                  <a:lnTo>
                    <a:pt x="2827636" y="662430"/>
                  </a:lnTo>
                  <a:lnTo>
                    <a:pt x="2841165" y="654961"/>
                  </a:lnTo>
                  <a:lnTo>
                    <a:pt x="2854694" y="647594"/>
                  </a:lnTo>
                  <a:lnTo>
                    <a:pt x="2868224" y="640324"/>
                  </a:lnTo>
                  <a:lnTo>
                    <a:pt x="2881753" y="633146"/>
                  </a:lnTo>
                  <a:lnTo>
                    <a:pt x="2895283" y="626055"/>
                  </a:lnTo>
                  <a:lnTo>
                    <a:pt x="2908812" y="619046"/>
                  </a:lnTo>
                  <a:lnTo>
                    <a:pt x="2922341" y="612114"/>
                  </a:lnTo>
                  <a:lnTo>
                    <a:pt x="2935871" y="605255"/>
                  </a:lnTo>
                  <a:lnTo>
                    <a:pt x="2949400" y="598463"/>
                  </a:lnTo>
                  <a:lnTo>
                    <a:pt x="2962929" y="591733"/>
                  </a:lnTo>
                  <a:lnTo>
                    <a:pt x="2976459" y="585061"/>
                  </a:lnTo>
                  <a:lnTo>
                    <a:pt x="2989988" y="578443"/>
                  </a:lnTo>
                  <a:lnTo>
                    <a:pt x="3003517" y="571872"/>
                  </a:lnTo>
                  <a:lnTo>
                    <a:pt x="3017047" y="565344"/>
                  </a:lnTo>
                  <a:lnTo>
                    <a:pt x="3030576" y="558854"/>
                  </a:lnTo>
                  <a:lnTo>
                    <a:pt x="3044105" y="552399"/>
                  </a:lnTo>
                  <a:lnTo>
                    <a:pt x="3057635" y="545972"/>
                  </a:lnTo>
                  <a:lnTo>
                    <a:pt x="3071164" y="539569"/>
                  </a:lnTo>
                  <a:lnTo>
                    <a:pt x="3084694" y="533186"/>
                  </a:lnTo>
                  <a:lnTo>
                    <a:pt x="3098223" y="526818"/>
                  </a:lnTo>
                  <a:lnTo>
                    <a:pt x="3111752" y="520460"/>
                  </a:lnTo>
                  <a:lnTo>
                    <a:pt x="3125282" y="514108"/>
                  </a:lnTo>
                  <a:lnTo>
                    <a:pt x="3138811" y="507758"/>
                  </a:lnTo>
                  <a:lnTo>
                    <a:pt x="3152340" y="501405"/>
                  </a:lnTo>
                  <a:lnTo>
                    <a:pt x="3165870" y="495044"/>
                  </a:lnTo>
                  <a:lnTo>
                    <a:pt x="3179399" y="488672"/>
                  </a:lnTo>
                  <a:lnTo>
                    <a:pt x="3192928" y="482283"/>
                  </a:lnTo>
                  <a:lnTo>
                    <a:pt x="3206458" y="475875"/>
                  </a:lnTo>
                  <a:lnTo>
                    <a:pt x="3219987" y="469442"/>
                  </a:lnTo>
                  <a:lnTo>
                    <a:pt x="3233517" y="462980"/>
                  </a:lnTo>
                  <a:lnTo>
                    <a:pt x="3247046" y="456485"/>
                  </a:lnTo>
                  <a:lnTo>
                    <a:pt x="3260575" y="449953"/>
                  </a:lnTo>
                  <a:lnTo>
                    <a:pt x="3274105" y="443380"/>
                  </a:lnTo>
                  <a:lnTo>
                    <a:pt x="3287634" y="436762"/>
                  </a:lnTo>
                  <a:lnTo>
                    <a:pt x="3301163" y="430095"/>
                  </a:lnTo>
                  <a:lnTo>
                    <a:pt x="3314693" y="423380"/>
                  </a:lnTo>
                  <a:lnTo>
                    <a:pt x="3328222" y="416617"/>
                  </a:lnTo>
                  <a:lnTo>
                    <a:pt x="3341751" y="409807"/>
                  </a:lnTo>
                  <a:lnTo>
                    <a:pt x="3355281" y="402950"/>
                  </a:lnTo>
                  <a:lnTo>
                    <a:pt x="3368810" y="396046"/>
                  </a:lnTo>
                  <a:lnTo>
                    <a:pt x="3382339" y="389097"/>
                  </a:lnTo>
                  <a:lnTo>
                    <a:pt x="3395869" y="382103"/>
                  </a:lnTo>
                  <a:lnTo>
                    <a:pt x="3409398" y="375063"/>
                  </a:lnTo>
                  <a:lnTo>
                    <a:pt x="3422928" y="367979"/>
                  </a:lnTo>
                  <a:lnTo>
                    <a:pt x="3436457" y="360851"/>
                  </a:lnTo>
                  <a:lnTo>
                    <a:pt x="3449986" y="353680"/>
                  </a:lnTo>
                  <a:lnTo>
                    <a:pt x="3463516" y="346466"/>
                  </a:lnTo>
                  <a:lnTo>
                    <a:pt x="3477045" y="339209"/>
                  </a:lnTo>
                  <a:lnTo>
                    <a:pt x="3490574" y="331910"/>
                  </a:lnTo>
                  <a:lnTo>
                    <a:pt x="3504104" y="324568"/>
                  </a:lnTo>
                  <a:lnTo>
                    <a:pt x="3517633" y="317186"/>
                  </a:lnTo>
                  <a:lnTo>
                    <a:pt x="3531162" y="309762"/>
                  </a:lnTo>
                  <a:lnTo>
                    <a:pt x="3544692" y="302298"/>
                  </a:lnTo>
                  <a:lnTo>
                    <a:pt x="3558221" y="294794"/>
                  </a:lnTo>
                  <a:lnTo>
                    <a:pt x="3571751" y="287249"/>
                  </a:lnTo>
                  <a:lnTo>
                    <a:pt x="3585280" y="279665"/>
                  </a:lnTo>
                  <a:lnTo>
                    <a:pt x="3598809" y="272042"/>
                  </a:lnTo>
                  <a:lnTo>
                    <a:pt x="3612339" y="264379"/>
                  </a:lnTo>
                  <a:lnTo>
                    <a:pt x="3625868" y="256678"/>
                  </a:lnTo>
                  <a:lnTo>
                    <a:pt x="3639397" y="248939"/>
                  </a:lnTo>
                  <a:lnTo>
                    <a:pt x="3652927" y="241161"/>
                  </a:lnTo>
                  <a:lnTo>
                    <a:pt x="3666456" y="233346"/>
                  </a:lnTo>
                  <a:lnTo>
                    <a:pt x="3679985" y="225493"/>
                  </a:lnTo>
                  <a:lnTo>
                    <a:pt x="3693515" y="217602"/>
                  </a:lnTo>
                  <a:lnTo>
                    <a:pt x="3707044" y="209675"/>
                  </a:lnTo>
                  <a:lnTo>
                    <a:pt x="3720573" y="201711"/>
                  </a:lnTo>
                  <a:lnTo>
                    <a:pt x="3734103" y="193710"/>
                  </a:lnTo>
                  <a:lnTo>
                    <a:pt x="3747632" y="185673"/>
                  </a:lnTo>
                  <a:lnTo>
                    <a:pt x="3761162" y="177600"/>
                  </a:lnTo>
                  <a:lnTo>
                    <a:pt x="3774691" y="169491"/>
                  </a:lnTo>
                  <a:lnTo>
                    <a:pt x="3788220" y="161346"/>
                  </a:lnTo>
                  <a:lnTo>
                    <a:pt x="3801750" y="153165"/>
                  </a:lnTo>
                  <a:lnTo>
                    <a:pt x="3815279" y="144949"/>
                  </a:lnTo>
                  <a:lnTo>
                    <a:pt x="3828808" y="136698"/>
                  </a:lnTo>
                  <a:lnTo>
                    <a:pt x="3842338" y="128412"/>
                  </a:lnTo>
                  <a:lnTo>
                    <a:pt x="3855867" y="120091"/>
                  </a:lnTo>
                  <a:lnTo>
                    <a:pt x="3869396" y="111735"/>
                  </a:lnTo>
                  <a:lnTo>
                    <a:pt x="3882926" y="103344"/>
                  </a:lnTo>
                  <a:lnTo>
                    <a:pt x="3896455" y="94919"/>
                  </a:lnTo>
                  <a:lnTo>
                    <a:pt x="3909985" y="86460"/>
                  </a:lnTo>
                  <a:lnTo>
                    <a:pt x="3923514" y="77966"/>
                  </a:lnTo>
                  <a:lnTo>
                    <a:pt x="3937043" y="69438"/>
                  </a:lnTo>
                  <a:lnTo>
                    <a:pt x="3950573" y="60876"/>
                  </a:lnTo>
                  <a:lnTo>
                    <a:pt x="3964102" y="52281"/>
                  </a:lnTo>
                  <a:lnTo>
                    <a:pt x="3977631" y="43651"/>
                  </a:lnTo>
                  <a:lnTo>
                    <a:pt x="3991161" y="34988"/>
                  </a:lnTo>
                  <a:lnTo>
                    <a:pt x="4004690" y="26291"/>
                  </a:lnTo>
                  <a:lnTo>
                    <a:pt x="4018219" y="17561"/>
                  </a:lnTo>
                  <a:lnTo>
                    <a:pt x="4031749" y="8797"/>
                  </a:ln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959543" y="759285"/>
              <a:ext cx="4045278" cy="2221888"/>
            </a:xfrm>
            <a:custGeom>
              <a:avLst/>
              <a:pathLst>
                <a:path w="4045278" h="2221888">
                  <a:moveTo>
                    <a:pt x="4045278" y="0"/>
                  </a:moveTo>
                  <a:lnTo>
                    <a:pt x="4031749" y="2515"/>
                  </a:lnTo>
                  <a:lnTo>
                    <a:pt x="4018219" y="5035"/>
                  </a:lnTo>
                  <a:lnTo>
                    <a:pt x="4004690" y="7559"/>
                  </a:lnTo>
                  <a:lnTo>
                    <a:pt x="3991161" y="10089"/>
                  </a:lnTo>
                  <a:lnTo>
                    <a:pt x="3977631" y="12623"/>
                  </a:lnTo>
                  <a:lnTo>
                    <a:pt x="3964102" y="15162"/>
                  </a:lnTo>
                  <a:lnTo>
                    <a:pt x="3950573" y="17706"/>
                  </a:lnTo>
                  <a:lnTo>
                    <a:pt x="3937043" y="20256"/>
                  </a:lnTo>
                  <a:lnTo>
                    <a:pt x="3923514" y="22811"/>
                  </a:lnTo>
                  <a:lnTo>
                    <a:pt x="3909985" y="25372"/>
                  </a:lnTo>
                  <a:lnTo>
                    <a:pt x="3896455" y="27939"/>
                  </a:lnTo>
                  <a:lnTo>
                    <a:pt x="3882926" y="30512"/>
                  </a:lnTo>
                  <a:lnTo>
                    <a:pt x="3869396" y="33092"/>
                  </a:lnTo>
                  <a:lnTo>
                    <a:pt x="3855867" y="35678"/>
                  </a:lnTo>
                  <a:lnTo>
                    <a:pt x="3842338" y="38271"/>
                  </a:lnTo>
                  <a:lnTo>
                    <a:pt x="3828808" y="40871"/>
                  </a:lnTo>
                  <a:lnTo>
                    <a:pt x="3815279" y="43478"/>
                  </a:lnTo>
                  <a:lnTo>
                    <a:pt x="3801750" y="46093"/>
                  </a:lnTo>
                  <a:lnTo>
                    <a:pt x="3788220" y="48716"/>
                  </a:lnTo>
                  <a:lnTo>
                    <a:pt x="3774691" y="51346"/>
                  </a:lnTo>
                  <a:lnTo>
                    <a:pt x="3761162" y="53985"/>
                  </a:lnTo>
                  <a:lnTo>
                    <a:pt x="3747632" y="56632"/>
                  </a:lnTo>
                  <a:lnTo>
                    <a:pt x="3734103" y="59289"/>
                  </a:lnTo>
                  <a:lnTo>
                    <a:pt x="3720573" y="61954"/>
                  </a:lnTo>
                  <a:lnTo>
                    <a:pt x="3707044" y="64629"/>
                  </a:lnTo>
                  <a:lnTo>
                    <a:pt x="3693515" y="67313"/>
                  </a:lnTo>
                  <a:lnTo>
                    <a:pt x="3679985" y="70008"/>
                  </a:lnTo>
                  <a:lnTo>
                    <a:pt x="3666456" y="72713"/>
                  </a:lnTo>
                  <a:lnTo>
                    <a:pt x="3652927" y="75428"/>
                  </a:lnTo>
                  <a:lnTo>
                    <a:pt x="3639397" y="78155"/>
                  </a:lnTo>
                  <a:lnTo>
                    <a:pt x="3625868" y="80893"/>
                  </a:lnTo>
                  <a:lnTo>
                    <a:pt x="3612339" y="83643"/>
                  </a:lnTo>
                  <a:lnTo>
                    <a:pt x="3598809" y="86404"/>
                  </a:lnTo>
                  <a:lnTo>
                    <a:pt x="3585280" y="89179"/>
                  </a:lnTo>
                  <a:lnTo>
                    <a:pt x="3571751" y="91966"/>
                  </a:lnTo>
                  <a:lnTo>
                    <a:pt x="3558221" y="94767"/>
                  </a:lnTo>
                  <a:lnTo>
                    <a:pt x="3544692" y="97581"/>
                  </a:lnTo>
                  <a:lnTo>
                    <a:pt x="3531162" y="100409"/>
                  </a:lnTo>
                  <a:lnTo>
                    <a:pt x="3517633" y="103252"/>
                  </a:lnTo>
                  <a:lnTo>
                    <a:pt x="3504104" y="106110"/>
                  </a:lnTo>
                  <a:lnTo>
                    <a:pt x="3490574" y="108983"/>
                  </a:lnTo>
                  <a:lnTo>
                    <a:pt x="3477045" y="111872"/>
                  </a:lnTo>
                  <a:lnTo>
                    <a:pt x="3463516" y="114778"/>
                  </a:lnTo>
                  <a:lnTo>
                    <a:pt x="3449986" y="117701"/>
                  </a:lnTo>
                  <a:lnTo>
                    <a:pt x="3436457" y="120641"/>
                  </a:lnTo>
                  <a:lnTo>
                    <a:pt x="3422928" y="123598"/>
                  </a:lnTo>
                  <a:lnTo>
                    <a:pt x="3409398" y="126575"/>
                  </a:lnTo>
                  <a:lnTo>
                    <a:pt x="3395869" y="129570"/>
                  </a:lnTo>
                  <a:lnTo>
                    <a:pt x="3382339" y="132585"/>
                  </a:lnTo>
                  <a:lnTo>
                    <a:pt x="3368810" y="135619"/>
                  </a:lnTo>
                  <a:lnTo>
                    <a:pt x="3355281" y="138675"/>
                  </a:lnTo>
                  <a:lnTo>
                    <a:pt x="3341751" y="141751"/>
                  </a:lnTo>
                  <a:lnTo>
                    <a:pt x="3328222" y="144849"/>
                  </a:lnTo>
                  <a:lnTo>
                    <a:pt x="3314693" y="147970"/>
                  </a:lnTo>
                  <a:lnTo>
                    <a:pt x="3301163" y="151113"/>
                  </a:lnTo>
                  <a:lnTo>
                    <a:pt x="3287634" y="154280"/>
                  </a:lnTo>
                  <a:lnTo>
                    <a:pt x="3274105" y="157472"/>
                  </a:lnTo>
                  <a:lnTo>
                    <a:pt x="3260575" y="160691"/>
                  </a:lnTo>
                  <a:lnTo>
                    <a:pt x="3247046" y="163944"/>
                  </a:lnTo>
                  <a:lnTo>
                    <a:pt x="3233517" y="167233"/>
                  </a:lnTo>
                  <a:lnTo>
                    <a:pt x="3219987" y="170564"/>
                  </a:lnTo>
                  <a:lnTo>
                    <a:pt x="3206458" y="173940"/>
                  </a:lnTo>
                  <a:lnTo>
                    <a:pt x="3192928" y="177365"/>
                  </a:lnTo>
                  <a:lnTo>
                    <a:pt x="3179399" y="180844"/>
                  </a:lnTo>
                  <a:lnTo>
                    <a:pt x="3165870" y="184381"/>
                  </a:lnTo>
                  <a:lnTo>
                    <a:pt x="3152340" y="187979"/>
                  </a:lnTo>
                  <a:lnTo>
                    <a:pt x="3138811" y="191641"/>
                  </a:lnTo>
                  <a:lnTo>
                    <a:pt x="3125282" y="195373"/>
                  </a:lnTo>
                  <a:lnTo>
                    <a:pt x="3111752" y="199176"/>
                  </a:lnTo>
                  <a:lnTo>
                    <a:pt x="3098223" y="203054"/>
                  </a:lnTo>
                  <a:lnTo>
                    <a:pt x="3084694" y="207012"/>
                  </a:lnTo>
                  <a:lnTo>
                    <a:pt x="3071164" y="211051"/>
                  </a:lnTo>
                  <a:lnTo>
                    <a:pt x="3057635" y="215174"/>
                  </a:lnTo>
                  <a:lnTo>
                    <a:pt x="3044105" y="219386"/>
                  </a:lnTo>
                  <a:lnTo>
                    <a:pt x="3030576" y="223688"/>
                  </a:lnTo>
                  <a:lnTo>
                    <a:pt x="3017047" y="228084"/>
                  </a:lnTo>
                  <a:lnTo>
                    <a:pt x="3003517" y="232575"/>
                  </a:lnTo>
                  <a:lnTo>
                    <a:pt x="2989988" y="237165"/>
                  </a:lnTo>
                  <a:lnTo>
                    <a:pt x="2976459" y="241856"/>
                  </a:lnTo>
                  <a:lnTo>
                    <a:pt x="2962929" y="246649"/>
                  </a:lnTo>
                  <a:lnTo>
                    <a:pt x="2949400" y="251548"/>
                  </a:lnTo>
                  <a:lnTo>
                    <a:pt x="2935871" y="256554"/>
                  </a:lnTo>
                  <a:lnTo>
                    <a:pt x="2922341" y="261669"/>
                  </a:lnTo>
                  <a:lnTo>
                    <a:pt x="2908812" y="266895"/>
                  </a:lnTo>
                  <a:lnTo>
                    <a:pt x="2895283" y="272233"/>
                  </a:lnTo>
                  <a:lnTo>
                    <a:pt x="2881753" y="277686"/>
                  </a:lnTo>
                  <a:lnTo>
                    <a:pt x="2868224" y="283255"/>
                  </a:lnTo>
                  <a:lnTo>
                    <a:pt x="2854694" y="288940"/>
                  </a:lnTo>
                  <a:lnTo>
                    <a:pt x="2841165" y="294745"/>
                  </a:lnTo>
                  <a:lnTo>
                    <a:pt x="2827636" y="300669"/>
                  </a:lnTo>
                  <a:lnTo>
                    <a:pt x="2814106" y="306714"/>
                  </a:lnTo>
                  <a:lnTo>
                    <a:pt x="2800577" y="312881"/>
                  </a:lnTo>
                  <a:lnTo>
                    <a:pt x="2787048" y="319171"/>
                  </a:lnTo>
                  <a:lnTo>
                    <a:pt x="2773518" y="325585"/>
                  </a:lnTo>
                  <a:lnTo>
                    <a:pt x="2759989" y="332124"/>
                  </a:lnTo>
                  <a:lnTo>
                    <a:pt x="2746460" y="338789"/>
                  </a:lnTo>
                  <a:lnTo>
                    <a:pt x="2732930" y="345579"/>
                  </a:lnTo>
                  <a:lnTo>
                    <a:pt x="2719401" y="352497"/>
                  </a:lnTo>
                  <a:lnTo>
                    <a:pt x="2705871" y="359543"/>
                  </a:lnTo>
                  <a:lnTo>
                    <a:pt x="2692342" y="366716"/>
                  </a:lnTo>
                  <a:lnTo>
                    <a:pt x="2678813" y="374019"/>
                  </a:lnTo>
                  <a:lnTo>
                    <a:pt x="2665283" y="381450"/>
                  </a:lnTo>
                  <a:lnTo>
                    <a:pt x="2651754" y="389010"/>
                  </a:lnTo>
                  <a:lnTo>
                    <a:pt x="2638225" y="396700"/>
                  </a:lnTo>
                  <a:lnTo>
                    <a:pt x="2624695" y="404520"/>
                  </a:lnTo>
                  <a:lnTo>
                    <a:pt x="2611166" y="412470"/>
                  </a:lnTo>
                  <a:lnTo>
                    <a:pt x="2597637" y="420551"/>
                  </a:lnTo>
                  <a:lnTo>
                    <a:pt x="2584107" y="428761"/>
                  </a:lnTo>
                  <a:lnTo>
                    <a:pt x="2570578" y="437103"/>
                  </a:lnTo>
                  <a:lnTo>
                    <a:pt x="2557049" y="445574"/>
                  </a:lnTo>
                  <a:lnTo>
                    <a:pt x="2543519" y="454176"/>
                  </a:lnTo>
                  <a:lnTo>
                    <a:pt x="2529990" y="462909"/>
                  </a:lnTo>
                  <a:lnTo>
                    <a:pt x="2516460" y="471771"/>
                  </a:lnTo>
                  <a:lnTo>
                    <a:pt x="2502931" y="480764"/>
                  </a:lnTo>
                  <a:lnTo>
                    <a:pt x="2489402" y="489886"/>
                  </a:lnTo>
                  <a:lnTo>
                    <a:pt x="2475872" y="499138"/>
                  </a:lnTo>
                  <a:lnTo>
                    <a:pt x="2462343" y="508520"/>
                  </a:lnTo>
                  <a:lnTo>
                    <a:pt x="2448814" y="518030"/>
                  </a:lnTo>
                  <a:lnTo>
                    <a:pt x="2435284" y="527668"/>
                  </a:lnTo>
                  <a:lnTo>
                    <a:pt x="2421755" y="537435"/>
                  </a:lnTo>
                  <a:lnTo>
                    <a:pt x="2408226" y="547330"/>
                  </a:lnTo>
                  <a:lnTo>
                    <a:pt x="2394696" y="557351"/>
                  </a:lnTo>
                  <a:lnTo>
                    <a:pt x="2381167" y="567499"/>
                  </a:lnTo>
                  <a:lnTo>
                    <a:pt x="2367637" y="577773"/>
                  </a:lnTo>
                  <a:lnTo>
                    <a:pt x="2354108" y="588171"/>
                  </a:lnTo>
                  <a:lnTo>
                    <a:pt x="2340579" y="598695"/>
                  </a:lnTo>
                  <a:lnTo>
                    <a:pt x="2327049" y="609342"/>
                  </a:lnTo>
                  <a:lnTo>
                    <a:pt x="2313520" y="620112"/>
                  </a:lnTo>
                  <a:lnTo>
                    <a:pt x="2299991" y="631004"/>
                  </a:lnTo>
                  <a:lnTo>
                    <a:pt x="2286461" y="642017"/>
                  </a:lnTo>
                  <a:lnTo>
                    <a:pt x="2272932" y="653150"/>
                  </a:lnTo>
                  <a:lnTo>
                    <a:pt x="2259403" y="664402"/>
                  </a:lnTo>
                  <a:lnTo>
                    <a:pt x="2245873" y="675772"/>
                  </a:lnTo>
                  <a:lnTo>
                    <a:pt x="2232344" y="687259"/>
                  </a:lnTo>
                  <a:lnTo>
                    <a:pt x="2218815" y="698861"/>
                  </a:lnTo>
                  <a:lnTo>
                    <a:pt x="2205285" y="710578"/>
                  </a:lnTo>
                  <a:lnTo>
                    <a:pt x="2191756" y="722408"/>
                  </a:lnTo>
                  <a:lnTo>
                    <a:pt x="2178226" y="734350"/>
                  </a:lnTo>
                  <a:lnTo>
                    <a:pt x="2164697" y="746402"/>
                  </a:lnTo>
                  <a:lnTo>
                    <a:pt x="2151168" y="758563"/>
                  </a:lnTo>
                  <a:lnTo>
                    <a:pt x="2137638" y="770832"/>
                  </a:lnTo>
                  <a:lnTo>
                    <a:pt x="2124109" y="783206"/>
                  </a:lnTo>
                  <a:lnTo>
                    <a:pt x="2110580" y="795685"/>
                  </a:lnTo>
                  <a:lnTo>
                    <a:pt x="2097050" y="808266"/>
                  </a:lnTo>
                  <a:lnTo>
                    <a:pt x="2083521" y="820948"/>
                  </a:lnTo>
                  <a:lnTo>
                    <a:pt x="2069992" y="833724"/>
                  </a:lnTo>
                  <a:lnTo>
                    <a:pt x="2056462" y="846588"/>
                  </a:lnTo>
                  <a:lnTo>
                    <a:pt x="2042933" y="859533"/>
                  </a:lnTo>
                  <a:lnTo>
                    <a:pt x="2029403" y="872551"/>
                  </a:lnTo>
                  <a:lnTo>
                    <a:pt x="2015874" y="885637"/>
                  </a:lnTo>
                  <a:lnTo>
                    <a:pt x="2002345" y="898783"/>
                  </a:lnTo>
                  <a:lnTo>
                    <a:pt x="1988815" y="911983"/>
                  </a:lnTo>
                  <a:lnTo>
                    <a:pt x="1975286" y="925231"/>
                  </a:lnTo>
                  <a:lnTo>
                    <a:pt x="1961757" y="938521"/>
                  </a:lnTo>
                  <a:lnTo>
                    <a:pt x="1948227" y="951846"/>
                  </a:lnTo>
                  <a:lnTo>
                    <a:pt x="1934698" y="965201"/>
                  </a:lnTo>
                  <a:lnTo>
                    <a:pt x="1921169" y="978579"/>
                  </a:lnTo>
                  <a:lnTo>
                    <a:pt x="1907639" y="991975"/>
                  </a:lnTo>
                  <a:lnTo>
                    <a:pt x="1894110" y="1005384"/>
                  </a:lnTo>
                  <a:lnTo>
                    <a:pt x="1880581" y="1018799"/>
                  </a:lnTo>
                  <a:lnTo>
                    <a:pt x="1867051" y="1032216"/>
                  </a:lnTo>
                  <a:lnTo>
                    <a:pt x="1853522" y="1045628"/>
                  </a:lnTo>
                  <a:lnTo>
                    <a:pt x="1839992" y="1059032"/>
                  </a:lnTo>
                  <a:lnTo>
                    <a:pt x="1826463" y="1072421"/>
                  </a:lnTo>
                  <a:lnTo>
                    <a:pt x="1812934" y="1085791"/>
                  </a:lnTo>
                  <a:lnTo>
                    <a:pt x="1799404" y="1099138"/>
                  </a:lnTo>
                  <a:lnTo>
                    <a:pt x="1785875" y="1112455"/>
                  </a:lnTo>
                  <a:lnTo>
                    <a:pt x="1772346" y="1125739"/>
                  </a:lnTo>
                  <a:lnTo>
                    <a:pt x="1758816" y="1138985"/>
                  </a:lnTo>
                  <a:lnTo>
                    <a:pt x="1745287" y="1152188"/>
                  </a:lnTo>
                  <a:lnTo>
                    <a:pt x="1731758" y="1166908"/>
                  </a:lnTo>
                  <a:lnTo>
                    <a:pt x="1718228" y="1183448"/>
                  </a:lnTo>
                  <a:lnTo>
                    <a:pt x="1704699" y="1199827"/>
                  </a:lnTo>
                  <a:lnTo>
                    <a:pt x="1691169" y="1216039"/>
                  </a:lnTo>
                  <a:lnTo>
                    <a:pt x="1677640" y="1232078"/>
                  </a:lnTo>
                  <a:lnTo>
                    <a:pt x="1664111" y="1247940"/>
                  </a:lnTo>
                  <a:lnTo>
                    <a:pt x="1650581" y="1263620"/>
                  </a:lnTo>
                  <a:lnTo>
                    <a:pt x="1637052" y="1279114"/>
                  </a:lnTo>
                  <a:lnTo>
                    <a:pt x="1623523" y="1294419"/>
                  </a:lnTo>
                  <a:lnTo>
                    <a:pt x="1609993" y="1309531"/>
                  </a:lnTo>
                  <a:lnTo>
                    <a:pt x="1596464" y="1324447"/>
                  </a:lnTo>
                  <a:lnTo>
                    <a:pt x="1582935" y="1339165"/>
                  </a:lnTo>
                  <a:lnTo>
                    <a:pt x="1569405" y="1353681"/>
                  </a:lnTo>
                  <a:lnTo>
                    <a:pt x="1555876" y="1367996"/>
                  </a:lnTo>
                  <a:lnTo>
                    <a:pt x="1542347" y="1382106"/>
                  </a:lnTo>
                  <a:lnTo>
                    <a:pt x="1528817" y="1396010"/>
                  </a:lnTo>
                  <a:lnTo>
                    <a:pt x="1515288" y="1409708"/>
                  </a:lnTo>
                  <a:lnTo>
                    <a:pt x="1501758" y="1423199"/>
                  </a:lnTo>
                  <a:lnTo>
                    <a:pt x="1488229" y="1436482"/>
                  </a:lnTo>
                  <a:lnTo>
                    <a:pt x="1474700" y="1449558"/>
                  </a:lnTo>
                  <a:lnTo>
                    <a:pt x="1461170" y="1462426"/>
                  </a:lnTo>
                  <a:lnTo>
                    <a:pt x="1447641" y="1475088"/>
                  </a:lnTo>
                  <a:lnTo>
                    <a:pt x="1434112" y="1487544"/>
                  </a:lnTo>
                  <a:lnTo>
                    <a:pt x="1420582" y="1499796"/>
                  </a:lnTo>
                  <a:lnTo>
                    <a:pt x="1407053" y="1511844"/>
                  </a:lnTo>
                  <a:lnTo>
                    <a:pt x="1393524" y="1523692"/>
                  </a:lnTo>
                  <a:lnTo>
                    <a:pt x="1379994" y="1535340"/>
                  </a:lnTo>
                  <a:lnTo>
                    <a:pt x="1366465" y="1546794"/>
                  </a:lnTo>
                  <a:lnTo>
                    <a:pt x="1352935" y="1558062"/>
                  </a:lnTo>
                  <a:lnTo>
                    <a:pt x="1339406" y="1569152"/>
                  </a:lnTo>
                  <a:lnTo>
                    <a:pt x="1325877" y="1580071"/>
                  </a:lnTo>
                  <a:lnTo>
                    <a:pt x="1312347" y="1590826"/>
                  </a:lnTo>
                  <a:lnTo>
                    <a:pt x="1298818" y="1601425"/>
                  </a:lnTo>
                  <a:lnTo>
                    <a:pt x="1285289" y="1611874"/>
                  </a:lnTo>
                  <a:lnTo>
                    <a:pt x="1271759" y="1622179"/>
                  </a:lnTo>
                  <a:lnTo>
                    <a:pt x="1258230" y="1632346"/>
                  </a:lnTo>
                  <a:lnTo>
                    <a:pt x="1244701" y="1642382"/>
                  </a:lnTo>
                  <a:lnTo>
                    <a:pt x="1231171" y="1652291"/>
                  </a:lnTo>
                  <a:lnTo>
                    <a:pt x="1217642" y="1662078"/>
                  </a:lnTo>
                  <a:lnTo>
                    <a:pt x="1204113" y="1671749"/>
                  </a:lnTo>
                  <a:lnTo>
                    <a:pt x="1190583" y="1681307"/>
                  </a:lnTo>
                  <a:lnTo>
                    <a:pt x="1177054" y="1690756"/>
                  </a:lnTo>
                  <a:lnTo>
                    <a:pt x="1163524" y="1700100"/>
                  </a:lnTo>
                  <a:lnTo>
                    <a:pt x="1149995" y="1709343"/>
                  </a:lnTo>
                  <a:lnTo>
                    <a:pt x="1136466" y="1718487"/>
                  </a:lnTo>
                  <a:lnTo>
                    <a:pt x="1122936" y="1727535"/>
                  </a:lnTo>
                  <a:lnTo>
                    <a:pt x="1109407" y="1736489"/>
                  </a:lnTo>
                  <a:lnTo>
                    <a:pt x="1095878" y="1745352"/>
                  </a:lnTo>
                  <a:lnTo>
                    <a:pt x="1082348" y="1754125"/>
                  </a:lnTo>
                  <a:lnTo>
                    <a:pt x="1068819" y="1762811"/>
                  </a:lnTo>
                  <a:lnTo>
                    <a:pt x="1055290" y="1771411"/>
                  </a:lnTo>
                  <a:lnTo>
                    <a:pt x="1041760" y="1779926"/>
                  </a:lnTo>
                  <a:lnTo>
                    <a:pt x="1028231" y="1788357"/>
                  </a:lnTo>
                  <a:lnTo>
                    <a:pt x="1014701" y="1796705"/>
                  </a:lnTo>
                  <a:lnTo>
                    <a:pt x="1001172" y="1804971"/>
                  </a:lnTo>
                  <a:lnTo>
                    <a:pt x="987643" y="1813157"/>
                  </a:lnTo>
                  <a:lnTo>
                    <a:pt x="974113" y="1821262"/>
                  </a:lnTo>
                  <a:lnTo>
                    <a:pt x="960584" y="1829287"/>
                  </a:lnTo>
                  <a:lnTo>
                    <a:pt x="947055" y="1837233"/>
                  </a:lnTo>
                  <a:lnTo>
                    <a:pt x="933525" y="1845101"/>
                  </a:lnTo>
                  <a:lnTo>
                    <a:pt x="919996" y="1852890"/>
                  </a:lnTo>
                  <a:lnTo>
                    <a:pt x="906467" y="1860602"/>
                  </a:lnTo>
                  <a:lnTo>
                    <a:pt x="892937" y="1868236"/>
                  </a:lnTo>
                  <a:lnTo>
                    <a:pt x="879408" y="1875793"/>
                  </a:lnTo>
                  <a:lnTo>
                    <a:pt x="865879" y="1883273"/>
                  </a:lnTo>
                  <a:lnTo>
                    <a:pt x="852349" y="1890676"/>
                  </a:lnTo>
                  <a:lnTo>
                    <a:pt x="838820" y="1898004"/>
                  </a:lnTo>
                  <a:lnTo>
                    <a:pt x="825290" y="1905256"/>
                  </a:lnTo>
                  <a:lnTo>
                    <a:pt x="811761" y="1912432"/>
                  </a:lnTo>
                  <a:lnTo>
                    <a:pt x="798232" y="1919533"/>
                  </a:lnTo>
                  <a:lnTo>
                    <a:pt x="784702" y="1926560"/>
                  </a:lnTo>
                  <a:lnTo>
                    <a:pt x="771173" y="1933512"/>
                  </a:lnTo>
                  <a:lnTo>
                    <a:pt x="757644" y="1940390"/>
                  </a:lnTo>
                  <a:lnTo>
                    <a:pt x="744114" y="1947194"/>
                  </a:lnTo>
                  <a:lnTo>
                    <a:pt x="730585" y="1953924"/>
                  </a:lnTo>
                  <a:lnTo>
                    <a:pt x="717056" y="1960582"/>
                  </a:lnTo>
                  <a:lnTo>
                    <a:pt x="703526" y="1967167"/>
                  </a:lnTo>
                  <a:lnTo>
                    <a:pt x="689997" y="1973680"/>
                  </a:lnTo>
                  <a:lnTo>
                    <a:pt x="676467" y="1980121"/>
                  </a:lnTo>
                  <a:lnTo>
                    <a:pt x="662938" y="1986490"/>
                  </a:lnTo>
                  <a:lnTo>
                    <a:pt x="649409" y="1992789"/>
                  </a:lnTo>
                  <a:lnTo>
                    <a:pt x="635879" y="1999017"/>
                  </a:lnTo>
                  <a:lnTo>
                    <a:pt x="622350" y="2005175"/>
                  </a:lnTo>
                  <a:lnTo>
                    <a:pt x="608821" y="2011263"/>
                  </a:lnTo>
                  <a:lnTo>
                    <a:pt x="595291" y="2017282"/>
                  </a:lnTo>
                  <a:lnTo>
                    <a:pt x="581762" y="2023232"/>
                  </a:lnTo>
                  <a:lnTo>
                    <a:pt x="568233" y="2029114"/>
                  </a:lnTo>
                  <a:lnTo>
                    <a:pt x="554703" y="2034929"/>
                  </a:lnTo>
                  <a:lnTo>
                    <a:pt x="541174" y="2040676"/>
                  </a:lnTo>
                  <a:lnTo>
                    <a:pt x="527645" y="2046356"/>
                  </a:lnTo>
                  <a:lnTo>
                    <a:pt x="514115" y="2051970"/>
                  </a:lnTo>
                  <a:lnTo>
                    <a:pt x="500586" y="2057518"/>
                  </a:lnTo>
                  <a:lnTo>
                    <a:pt x="487056" y="2063001"/>
                  </a:lnTo>
                  <a:lnTo>
                    <a:pt x="473527" y="2068420"/>
                  </a:lnTo>
                  <a:lnTo>
                    <a:pt x="459998" y="2073774"/>
                  </a:lnTo>
                  <a:lnTo>
                    <a:pt x="446468" y="2079065"/>
                  </a:lnTo>
                  <a:lnTo>
                    <a:pt x="432939" y="2084292"/>
                  </a:lnTo>
                  <a:lnTo>
                    <a:pt x="419410" y="2089457"/>
                  </a:lnTo>
                  <a:lnTo>
                    <a:pt x="405880" y="2094560"/>
                  </a:lnTo>
                  <a:lnTo>
                    <a:pt x="392351" y="2099601"/>
                  </a:lnTo>
                  <a:lnTo>
                    <a:pt x="378822" y="2104582"/>
                  </a:lnTo>
                  <a:lnTo>
                    <a:pt x="365292" y="2109503"/>
                  </a:lnTo>
                  <a:lnTo>
                    <a:pt x="351763" y="2114364"/>
                  </a:lnTo>
                  <a:lnTo>
                    <a:pt x="338233" y="2119166"/>
                  </a:lnTo>
                  <a:lnTo>
                    <a:pt x="324704" y="2123911"/>
                  </a:lnTo>
                  <a:lnTo>
                    <a:pt x="311175" y="2128597"/>
                  </a:lnTo>
                  <a:lnTo>
                    <a:pt x="297645" y="2133227"/>
                  </a:lnTo>
                  <a:lnTo>
                    <a:pt x="284116" y="2137800"/>
                  </a:lnTo>
                  <a:lnTo>
                    <a:pt x="270587" y="2142317"/>
                  </a:lnTo>
                  <a:lnTo>
                    <a:pt x="257057" y="2146779"/>
                  </a:lnTo>
                  <a:lnTo>
                    <a:pt x="243528" y="2151187"/>
                  </a:lnTo>
                  <a:lnTo>
                    <a:pt x="229999" y="2155541"/>
                  </a:lnTo>
                  <a:lnTo>
                    <a:pt x="216469" y="2159842"/>
                  </a:lnTo>
                  <a:lnTo>
                    <a:pt x="202940" y="2164090"/>
                  </a:lnTo>
                  <a:lnTo>
                    <a:pt x="189411" y="2168286"/>
                  </a:lnTo>
                  <a:lnTo>
                    <a:pt x="175881" y="2172430"/>
                  </a:lnTo>
                  <a:lnTo>
                    <a:pt x="162352" y="2176524"/>
                  </a:lnTo>
                  <a:lnTo>
                    <a:pt x="148822" y="2180567"/>
                  </a:lnTo>
                  <a:lnTo>
                    <a:pt x="135293" y="2184561"/>
                  </a:lnTo>
                  <a:lnTo>
                    <a:pt x="121764" y="2188505"/>
                  </a:lnTo>
                  <a:lnTo>
                    <a:pt x="108234" y="2192401"/>
                  </a:lnTo>
                  <a:lnTo>
                    <a:pt x="94705" y="2196249"/>
                  </a:lnTo>
                  <a:lnTo>
                    <a:pt x="81176" y="2200049"/>
                  </a:lnTo>
                  <a:lnTo>
                    <a:pt x="67646" y="2203803"/>
                  </a:lnTo>
                  <a:lnTo>
                    <a:pt x="54117" y="2207510"/>
                  </a:lnTo>
                  <a:lnTo>
                    <a:pt x="40588" y="2211172"/>
                  </a:lnTo>
                  <a:lnTo>
                    <a:pt x="27058" y="2214788"/>
                  </a:lnTo>
                  <a:lnTo>
                    <a:pt x="13529" y="2218360"/>
                  </a:lnTo>
                  <a:lnTo>
                    <a:pt x="0" y="2221888"/>
                  </a:lnTo>
                  <a:lnTo>
                    <a:pt x="0" y="2221888"/>
                  </a:lnTo>
                  <a:lnTo>
                    <a:pt x="0" y="22218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959543" y="466380"/>
              <a:ext cx="4045278" cy="2429829"/>
            </a:xfrm>
            <a:custGeom>
              <a:avLst/>
              <a:pathLst>
                <a:path w="4045278" h="2429829">
                  <a:moveTo>
                    <a:pt x="0" y="2429829"/>
                  </a:moveTo>
                  <a:lnTo>
                    <a:pt x="13529" y="2426368"/>
                  </a:lnTo>
                  <a:lnTo>
                    <a:pt x="27058" y="2422875"/>
                  </a:lnTo>
                  <a:lnTo>
                    <a:pt x="40588" y="2419348"/>
                  </a:lnTo>
                  <a:lnTo>
                    <a:pt x="54117" y="2415787"/>
                  </a:lnTo>
                  <a:lnTo>
                    <a:pt x="67646" y="2412193"/>
                  </a:lnTo>
                  <a:lnTo>
                    <a:pt x="81176" y="2408565"/>
                  </a:lnTo>
                  <a:lnTo>
                    <a:pt x="94705" y="2404902"/>
                  </a:lnTo>
                  <a:lnTo>
                    <a:pt x="108234" y="2401205"/>
                  </a:lnTo>
                  <a:lnTo>
                    <a:pt x="121764" y="2397472"/>
                  </a:lnTo>
                  <a:lnTo>
                    <a:pt x="135293" y="2393704"/>
                  </a:lnTo>
                  <a:lnTo>
                    <a:pt x="148822" y="2389900"/>
                  </a:lnTo>
                  <a:lnTo>
                    <a:pt x="162352" y="2386060"/>
                  </a:lnTo>
                  <a:lnTo>
                    <a:pt x="175881" y="2382184"/>
                  </a:lnTo>
                  <a:lnTo>
                    <a:pt x="189411" y="2378271"/>
                  </a:lnTo>
                  <a:lnTo>
                    <a:pt x="202940" y="2374321"/>
                  </a:lnTo>
                  <a:lnTo>
                    <a:pt x="216469" y="2370333"/>
                  </a:lnTo>
                  <a:lnTo>
                    <a:pt x="229999" y="2366307"/>
                  </a:lnTo>
                  <a:lnTo>
                    <a:pt x="243528" y="2362243"/>
                  </a:lnTo>
                  <a:lnTo>
                    <a:pt x="257057" y="2358141"/>
                  </a:lnTo>
                  <a:lnTo>
                    <a:pt x="270587" y="2353999"/>
                  </a:lnTo>
                  <a:lnTo>
                    <a:pt x="284116" y="2349819"/>
                  </a:lnTo>
                  <a:lnTo>
                    <a:pt x="297645" y="2345598"/>
                  </a:lnTo>
                  <a:lnTo>
                    <a:pt x="311175" y="2341338"/>
                  </a:lnTo>
                  <a:lnTo>
                    <a:pt x="324704" y="2337037"/>
                  </a:lnTo>
                  <a:lnTo>
                    <a:pt x="338233" y="2332695"/>
                  </a:lnTo>
                  <a:lnTo>
                    <a:pt x="351763" y="2328312"/>
                  </a:lnTo>
                  <a:lnTo>
                    <a:pt x="365292" y="2323887"/>
                  </a:lnTo>
                  <a:lnTo>
                    <a:pt x="378822" y="2319421"/>
                  </a:lnTo>
                  <a:lnTo>
                    <a:pt x="392351" y="2314912"/>
                  </a:lnTo>
                  <a:lnTo>
                    <a:pt x="405880" y="2310360"/>
                  </a:lnTo>
                  <a:lnTo>
                    <a:pt x="419410" y="2305765"/>
                  </a:lnTo>
                  <a:lnTo>
                    <a:pt x="432939" y="2301126"/>
                  </a:lnTo>
                  <a:lnTo>
                    <a:pt x="446468" y="2296443"/>
                  </a:lnTo>
                  <a:lnTo>
                    <a:pt x="459998" y="2291715"/>
                  </a:lnTo>
                  <a:lnTo>
                    <a:pt x="473527" y="2286941"/>
                  </a:lnTo>
                  <a:lnTo>
                    <a:pt x="487056" y="2282121"/>
                  </a:lnTo>
                  <a:lnTo>
                    <a:pt x="500586" y="2277253"/>
                  </a:lnTo>
                  <a:lnTo>
                    <a:pt x="514115" y="2272337"/>
                  </a:lnTo>
                  <a:lnTo>
                    <a:pt x="527645" y="2267372"/>
                  </a:lnTo>
                  <a:lnTo>
                    <a:pt x="541174" y="2262357"/>
                  </a:lnTo>
                  <a:lnTo>
                    <a:pt x="554703" y="2257291"/>
                  </a:lnTo>
                  <a:lnTo>
                    <a:pt x="568233" y="2252173"/>
                  </a:lnTo>
                  <a:lnTo>
                    <a:pt x="581762" y="2247003"/>
                  </a:lnTo>
                  <a:lnTo>
                    <a:pt x="595291" y="2241779"/>
                  </a:lnTo>
                  <a:lnTo>
                    <a:pt x="608821" y="2236500"/>
                  </a:lnTo>
                  <a:lnTo>
                    <a:pt x="622350" y="2231166"/>
                  </a:lnTo>
                  <a:lnTo>
                    <a:pt x="635879" y="2225775"/>
                  </a:lnTo>
                  <a:lnTo>
                    <a:pt x="649409" y="2220327"/>
                  </a:lnTo>
                  <a:lnTo>
                    <a:pt x="662938" y="2214820"/>
                  </a:lnTo>
                  <a:lnTo>
                    <a:pt x="676467" y="2209253"/>
                  </a:lnTo>
                  <a:lnTo>
                    <a:pt x="689997" y="2203625"/>
                  </a:lnTo>
                  <a:lnTo>
                    <a:pt x="703526" y="2197935"/>
                  </a:lnTo>
                  <a:lnTo>
                    <a:pt x="717056" y="2192182"/>
                  </a:lnTo>
                  <a:lnTo>
                    <a:pt x="730585" y="2186365"/>
                  </a:lnTo>
                  <a:lnTo>
                    <a:pt x="744114" y="2180482"/>
                  </a:lnTo>
                  <a:lnTo>
                    <a:pt x="757644" y="2174532"/>
                  </a:lnTo>
                  <a:lnTo>
                    <a:pt x="771173" y="2168515"/>
                  </a:lnTo>
                  <a:lnTo>
                    <a:pt x="784702" y="2162428"/>
                  </a:lnTo>
                  <a:lnTo>
                    <a:pt x="798232" y="2156270"/>
                  </a:lnTo>
                  <a:lnTo>
                    <a:pt x="811761" y="2150040"/>
                  </a:lnTo>
                  <a:lnTo>
                    <a:pt x="825290" y="2143737"/>
                  </a:lnTo>
                  <a:lnTo>
                    <a:pt x="838820" y="2137360"/>
                  </a:lnTo>
                  <a:lnTo>
                    <a:pt x="852349" y="2130906"/>
                  </a:lnTo>
                  <a:lnTo>
                    <a:pt x="865879" y="2124374"/>
                  </a:lnTo>
                  <a:lnTo>
                    <a:pt x="879408" y="2117763"/>
                  </a:lnTo>
                  <a:lnTo>
                    <a:pt x="892937" y="2111072"/>
                  </a:lnTo>
                  <a:lnTo>
                    <a:pt x="906467" y="2104298"/>
                  </a:lnTo>
                  <a:lnTo>
                    <a:pt x="919996" y="2097441"/>
                  </a:lnTo>
                  <a:lnTo>
                    <a:pt x="933525" y="2090498"/>
                  </a:lnTo>
                  <a:lnTo>
                    <a:pt x="947055" y="2083467"/>
                  </a:lnTo>
                  <a:lnTo>
                    <a:pt x="960584" y="2076348"/>
                  </a:lnTo>
                  <a:lnTo>
                    <a:pt x="974113" y="2069139"/>
                  </a:lnTo>
                  <a:lnTo>
                    <a:pt x="987643" y="2061837"/>
                  </a:lnTo>
                  <a:lnTo>
                    <a:pt x="1001172" y="2054440"/>
                  </a:lnTo>
                  <a:lnTo>
                    <a:pt x="1014701" y="2046948"/>
                  </a:lnTo>
                  <a:lnTo>
                    <a:pt x="1028231" y="2039357"/>
                  </a:lnTo>
                  <a:lnTo>
                    <a:pt x="1041760" y="2031667"/>
                  </a:lnTo>
                  <a:lnTo>
                    <a:pt x="1055290" y="2023874"/>
                  </a:lnTo>
                  <a:lnTo>
                    <a:pt x="1068819" y="2015978"/>
                  </a:lnTo>
                  <a:lnTo>
                    <a:pt x="1082348" y="2007975"/>
                  </a:lnTo>
                  <a:lnTo>
                    <a:pt x="1095878" y="1999864"/>
                  </a:lnTo>
                  <a:lnTo>
                    <a:pt x="1109407" y="1991643"/>
                  </a:lnTo>
                  <a:lnTo>
                    <a:pt x="1122936" y="1983309"/>
                  </a:lnTo>
                  <a:lnTo>
                    <a:pt x="1136466" y="1974860"/>
                  </a:lnTo>
                  <a:lnTo>
                    <a:pt x="1149995" y="1966293"/>
                  </a:lnTo>
                  <a:lnTo>
                    <a:pt x="1163524" y="1957607"/>
                  </a:lnTo>
                  <a:lnTo>
                    <a:pt x="1177054" y="1948799"/>
                  </a:lnTo>
                  <a:lnTo>
                    <a:pt x="1190583" y="1939866"/>
                  </a:lnTo>
                  <a:lnTo>
                    <a:pt x="1204113" y="1930806"/>
                  </a:lnTo>
                  <a:lnTo>
                    <a:pt x="1217642" y="1921615"/>
                  </a:lnTo>
                  <a:lnTo>
                    <a:pt x="1231171" y="1912293"/>
                  </a:lnTo>
                  <a:lnTo>
                    <a:pt x="1244701" y="1902835"/>
                  </a:lnTo>
                  <a:lnTo>
                    <a:pt x="1258230" y="1893238"/>
                  </a:lnTo>
                  <a:lnTo>
                    <a:pt x="1271759" y="1883501"/>
                  </a:lnTo>
                  <a:lnTo>
                    <a:pt x="1285289" y="1873620"/>
                  </a:lnTo>
                  <a:lnTo>
                    <a:pt x="1298818" y="1863591"/>
                  </a:lnTo>
                  <a:lnTo>
                    <a:pt x="1312347" y="1853413"/>
                  </a:lnTo>
                  <a:lnTo>
                    <a:pt x="1325877" y="1843081"/>
                  </a:lnTo>
                  <a:lnTo>
                    <a:pt x="1339406" y="1832593"/>
                  </a:lnTo>
                  <a:lnTo>
                    <a:pt x="1352935" y="1821945"/>
                  </a:lnTo>
                  <a:lnTo>
                    <a:pt x="1366465" y="1811133"/>
                  </a:lnTo>
                  <a:lnTo>
                    <a:pt x="1379994" y="1800155"/>
                  </a:lnTo>
                  <a:lnTo>
                    <a:pt x="1393524" y="1789007"/>
                  </a:lnTo>
                  <a:lnTo>
                    <a:pt x="1407053" y="1777687"/>
                  </a:lnTo>
                  <a:lnTo>
                    <a:pt x="1420582" y="1766197"/>
                  </a:lnTo>
                  <a:lnTo>
                    <a:pt x="1434112" y="1754537"/>
                  </a:lnTo>
                  <a:lnTo>
                    <a:pt x="1447641" y="1742709"/>
                  </a:lnTo>
                  <a:lnTo>
                    <a:pt x="1461170" y="1730713"/>
                  </a:lnTo>
                  <a:lnTo>
                    <a:pt x="1474700" y="1718552"/>
                  </a:lnTo>
                  <a:lnTo>
                    <a:pt x="1488229" y="1706227"/>
                  </a:lnTo>
                  <a:lnTo>
                    <a:pt x="1501758" y="1693739"/>
                  </a:lnTo>
                  <a:lnTo>
                    <a:pt x="1515288" y="1681090"/>
                  </a:lnTo>
                  <a:lnTo>
                    <a:pt x="1528817" y="1668283"/>
                  </a:lnTo>
                  <a:lnTo>
                    <a:pt x="1542347" y="1655320"/>
                  </a:lnTo>
                  <a:lnTo>
                    <a:pt x="1555876" y="1642202"/>
                  </a:lnTo>
                  <a:lnTo>
                    <a:pt x="1569405" y="1628932"/>
                  </a:lnTo>
                  <a:lnTo>
                    <a:pt x="1582935" y="1615514"/>
                  </a:lnTo>
                  <a:lnTo>
                    <a:pt x="1596464" y="1601949"/>
                  </a:lnTo>
                  <a:lnTo>
                    <a:pt x="1609993" y="1588241"/>
                  </a:lnTo>
                  <a:lnTo>
                    <a:pt x="1623523" y="1574393"/>
                  </a:lnTo>
                  <a:lnTo>
                    <a:pt x="1637052" y="1560409"/>
                  </a:lnTo>
                  <a:lnTo>
                    <a:pt x="1650581" y="1546292"/>
                  </a:lnTo>
                  <a:lnTo>
                    <a:pt x="1664111" y="1532046"/>
                  </a:lnTo>
                  <a:lnTo>
                    <a:pt x="1677640" y="1517675"/>
                  </a:lnTo>
                  <a:lnTo>
                    <a:pt x="1691169" y="1503183"/>
                  </a:lnTo>
                  <a:lnTo>
                    <a:pt x="1704699" y="1488576"/>
                  </a:lnTo>
                  <a:lnTo>
                    <a:pt x="1718228" y="1473857"/>
                  </a:lnTo>
                  <a:lnTo>
                    <a:pt x="1731758" y="1459032"/>
                  </a:lnTo>
                  <a:lnTo>
                    <a:pt x="1745287" y="1444105"/>
                  </a:lnTo>
                  <a:lnTo>
                    <a:pt x="1758816" y="1429083"/>
                  </a:lnTo>
                  <a:lnTo>
                    <a:pt x="1772346" y="1413971"/>
                  </a:lnTo>
                  <a:lnTo>
                    <a:pt x="1785875" y="1398775"/>
                  </a:lnTo>
                  <a:lnTo>
                    <a:pt x="1799404" y="1383501"/>
                  </a:lnTo>
                  <a:lnTo>
                    <a:pt x="1812934" y="1368155"/>
                  </a:lnTo>
                  <a:lnTo>
                    <a:pt x="1826463" y="1352745"/>
                  </a:lnTo>
                  <a:lnTo>
                    <a:pt x="1839992" y="1337277"/>
                  </a:lnTo>
                  <a:lnTo>
                    <a:pt x="1853522" y="1321759"/>
                  </a:lnTo>
                  <a:lnTo>
                    <a:pt x="1867051" y="1306198"/>
                  </a:lnTo>
                  <a:lnTo>
                    <a:pt x="1880581" y="1290602"/>
                  </a:lnTo>
                  <a:lnTo>
                    <a:pt x="1894110" y="1274978"/>
                  </a:lnTo>
                  <a:lnTo>
                    <a:pt x="1907639" y="1259336"/>
                  </a:lnTo>
                  <a:lnTo>
                    <a:pt x="1921169" y="1243684"/>
                  </a:lnTo>
                  <a:lnTo>
                    <a:pt x="1934698" y="1228030"/>
                  </a:lnTo>
                  <a:lnTo>
                    <a:pt x="1948227" y="1212384"/>
                  </a:lnTo>
                  <a:lnTo>
                    <a:pt x="1961757" y="1196755"/>
                  </a:lnTo>
                  <a:lnTo>
                    <a:pt x="1975286" y="1181153"/>
                  </a:lnTo>
                  <a:lnTo>
                    <a:pt x="1988815" y="1165587"/>
                  </a:lnTo>
                  <a:lnTo>
                    <a:pt x="2002345" y="1150068"/>
                  </a:lnTo>
                  <a:lnTo>
                    <a:pt x="2015874" y="1134607"/>
                  </a:lnTo>
                  <a:lnTo>
                    <a:pt x="2029403" y="1119213"/>
                  </a:lnTo>
                  <a:lnTo>
                    <a:pt x="2042933" y="1103899"/>
                  </a:lnTo>
                  <a:lnTo>
                    <a:pt x="2056462" y="1088674"/>
                  </a:lnTo>
                  <a:lnTo>
                    <a:pt x="2069992" y="1073551"/>
                  </a:lnTo>
                  <a:lnTo>
                    <a:pt x="2083521" y="1058541"/>
                  </a:lnTo>
                  <a:lnTo>
                    <a:pt x="2097050" y="1043655"/>
                  </a:lnTo>
                  <a:lnTo>
                    <a:pt x="2110580" y="1028905"/>
                  </a:lnTo>
                  <a:lnTo>
                    <a:pt x="2124109" y="1014292"/>
                  </a:lnTo>
                  <a:lnTo>
                    <a:pt x="2137638" y="999820"/>
                  </a:lnTo>
                  <a:lnTo>
                    <a:pt x="2151168" y="985490"/>
                  </a:lnTo>
                  <a:lnTo>
                    <a:pt x="2164697" y="971306"/>
                  </a:lnTo>
                  <a:lnTo>
                    <a:pt x="2178226" y="957268"/>
                  </a:lnTo>
                  <a:lnTo>
                    <a:pt x="2191756" y="943379"/>
                  </a:lnTo>
                  <a:lnTo>
                    <a:pt x="2205285" y="929641"/>
                  </a:lnTo>
                  <a:lnTo>
                    <a:pt x="2218815" y="916056"/>
                  </a:lnTo>
                  <a:lnTo>
                    <a:pt x="2232344" y="902625"/>
                  </a:lnTo>
                  <a:lnTo>
                    <a:pt x="2245873" y="889349"/>
                  </a:lnTo>
                  <a:lnTo>
                    <a:pt x="2259403" y="876230"/>
                  </a:lnTo>
                  <a:lnTo>
                    <a:pt x="2272932" y="863270"/>
                  </a:lnTo>
                  <a:lnTo>
                    <a:pt x="2286461" y="850468"/>
                  </a:lnTo>
                  <a:lnTo>
                    <a:pt x="2299991" y="837827"/>
                  </a:lnTo>
                  <a:lnTo>
                    <a:pt x="2313520" y="825347"/>
                  </a:lnTo>
                  <a:lnTo>
                    <a:pt x="2327049" y="813029"/>
                  </a:lnTo>
                  <a:lnTo>
                    <a:pt x="2340579" y="800874"/>
                  </a:lnTo>
                  <a:lnTo>
                    <a:pt x="2354108" y="788882"/>
                  </a:lnTo>
                  <a:lnTo>
                    <a:pt x="2367637" y="777053"/>
                  </a:lnTo>
                  <a:lnTo>
                    <a:pt x="2381167" y="765388"/>
                  </a:lnTo>
                  <a:lnTo>
                    <a:pt x="2394696" y="753887"/>
                  </a:lnTo>
                  <a:lnTo>
                    <a:pt x="2408226" y="742550"/>
                  </a:lnTo>
                  <a:lnTo>
                    <a:pt x="2421755" y="731378"/>
                  </a:lnTo>
                  <a:lnTo>
                    <a:pt x="2435284" y="720369"/>
                  </a:lnTo>
                  <a:lnTo>
                    <a:pt x="2448814" y="709523"/>
                  </a:lnTo>
                  <a:lnTo>
                    <a:pt x="2462343" y="698841"/>
                  </a:lnTo>
                  <a:lnTo>
                    <a:pt x="2475872" y="688322"/>
                  </a:lnTo>
                  <a:lnTo>
                    <a:pt x="2489402" y="677965"/>
                  </a:lnTo>
                  <a:lnTo>
                    <a:pt x="2502931" y="667769"/>
                  </a:lnTo>
                  <a:lnTo>
                    <a:pt x="2516460" y="657734"/>
                  </a:lnTo>
                  <a:lnTo>
                    <a:pt x="2529990" y="647858"/>
                  </a:lnTo>
                  <a:lnTo>
                    <a:pt x="2543519" y="638142"/>
                  </a:lnTo>
                  <a:lnTo>
                    <a:pt x="2557049" y="628583"/>
                  </a:lnTo>
                  <a:lnTo>
                    <a:pt x="2570578" y="619180"/>
                  </a:lnTo>
                  <a:lnTo>
                    <a:pt x="2584107" y="609932"/>
                  </a:lnTo>
                  <a:lnTo>
                    <a:pt x="2597637" y="600839"/>
                  </a:lnTo>
                  <a:lnTo>
                    <a:pt x="2611166" y="591897"/>
                  </a:lnTo>
                  <a:lnTo>
                    <a:pt x="2624695" y="583106"/>
                  </a:lnTo>
                  <a:lnTo>
                    <a:pt x="2638225" y="574464"/>
                  </a:lnTo>
                  <a:lnTo>
                    <a:pt x="2651754" y="565969"/>
                  </a:lnTo>
                  <a:lnTo>
                    <a:pt x="2665283" y="557620"/>
                  </a:lnTo>
                  <a:lnTo>
                    <a:pt x="2678813" y="549414"/>
                  </a:lnTo>
                  <a:lnTo>
                    <a:pt x="2692342" y="541350"/>
                  </a:lnTo>
                  <a:lnTo>
                    <a:pt x="2705871" y="533424"/>
                  </a:lnTo>
                  <a:lnTo>
                    <a:pt x="2719401" y="525636"/>
                  </a:lnTo>
                  <a:lnTo>
                    <a:pt x="2732930" y="517983"/>
                  </a:lnTo>
                  <a:lnTo>
                    <a:pt x="2746460" y="510463"/>
                  </a:lnTo>
                  <a:lnTo>
                    <a:pt x="2759989" y="503072"/>
                  </a:lnTo>
                  <a:lnTo>
                    <a:pt x="2773518" y="495810"/>
                  </a:lnTo>
                  <a:lnTo>
                    <a:pt x="2787048" y="488672"/>
                  </a:lnTo>
                  <a:lnTo>
                    <a:pt x="2800577" y="481657"/>
                  </a:lnTo>
                  <a:lnTo>
                    <a:pt x="2814106" y="474762"/>
                  </a:lnTo>
                  <a:lnTo>
                    <a:pt x="2827636" y="467984"/>
                  </a:lnTo>
                  <a:lnTo>
                    <a:pt x="2841165" y="461320"/>
                  </a:lnTo>
                  <a:lnTo>
                    <a:pt x="2854694" y="454768"/>
                  </a:lnTo>
                  <a:lnTo>
                    <a:pt x="2868224" y="448324"/>
                  </a:lnTo>
                  <a:lnTo>
                    <a:pt x="2881753" y="441986"/>
                  </a:lnTo>
                  <a:lnTo>
                    <a:pt x="2895283" y="435750"/>
                  </a:lnTo>
                  <a:lnTo>
                    <a:pt x="2908812" y="429614"/>
                  </a:lnTo>
                  <a:lnTo>
                    <a:pt x="2922341" y="423574"/>
                  </a:lnTo>
                  <a:lnTo>
                    <a:pt x="2935871" y="417627"/>
                  </a:lnTo>
                  <a:lnTo>
                    <a:pt x="2949400" y="411769"/>
                  </a:lnTo>
                  <a:lnTo>
                    <a:pt x="2962929" y="405998"/>
                  </a:lnTo>
                  <a:lnTo>
                    <a:pt x="2976459" y="400310"/>
                  </a:lnTo>
                  <a:lnTo>
                    <a:pt x="2989988" y="394702"/>
                  </a:lnTo>
                  <a:lnTo>
                    <a:pt x="3003517" y="389170"/>
                  </a:lnTo>
                  <a:lnTo>
                    <a:pt x="3017047" y="383710"/>
                  </a:lnTo>
                  <a:lnTo>
                    <a:pt x="3030576" y="378320"/>
                  </a:lnTo>
                  <a:lnTo>
                    <a:pt x="3044105" y="372995"/>
                  </a:lnTo>
                  <a:lnTo>
                    <a:pt x="3057635" y="367732"/>
                  </a:lnTo>
                  <a:lnTo>
                    <a:pt x="3071164" y="362528"/>
                  </a:lnTo>
                  <a:lnTo>
                    <a:pt x="3084694" y="357378"/>
                  </a:lnTo>
                  <a:lnTo>
                    <a:pt x="3098223" y="352278"/>
                  </a:lnTo>
                  <a:lnTo>
                    <a:pt x="3111752" y="347226"/>
                  </a:lnTo>
                  <a:lnTo>
                    <a:pt x="3125282" y="342217"/>
                  </a:lnTo>
                  <a:lnTo>
                    <a:pt x="3138811" y="337248"/>
                  </a:lnTo>
                  <a:lnTo>
                    <a:pt x="3152340" y="332314"/>
                  </a:lnTo>
                  <a:lnTo>
                    <a:pt x="3165870" y="327411"/>
                  </a:lnTo>
                  <a:lnTo>
                    <a:pt x="3179399" y="322536"/>
                  </a:lnTo>
                  <a:lnTo>
                    <a:pt x="3192928" y="317685"/>
                  </a:lnTo>
                  <a:lnTo>
                    <a:pt x="3206458" y="312853"/>
                  </a:lnTo>
                  <a:lnTo>
                    <a:pt x="3219987" y="308036"/>
                  </a:lnTo>
                  <a:lnTo>
                    <a:pt x="3233517" y="303231"/>
                  </a:lnTo>
                  <a:lnTo>
                    <a:pt x="3247046" y="298434"/>
                  </a:lnTo>
                  <a:lnTo>
                    <a:pt x="3260575" y="293639"/>
                  </a:lnTo>
                  <a:lnTo>
                    <a:pt x="3274105" y="288843"/>
                  </a:lnTo>
                  <a:lnTo>
                    <a:pt x="3287634" y="284042"/>
                  </a:lnTo>
                  <a:lnTo>
                    <a:pt x="3301163" y="279232"/>
                  </a:lnTo>
                  <a:lnTo>
                    <a:pt x="3314693" y="274413"/>
                  </a:lnTo>
                  <a:lnTo>
                    <a:pt x="3328222" y="269585"/>
                  </a:lnTo>
                  <a:lnTo>
                    <a:pt x="3341751" y="264747"/>
                  </a:lnTo>
                  <a:lnTo>
                    <a:pt x="3355281" y="259901"/>
                  </a:lnTo>
                  <a:lnTo>
                    <a:pt x="3368810" y="255045"/>
                  </a:lnTo>
                  <a:lnTo>
                    <a:pt x="3382339" y="250179"/>
                  </a:lnTo>
                  <a:lnTo>
                    <a:pt x="3395869" y="245305"/>
                  </a:lnTo>
                  <a:lnTo>
                    <a:pt x="3409398" y="240421"/>
                  </a:lnTo>
                  <a:lnTo>
                    <a:pt x="3422928" y="235527"/>
                  </a:lnTo>
                  <a:lnTo>
                    <a:pt x="3436457" y="230624"/>
                  </a:lnTo>
                  <a:lnTo>
                    <a:pt x="3449986" y="225712"/>
                  </a:lnTo>
                  <a:lnTo>
                    <a:pt x="3463516" y="220791"/>
                  </a:lnTo>
                  <a:lnTo>
                    <a:pt x="3477045" y="215860"/>
                  </a:lnTo>
                  <a:lnTo>
                    <a:pt x="3490574" y="210919"/>
                  </a:lnTo>
                  <a:lnTo>
                    <a:pt x="3504104" y="205969"/>
                  </a:lnTo>
                  <a:lnTo>
                    <a:pt x="3517633" y="201010"/>
                  </a:lnTo>
                  <a:lnTo>
                    <a:pt x="3531162" y="196041"/>
                  </a:lnTo>
                  <a:lnTo>
                    <a:pt x="3544692" y="191063"/>
                  </a:lnTo>
                  <a:lnTo>
                    <a:pt x="3558221" y="186075"/>
                  </a:lnTo>
                  <a:lnTo>
                    <a:pt x="3571751" y="181077"/>
                  </a:lnTo>
                  <a:lnTo>
                    <a:pt x="3585280" y="176070"/>
                  </a:lnTo>
                  <a:lnTo>
                    <a:pt x="3598809" y="171054"/>
                  </a:lnTo>
                  <a:lnTo>
                    <a:pt x="3612339" y="166027"/>
                  </a:lnTo>
                  <a:lnTo>
                    <a:pt x="3625868" y="160991"/>
                  </a:lnTo>
                  <a:lnTo>
                    <a:pt x="3639397" y="155946"/>
                  </a:lnTo>
                  <a:lnTo>
                    <a:pt x="3652927" y="150891"/>
                  </a:lnTo>
                  <a:lnTo>
                    <a:pt x="3666456" y="145826"/>
                  </a:lnTo>
                  <a:lnTo>
                    <a:pt x="3679985" y="140751"/>
                  </a:lnTo>
                  <a:lnTo>
                    <a:pt x="3693515" y="135667"/>
                  </a:lnTo>
                  <a:lnTo>
                    <a:pt x="3707044" y="130573"/>
                  </a:lnTo>
                  <a:lnTo>
                    <a:pt x="3720573" y="125469"/>
                  </a:lnTo>
                  <a:lnTo>
                    <a:pt x="3734103" y="120355"/>
                  </a:lnTo>
                  <a:lnTo>
                    <a:pt x="3747632" y="115232"/>
                  </a:lnTo>
                  <a:lnTo>
                    <a:pt x="3761162" y="110099"/>
                  </a:lnTo>
                  <a:lnTo>
                    <a:pt x="3774691" y="104956"/>
                  </a:lnTo>
                  <a:lnTo>
                    <a:pt x="3788220" y="99803"/>
                  </a:lnTo>
                  <a:lnTo>
                    <a:pt x="3801750" y="94640"/>
                  </a:lnTo>
                  <a:lnTo>
                    <a:pt x="3815279" y="89467"/>
                  </a:lnTo>
                  <a:lnTo>
                    <a:pt x="3828808" y="84285"/>
                  </a:lnTo>
                  <a:lnTo>
                    <a:pt x="3842338" y="79092"/>
                  </a:lnTo>
                  <a:lnTo>
                    <a:pt x="3855867" y="73890"/>
                  </a:lnTo>
                  <a:lnTo>
                    <a:pt x="3869396" y="68677"/>
                  </a:lnTo>
                  <a:lnTo>
                    <a:pt x="3882926" y="63455"/>
                  </a:lnTo>
                  <a:lnTo>
                    <a:pt x="3896455" y="58222"/>
                  </a:lnTo>
                  <a:lnTo>
                    <a:pt x="3909985" y="52980"/>
                  </a:lnTo>
                  <a:lnTo>
                    <a:pt x="3923514" y="47727"/>
                  </a:lnTo>
                  <a:lnTo>
                    <a:pt x="3937043" y="42465"/>
                  </a:lnTo>
                  <a:lnTo>
                    <a:pt x="3950573" y="37192"/>
                  </a:lnTo>
                  <a:lnTo>
                    <a:pt x="3964102" y="31909"/>
                  </a:lnTo>
                  <a:lnTo>
                    <a:pt x="3977631" y="26616"/>
                  </a:lnTo>
                  <a:lnTo>
                    <a:pt x="3991161" y="21313"/>
                  </a:lnTo>
                  <a:lnTo>
                    <a:pt x="4004690" y="16000"/>
                  </a:lnTo>
                  <a:lnTo>
                    <a:pt x="4018219" y="10677"/>
                  </a:lnTo>
                  <a:lnTo>
                    <a:pt x="4031749" y="5343"/>
                  </a:ln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959543" y="1918780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959543" y="139178"/>
              <a:ext cx="4045278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971518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174296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377074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5882684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0.6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7085462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288240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593425" y="3203322"/>
              <a:ext cx="77751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641407" y="3498589"/>
              <a:ext cx="4045278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41407" y="5793477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41407" y="5152961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41407" y="4512445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41407" y="3871929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92917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00123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7330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14536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41407" y="6113735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41407" y="5473219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641407" y="483270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41407" y="4192187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41407" y="3551671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1465207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53727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609333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68139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41407" y="3498589"/>
              <a:ext cx="4045278" cy="2841995"/>
            </a:xfrm>
            <a:custGeom>
              <a:avLst/>
              <a:pathLst>
                <a:path w="4045278" h="2841995">
                  <a:moveTo>
                    <a:pt x="0" y="2428129"/>
                  </a:moveTo>
                  <a:lnTo>
                    <a:pt x="13529" y="2423599"/>
                  </a:lnTo>
                  <a:lnTo>
                    <a:pt x="27058" y="2419052"/>
                  </a:lnTo>
                  <a:lnTo>
                    <a:pt x="40588" y="2414488"/>
                  </a:lnTo>
                  <a:lnTo>
                    <a:pt x="54117" y="2409907"/>
                  </a:lnTo>
                  <a:lnTo>
                    <a:pt x="67646" y="2405309"/>
                  </a:lnTo>
                  <a:lnTo>
                    <a:pt x="81176" y="2400693"/>
                  </a:lnTo>
                  <a:lnTo>
                    <a:pt x="94705" y="2396059"/>
                  </a:lnTo>
                  <a:lnTo>
                    <a:pt x="108234" y="2391407"/>
                  </a:lnTo>
                  <a:lnTo>
                    <a:pt x="121764" y="2386737"/>
                  </a:lnTo>
                  <a:lnTo>
                    <a:pt x="135293" y="2382049"/>
                  </a:lnTo>
                  <a:lnTo>
                    <a:pt x="148822" y="2377342"/>
                  </a:lnTo>
                  <a:lnTo>
                    <a:pt x="162352" y="2372616"/>
                  </a:lnTo>
                  <a:lnTo>
                    <a:pt x="175881" y="2367871"/>
                  </a:lnTo>
                  <a:lnTo>
                    <a:pt x="189411" y="2363106"/>
                  </a:lnTo>
                  <a:lnTo>
                    <a:pt x="202940" y="2358322"/>
                  </a:lnTo>
                  <a:lnTo>
                    <a:pt x="216469" y="2353517"/>
                  </a:lnTo>
                  <a:lnTo>
                    <a:pt x="229999" y="2348692"/>
                  </a:lnTo>
                  <a:lnTo>
                    <a:pt x="243528" y="2343847"/>
                  </a:lnTo>
                  <a:lnTo>
                    <a:pt x="257057" y="2338980"/>
                  </a:lnTo>
                  <a:lnTo>
                    <a:pt x="270587" y="2334092"/>
                  </a:lnTo>
                  <a:lnTo>
                    <a:pt x="284116" y="2329181"/>
                  </a:lnTo>
                  <a:lnTo>
                    <a:pt x="297645" y="2324249"/>
                  </a:lnTo>
                  <a:lnTo>
                    <a:pt x="311175" y="2319293"/>
                  </a:lnTo>
                  <a:lnTo>
                    <a:pt x="324704" y="2314314"/>
                  </a:lnTo>
                  <a:lnTo>
                    <a:pt x="338233" y="2309312"/>
                  </a:lnTo>
                  <a:lnTo>
                    <a:pt x="351763" y="2304285"/>
                  </a:lnTo>
                  <a:lnTo>
                    <a:pt x="365292" y="2299233"/>
                  </a:lnTo>
                  <a:lnTo>
                    <a:pt x="378822" y="2294156"/>
                  </a:lnTo>
                  <a:lnTo>
                    <a:pt x="392351" y="2289052"/>
                  </a:lnTo>
                  <a:lnTo>
                    <a:pt x="405880" y="2283922"/>
                  </a:lnTo>
                  <a:lnTo>
                    <a:pt x="419410" y="2278764"/>
                  </a:lnTo>
                  <a:lnTo>
                    <a:pt x="432939" y="2273578"/>
                  </a:lnTo>
                  <a:lnTo>
                    <a:pt x="446468" y="2268360"/>
                  </a:lnTo>
                  <a:lnTo>
                    <a:pt x="459998" y="2263108"/>
                  </a:lnTo>
                  <a:lnTo>
                    <a:pt x="473527" y="2257819"/>
                  </a:lnTo>
                  <a:lnTo>
                    <a:pt x="487056" y="2252489"/>
                  </a:lnTo>
                  <a:lnTo>
                    <a:pt x="500586" y="2247117"/>
                  </a:lnTo>
                  <a:lnTo>
                    <a:pt x="514115" y="2241699"/>
                  </a:lnTo>
                  <a:lnTo>
                    <a:pt x="527645" y="2236232"/>
                  </a:lnTo>
                  <a:lnTo>
                    <a:pt x="541174" y="2230712"/>
                  </a:lnTo>
                  <a:lnTo>
                    <a:pt x="554703" y="2225137"/>
                  </a:lnTo>
                  <a:lnTo>
                    <a:pt x="568233" y="2219503"/>
                  </a:lnTo>
                  <a:lnTo>
                    <a:pt x="581762" y="2213807"/>
                  </a:lnTo>
                  <a:lnTo>
                    <a:pt x="595291" y="2208045"/>
                  </a:lnTo>
                  <a:lnTo>
                    <a:pt x="608821" y="2202215"/>
                  </a:lnTo>
                  <a:lnTo>
                    <a:pt x="622350" y="2196312"/>
                  </a:lnTo>
                  <a:lnTo>
                    <a:pt x="635879" y="2190334"/>
                  </a:lnTo>
                  <a:lnTo>
                    <a:pt x="649409" y="2184277"/>
                  </a:lnTo>
                  <a:lnTo>
                    <a:pt x="662938" y="2178136"/>
                  </a:lnTo>
                  <a:lnTo>
                    <a:pt x="676467" y="2171910"/>
                  </a:lnTo>
                  <a:lnTo>
                    <a:pt x="689997" y="2165593"/>
                  </a:lnTo>
                  <a:lnTo>
                    <a:pt x="703526" y="2159183"/>
                  </a:lnTo>
                  <a:lnTo>
                    <a:pt x="717056" y="2152676"/>
                  </a:lnTo>
                  <a:lnTo>
                    <a:pt x="730585" y="2146068"/>
                  </a:lnTo>
                  <a:lnTo>
                    <a:pt x="744114" y="2139355"/>
                  </a:lnTo>
                  <a:lnTo>
                    <a:pt x="757644" y="2132534"/>
                  </a:lnTo>
                  <a:lnTo>
                    <a:pt x="771173" y="2125601"/>
                  </a:lnTo>
                  <a:lnTo>
                    <a:pt x="784702" y="2118553"/>
                  </a:lnTo>
                  <a:lnTo>
                    <a:pt x="798232" y="2111385"/>
                  </a:lnTo>
                  <a:lnTo>
                    <a:pt x="811761" y="2104095"/>
                  </a:lnTo>
                  <a:lnTo>
                    <a:pt x="825290" y="2096678"/>
                  </a:lnTo>
                  <a:lnTo>
                    <a:pt x="838820" y="2089131"/>
                  </a:lnTo>
                  <a:lnTo>
                    <a:pt x="852349" y="2081451"/>
                  </a:lnTo>
                  <a:lnTo>
                    <a:pt x="865879" y="2073635"/>
                  </a:lnTo>
                  <a:lnTo>
                    <a:pt x="879408" y="2065680"/>
                  </a:lnTo>
                  <a:lnTo>
                    <a:pt x="892937" y="2057582"/>
                  </a:lnTo>
                  <a:lnTo>
                    <a:pt x="906467" y="2049338"/>
                  </a:lnTo>
                  <a:lnTo>
                    <a:pt x="919996" y="2040947"/>
                  </a:lnTo>
                  <a:lnTo>
                    <a:pt x="933525" y="2032404"/>
                  </a:lnTo>
                  <a:lnTo>
                    <a:pt x="947055" y="2023710"/>
                  </a:lnTo>
                  <a:lnTo>
                    <a:pt x="960584" y="2014860"/>
                  </a:lnTo>
                  <a:lnTo>
                    <a:pt x="974113" y="2005854"/>
                  </a:lnTo>
                  <a:lnTo>
                    <a:pt x="987643" y="1996689"/>
                  </a:lnTo>
                  <a:lnTo>
                    <a:pt x="1001172" y="1987365"/>
                  </a:lnTo>
                  <a:lnTo>
                    <a:pt x="1014701" y="1977881"/>
                  </a:lnTo>
                  <a:lnTo>
                    <a:pt x="1028231" y="1968235"/>
                  </a:lnTo>
                  <a:lnTo>
                    <a:pt x="1041760" y="1958427"/>
                  </a:lnTo>
                  <a:lnTo>
                    <a:pt x="1055290" y="1948458"/>
                  </a:lnTo>
                  <a:lnTo>
                    <a:pt x="1068819" y="1938327"/>
                  </a:lnTo>
                  <a:lnTo>
                    <a:pt x="1082348" y="1928035"/>
                  </a:lnTo>
                  <a:lnTo>
                    <a:pt x="1095878" y="1917583"/>
                  </a:lnTo>
                  <a:lnTo>
                    <a:pt x="1109407" y="1906970"/>
                  </a:lnTo>
                  <a:lnTo>
                    <a:pt x="1122936" y="1896199"/>
                  </a:lnTo>
                  <a:lnTo>
                    <a:pt x="1136466" y="1885271"/>
                  </a:lnTo>
                  <a:lnTo>
                    <a:pt x="1149995" y="1874188"/>
                  </a:lnTo>
                  <a:lnTo>
                    <a:pt x="1163524" y="1862951"/>
                  </a:lnTo>
                  <a:lnTo>
                    <a:pt x="1177054" y="1851562"/>
                  </a:lnTo>
                  <a:lnTo>
                    <a:pt x="1190583" y="1840023"/>
                  </a:lnTo>
                  <a:lnTo>
                    <a:pt x="1204113" y="1828337"/>
                  </a:lnTo>
                  <a:lnTo>
                    <a:pt x="1217642" y="1816505"/>
                  </a:lnTo>
                  <a:lnTo>
                    <a:pt x="1231171" y="1804531"/>
                  </a:lnTo>
                  <a:lnTo>
                    <a:pt x="1244701" y="1792416"/>
                  </a:lnTo>
                  <a:lnTo>
                    <a:pt x="1258230" y="1780164"/>
                  </a:lnTo>
                  <a:lnTo>
                    <a:pt x="1271759" y="1767776"/>
                  </a:lnTo>
                  <a:lnTo>
                    <a:pt x="1285289" y="1755255"/>
                  </a:lnTo>
                  <a:lnTo>
                    <a:pt x="1298818" y="1742605"/>
                  </a:lnTo>
                  <a:lnTo>
                    <a:pt x="1312347" y="1729826"/>
                  </a:lnTo>
                  <a:lnTo>
                    <a:pt x="1325877" y="1716922"/>
                  </a:lnTo>
                  <a:lnTo>
                    <a:pt x="1339406" y="1703895"/>
                  </a:lnTo>
                  <a:lnTo>
                    <a:pt x="1352935" y="1690748"/>
                  </a:lnTo>
                  <a:lnTo>
                    <a:pt x="1366465" y="1677483"/>
                  </a:lnTo>
                  <a:lnTo>
                    <a:pt x="1379994" y="1664105"/>
                  </a:lnTo>
                  <a:lnTo>
                    <a:pt x="1393524" y="1650620"/>
                  </a:lnTo>
                  <a:lnTo>
                    <a:pt x="1407053" y="1637034"/>
                  </a:lnTo>
                  <a:lnTo>
                    <a:pt x="1420582" y="1623354"/>
                  </a:lnTo>
                  <a:lnTo>
                    <a:pt x="1434112" y="1609584"/>
                  </a:lnTo>
                  <a:lnTo>
                    <a:pt x="1447641" y="1595731"/>
                  </a:lnTo>
                  <a:lnTo>
                    <a:pt x="1461170" y="1581799"/>
                  </a:lnTo>
                  <a:lnTo>
                    <a:pt x="1474700" y="1567795"/>
                  </a:lnTo>
                  <a:lnTo>
                    <a:pt x="1488229" y="1553724"/>
                  </a:lnTo>
                  <a:lnTo>
                    <a:pt x="1501758" y="1539590"/>
                  </a:lnTo>
                  <a:lnTo>
                    <a:pt x="1515288" y="1525399"/>
                  </a:lnTo>
                  <a:lnTo>
                    <a:pt x="1528817" y="1511157"/>
                  </a:lnTo>
                  <a:lnTo>
                    <a:pt x="1542347" y="1496869"/>
                  </a:lnTo>
                  <a:lnTo>
                    <a:pt x="1555876" y="1482539"/>
                  </a:lnTo>
                  <a:lnTo>
                    <a:pt x="1569405" y="1468174"/>
                  </a:lnTo>
                  <a:lnTo>
                    <a:pt x="1582935" y="1453777"/>
                  </a:lnTo>
                  <a:lnTo>
                    <a:pt x="1596464" y="1439355"/>
                  </a:lnTo>
                  <a:lnTo>
                    <a:pt x="1609993" y="1424913"/>
                  </a:lnTo>
                  <a:lnTo>
                    <a:pt x="1623523" y="1410455"/>
                  </a:lnTo>
                  <a:lnTo>
                    <a:pt x="1637052" y="1395988"/>
                  </a:lnTo>
                  <a:lnTo>
                    <a:pt x="1650581" y="1381516"/>
                  </a:lnTo>
                  <a:lnTo>
                    <a:pt x="1664111" y="1367046"/>
                  </a:lnTo>
                  <a:lnTo>
                    <a:pt x="1677640" y="1352582"/>
                  </a:lnTo>
                  <a:lnTo>
                    <a:pt x="1691169" y="1338130"/>
                  </a:lnTo>
                  <a:lnTo>
                    <a:pt x="1704699" y="1319013"/>
                  </a:lnTo>
                  <a:lnTo>
                    <a:pt x="1718228" y="1298011"/>
                  </a:lnTo>
                  <a:lnTo>
                    <a:pt x="1731758" y="1276924"/>
                  </a:lnTo>
                  <a:lnTo>
                    <a:pt x="1745287" y="1255765"/>
                  </a:lnTo>
                  <a:lnTo>
                    <a:pt x="1758816" y="1234547"/>
                  </a:lnTo>
                  <a:lnTo>
                    <a:pt x="1772346" y="1213284"/>
                  </a:lnTo>
                  <a:lnTo>
                    <a:pt x="1785875" y="1191990"/>
                  </a:lnTo>
                  <a:lnTo>
                    <a:pt x="1799404" y="1170680"/>
                  </a:lnTo>
                  <a:lnTo>
                    <a:pt x="1812934" y="1149369"/>
                  </a:lnTo>
                  <a:lnTo>
                    <a:pt x="1826463" y="1128073"/>
                  </a:lnTo>
                  <a:lnTo>
                    <a:pt x="1839992" y="1106806"/>
                  </a:lnTo>
                  <a:lnTo>
                    <a:pt x="1853522" y="1085587"/>
                  </a:lnTo>
                  <a:lnTo>
                    <a:pt x="1867051" y="1064431"/>
                  </a:lnTo>
                  <a:lnTo>
                    <a:pt x="1880581" y="1043357"/>
                  </a:lnTo>
                  <a:lnTo>
                    <a:pt x="1894110" y="1022380"/>
                  </a:lnTo>
                  <a:lnTo>
                    <a:pt x="1907639" y="1001521"/>
                  </a:lnTo>
                  <a:lnTo>
                    <a:pt x="1921169" y="980796"/>
                  </a:lnTo>
                  <a:lnTo>
                    <a:pt x="1934698" y="960225"/>
                  </a:lnTo>
                  <a:lnTo>
                    <a:pt x="1948227" y="939827"/>
                  </a:lnTo>
                  <a:lnTo>
                    <a:pt x="1961757" y="919622"/>
                  </a:lnTo>
                  <a:lnTo>
                    <a:pt x="1975286" y="899629"/>
                  </a:lnTo>
                  <a:lnTo>
                    <a:pt x="1988815" y="879868"/>
                  </a:lnTo>
                  <a:lnTo>
                    <a:pt x="2002345" y="860360"/>
                  </a:lnTo>
                  <a:lnTo>
                    <a:pt x="2015874" y="841126"/>
                  </a:lnTo>
                  <a:lnTo>
                    <a:pt x="2029403" y="822187"/>
                  </a:lnTo>
                  <a:lnTo>
                    <a:pt x="2042933" y="803563"/>
                  </a:lnTo>
                  <a:lnTo>
                    <a:pt x="2056462" y="785277"/>
                  </a:lnTo>
                  <a:lnTo>
                    <a:pt x="2069992" y="767339"/>
                  </a:lnTo>
                  <a:lnTo>
                    <a:pt x="2083521" y="749754"/>
                  </a:lnTo>
                  <a:lnTo>
                    <a:pt x="2097050" y="732520"/>
                  </a:lnTo>
                  <a:lnTo>
                    <a:pt x="2110580" y="715639"/>
                  </a:lnTo>
                  <a:lnTo>
                    <a:pt x="2124109" y="699111"/>
                  </a:lnTo>
                  <a:lnTo>
                    <a:pt x="2137638" y="682937"/>
                  </a:lnTo>
                  <a:lnTo>
                    <a:pt x="2151168" y="667116"/>
                  </a:lnTo>
                  <a:lnTo>
                    <a:pt x="2164697" y="651649"/>
                  </a:lnTo>
                  <a:lnTo>
                    <a:pt x="2178226" y="636533"/>
                  </a:lnTo>
                  <a:lnTo>
                    <a:pt x="2191756" y="621769"/>
                  </a:lnTo>
                  <a:lnTo>
                    <a:pt x="2205285" y="607356"/>
                  </a:lnTo>
                  <a:lnTo>
                    <a:pt x="2218815" y="593291"/>
                  </a:lnTo>
                  <a:lnTo>
                    <a:pt x="2232344" y="579574"/>
                  </a:lnTo>
                  <a:lnTo>
                    <a:pt x="2245873" y="566201"/>
                  </a:lnTo>
                  <a:lnTo>
                    <a:pt x="2259403" y="553172"/>
                  </a:lnTo>
                  <a:lnTo>
                    <a:pt x="2272932" y="540484"/>
                  </a:lnTo>
                  <a:lnTo>
                    <a:pt x="2286461" y="528134"/>
                  </a:lnTo>
                  <a:lnTo>
                    <a:pt x="2299991" y="516119"/>
                  </a:lnTo>
                  <a:lnTo>
                    <a:pt x="2313520" y="504436"/>
                  </a:lnTo>
                  <a:lnTo>
                    <a:pt x="2327049" y="493081"/>
                  </a:lnTo>
                  <a:lnTo>
                    <a:pt x="2340579" y="482052"/>
                  </a:lnTo>
                  <a:lnTo>
                    <a:pt x="2354108" y="471345"/>
                  </a:lnTo>
                  <a:lnTo>
                    <a:pt x="2367637" y="460954"/>
                  </a:lnTo>
                  <a:lnTo>
                    <a:pt x="2381167" y="450877"/>
                  </a:lnTo>
                  <a:lnTo>
                    <a:pt x="2394696" y="441109"/>
                  </a:lnTo>
                  <a:lnTo>
                    <a:pt x="2408226" y="431645"/>
                  </a:lnTo>
                  <a:lnTo>
                    <a:pt x="2421755" y="422480"/>
                  </a:lnTo>
                  <a:lnTo>
                    <a:pt x="2435284" y="413609"/>
                  </a:lnTo>
                  <a:lnTo>
                    <a:pt x="2448814" y="405028"/>
                  </a:lnTo>
                  <a:lnTo>
                    <a:pt x="2462343" y="396731"/>
                  </a:lnTo>
                  <a:lnTo>
                    <a:pt x="2475872" y="388712"/>
                  </a:lnTo>
                  <a:lnTo>
                    <a:pt x="2489402" y="380965"/>
                  </a:lnTo>
                  <a:lnTo>
                    <a:pt x="2502931" y="373486"/>
                  </a:lnTo>
                  <a:lnTo>
                    <a:pt x="2516460" y="366268"/>
                  </a:lnTo>
                  <a:lnTo>
                    <a:pt x="2529990" y="359304"/>
                  </a:lnTo>
                  <a:lnTo>
                    <a:pt x="2543519" y="352589"/>
                  </a:lnTo>
                  <a:lnTo>
                    <a:pt x="2557049" y="346117"/>
                  </a:lnTo>
                  <a:lnTo>
                    <a:pt x="2570578" y="339881"/>
                  </a:lnTo>
                  <a:lnTo>
                    <a:pt x="2584107" y="333873"/>
                  </a:lnTo>
                  <a:lnTo>
                    <a:pt x="2597637" y="328089"/>
                  </a:lnTo>
                  <a:lnTo>
                    <a:pt x="2611166" y="322521"/>
                  </a:lnTo>
                  <a:lnTo>
                    <a:pt x="2624695" y="317162"/>
                  </a:lnTo>
                  <a:lnTo>
                    <a:pt x="2638225" y="312006"/>
                  </a:lnTo>
                  <a:lnTo>
                    <a:pt x="2651754" y="307045"/>
                  </a:lnTo>
                  <a:lnTo>
                    <a:pt x="2665283" y="302273"/>
                  </a:lnTo>
                  <a:lnTo>
                    <a:pt x="2678813" y="297683"/>
                  </a:lnTo>
                  <a:lnTo>
                    <a:pt x="2692342" y="293268"/>
                  </a:lnTo>
                  <a:lnTo>
                    <a:pt x="2705871" y="289020"/>
                  </a:lnTo>
                  <a:lnTo>
                    <a:pt x="2719401" y="284934"/>
                  </a:lnTo>
                  <a:lnTo>
                    <a:pt x="2732930" y="281002"/>
                  </a:lnTo>
                  <a:lnTo>
                    <a:pt x="2746460" y="277217"/>
                  </a:lnTo>
                  <a:lnTo>
                    <a:pt x="2759989" y="273572"/>
                  </a:lnTo>
                  <a:lnTo>
                    <a:pt x="2773518" y="270061"/>
                  </a:lnTo>
                  <a:lnTo>
                    <a:pt x="2787048" y="266676"/>
                  </a:lnTo>
                  <a:lnTo>
                    <a:pt x="2800577" y="263412"/>
                  </a:lnTo>
                  <a:lnTo>
                    <a:pt x="2814106" y="260261"/>
                  </a:lnTo>
                  <a:lnTo>
                    <a:pt x="2827636" y="257217"/>
                  </a:lnTo>
                  <a:lnTo>
                    <a:pt x="2841165" y="254274"/>
                  </a:lnTo>
                  <a:lnTo>
                    <a:pt x="2854694" y="251425"/>
                  </a:lnTo>
                  <a:lnTo>
                    <a:pt x="2868224" y="248664"/>
                  </a:lnTo>
                  <a:lnTo>
                    <a:pt x="2881753" y="245985"/>
                  </a:lnTo>
                  <a:lnTo>
                    <a:pt x="2895283" y="243382"/>
                  </a:lnTo>
                  <a:lnTo>
                    <a:pt x="2908812" y="240849"/>
                  </a:lnTo>
                  <a:lnTo>
                    <a:pt x="2922341" y="238380"/>
                  </a:lnTo>
                  <a:lnTo>
                    <a:pt x="2935871" y="235970"/>
                  </a:lnTo>
                  <a:lnTo>
                    <a:pt x="2949400" y="233613"/>
                  </a:lnTo>
                  <a:lnTo>
                    <a:pt x="2962929" y="231304"/>
                  </a:lnTo>
                  <a:lnTo>
                    <a:pt x="2976459" y="229038"/>
                  </a:lnTo>
                  <a:lnTo>
                    <a:pt x="2989988" y="226810"/>
                  </a:lnTo>
                  <a:lnTo>
                    <a:pt x="3003517" y="224614"/>
                  </a:lnTo>
                  <a:lnTo>
                    <a:pt x="3017047" y="222446"/>
                  </a:lnTo>
                  <a:lnTo>
                    <a:pt x="3030576" y="220301"/>
                  </a:lnTo>
                  <a:lnTo>
                    <a:pt x="3044105" y="218175"/>
                  </a:lnTo>
                  <a:lnTo>
                    <a:pt x="3057635" y="216062"/>
                  </a:lnTo>
                  <a:lnTo>
                    <a:pt x="3071164" y="213960"/>
                  </a:lnTo>
                  <a:lnTo>
                    <a:pt x="3084694" y="211862"/>
                  </a:lnTo>
                  <a:lnTo>
                    <a:pt x="3098223" y="209766"/>
                  </a:lnTo>
                  <a:lnTo>
                    <a:pt x="3111752" y="207668"/>
                  </a:lnTo>
                  <a:lnTo>
                    <a:pt x="3125282" y="205563"/>
                  </a:lnTo>
                  <a:lnTo>
                    <a:pt x="3138811" y="203447"/>
                  </a:lnTo>
                  <a:lnTo>
                    <a:pt x="3152340" y="201317"/>
                  </a:lnTo>
                  <a:lnTo>
                    <a:pt x="3165870" y="199169"/>
                  </a:lnTo>
                  <a:lnTo>
                    <a:pt x="3179399" y="196999"/>
                  </a:lnTo>
                  <a:lnTo>
                    <a:pt x="3192928" y="194804"/>
                  </a:lnTo>
                  <a:lnTo>
                    <a:pt x="3206458" y="192580"/>
                  </a:lnTo>
                  <a:lnTo>
                    <a:pt x="3219987" y="190325"/>
                  </a:lnTo>
                  <a:lnTo>
                    <a:pt x="3233517" y="188033"/>
                  </a:lnTo>
                  <a:lnTo>
                    <a:pt x="3247046" y="185703"/>
                  </a:lnTo>
                  <a:lnTo>
                    <a:pt x="3260575" y="183331"/>
                  </a:lnTo>
                  <a:lnTo>
                    <a:pt x="3274105" y="180917"/>
                  </a:lnTo>
                  <a:lnTo>
                    <a:pt x="3287634" y="178462"/>
                  </a:lnTo>
                  <a:lnTo>
                    <a:pt x="3301163" y="175967"/>
                  </a:lnTo>
                  <a:lnTo>
                    <a:pt x="3314693" y="173433"/>
                  </a:lnTo>
                  <a:lnTo>
                    <a:pt x="3328222" y="170862"/>
                  </a:lnTo>
                  <a:lnTo>
                    <a:pt x="3341751" y="168255"/>
                  </a:lnTo>
                  <a:lnTo>
                    <a:pt x="3355281" y="165612"/>
                  </a:lnTo>
                  <a:lnTo>
                    <a:pt x="3368810" y="162934"/>
                  </a:lnTo>
                  <a:lnTo>
                    <a:pt x="3382339" y="160223"/>
                  </a:lnTo>
                  <a:lnTo>
                    <a:pt x="3395869" y="157480"/>
                  </a:lnTo>
                  <a:lnTo>
                    <a:pt x="3409398" y="154705"/>
                  </a:lnTo>
                  <a:lnTo>
                    <a:pt x="3422928" y="151899"/>
                  </a:lnTo>
                  <a:lnTo>
                    <a:pt x="3436457" y="149064"/>
                  </a:lnTo>
                  <a:lnTo>
                    <a:pt x="3449986" y="146199"/>
                  </a:lnTo>
                  <a:lnTo>
                    <a:pt x="3463516" y="143307"/>
                  </a:lnTo>
                  <a:lnTo>
                    <a:pt x="3477045" y="140387"/>
                  </a:lnTo>
                  <a:lnTo>
                    <a:pt x="3490574" y="137440"/>
                  </a:lnTo>
                  <a:lnTo>
                    <a:pt x="3504104" y="134467"/>
                  </a:lnTo>
                  <a:lnTo>
                    <a:pt x="3517633" y="131469"/>
                  </a:lnTo>
                  <a:lnTo>
                    <a:pt x="3531162" y="128446"/>
                  </a:lnTo>
                  <a:lnTo>
                    <a:pt x="3544692" y="125399"/>
                  </a:lnTo>
                  <a:lnTo>
                    <a:pt x="3558221" y="122329"/>
                  </a:lnTo>
                  <a:lnTo>
                    <a:pt x="3571751" y="119236"/>
                  </a:lnTo>
                  <a:lnTo>
                    <a:pt x="3585280" y="116121"/>
                  </a:lnTo>
                  <a:lnTo>
                    <a:pt x="3598809" y="112984"/>
                  </a:lnTo>
                  <a:lnTo>
                    <a:pt x="3612339" y="109826"/>
                  </a:lnTo>
                  <a:lnTo>
                    <a:pt x="3625868" y="106648"/>
                  </a:lnTo>
                  <a:lnTo>
                    <a:pt x="3639397" y="103449"/>
                  </a:lnTo>
                  <a:lnTo>
                    <a:pt x="3652927" y="100231"/>
                  </a:lnTo>
                  <a:lnTo>
                    <a:pt x="3666456" y="96993"/>
                  </a:lnTo>
                  <a:lnTo>
                    <a:pt x="3679985" y="93737"/>
                  </a:lnTo>
                  <a:lnTo>
                    <a:pt x="3693515" y="90463"/>
                  </a:lnTo>
                  <a:lnTo>
                    <a:pt x="3707044" y="87170"/>
                  </a:lnTo>
                  <a:lnTo>
                    <a:pt x="3720573" y="83860"/>
                  </a:lnTo>
                  <a:lnTo>
                    <a:pt x="3734103" y="80533"/>
                  </a:lnTo>
                  <a:lnTo>
                    <a:pt x="3747632" y="77189"/>
                  </a:lnTo>
                  <a:lnTo>
                    <a:pt x="3761162" y="73829"/>
                  </a:lnTo>
                  <a:lnTo>
                    <a:pt x="3774691" y="70453"/>
                  </a:lnTo>
                  <a:lnTo>
                    <a:pt x="3788220" y="67061"/>
                  </a:lnTo>
                  <a:lnTo>
                    <a:pt x="3801750" y="63654"/>
                  </a:lnTo>
                  <a:lnTo>
                    <a:pt x="3815279" y="60231"/>
                  </a:lnTo>
                  <a:lnTo>
                    <a:pt x="3828808" y="56794"/>
                  </a:lnTo>
                  <a:lnTo>
                    <a:pt x="3842338" y="53343"/>
                  </a:lnTo>
                  <a:lnTo>
                    <a:pt x="3855867" y="49877"/>
                  </a:lnTo>
                  <a:lnTo>
                    <a:pt x="3869396" y="46397"/>
                  </a:lnTo>
                  <a:lnTo>
                    <a:pt x="3882926" y="42903"/>
                  </a:lnTo>
                  <a:lnTo>
                    <a:pt x="3896455" y="39397"/>
                  </a:lnTo>
                  <a:lnTo>
                    <a:pt x="3909985" y="35877"/>
                  </a:lnTo>
                  <a:lnTo>
                    <a:pt x="3923514" y="32344"/>
                  </a:lnTo>
                  <a:lnTo>
                    <a:pt x="3937043" y="28798"/>
                  </a:lnTo>
                  <a:lnTo>
                    <a:pt x="3950573" y="25240"/>
                  </a:lnTo>
                  <a:lnTo>
                    <a:pt x="3964102" y="21669"/>
                  </a:lnTo>
                  <a:lnTo>
                    <a:pt x="3977631" y="18087"/>
                  </a:lnTo>
                  <a:lnTo>
                    <a:pt x="3991161" y="14492"/>
                  </a:lnTo>
                  <a:lnTo>
                    <a:pt x="4004690" y="10886"/>
                  </a:lnTo>
                  <a:lnTo>
                    <a:pt x="4018219" y="7269"/>
                  </a:lnTo>
                  <a:lnTo>
                    <a:pt x="4031749" y="3640"/>
                  </a:lnTo>
                  <a:lnTo>
                    <a:pt x="4045278" y="0"/>
                  </a:lnTo>
                  <a:lnTo>
                    <a:pt x="4045278" y="875662"/>
                  </a:lnTo>
                  <a:lnTo>
                    <a:pt x="4031749" y="872045"/>
                  </a:lnTo>
                  <a:lnTo>
                    <a:pt x="4018219" y="868430"/>
                  </a:lnTo>
                  <a:lnTo>
                    <a:pt x="4004690" y="864817"/>
                  </a:lnTo>
                  <a:lnTo>
                    <a:pt x="3991161" y="861206"/>
                  </a:lnTo>
                  <a:lnTo>
                    <a:pt x="3977631" y="857597"/>
                  </a:lnTo>
                  <a:lnTo>
                    <a:pt x="3964102" y="853991"/>
                  </a:lnTo>
                  <a:lnTo>
                    <a:pt x="3950573" y="850387"/>
                  </a:lnTo>
                  <a:lnTo>
                    <a:pt x="3937043" y="846786"/>
                  </a:lnTo>
                  <a:lnTo>
                    <a:pt x="3923514" y="843188"/>
                  </a:lnTo>
                  <a:lnTo>
                    <a:pt x="3909985" y="839594"/>
                  </a:lnTo>
                  <a:lnTo>
                    <a:pt x="3896455" y="836002"/>
                  </a:lnTo>
                  <a:lnTo>
                    <a:pt x="3882926" y="832415"/>
                  </a:lnTo>
                  <a:lnTo>
                    <a:pt x="3869396" y="828831"/>
                  </a:lnTo>
                  <a:lnTo>
                    <a:pt x="3855867" y="825252"/>
                  </a:lnTo>
                  <a:lnTo>
                    <a:pt x="3842338" y="821677"/>
                  </a:lnTo>
                  <a:lnTo>
                    <a:pt x="3828808" y="818107"/>
                  </a:lnTo>
                  <a:lnTo>
                    <a:pt x="3815279" y="814541"/>
                  </a:lnTo>
                  <a:lnTo>
                    <a:pt x="3801750" y="810982"/>
                  </a:lnTo>
                  <a:lnTo>
                    <a:pt x="3788220" y="807427"/>
                  </a:lnTo>
                  <a:lnTo>
                    <a:pt x="3774691" y="803879"/>
                  </a:lnTo>
                  <a:lnTo>
                    <a:pt x="3761162" y="800337"/>
                  </a:lnTo>
                  <a:lnTo>
                    <a:pt x="3747632" y="796801"/>
                  </a:lnTo>
                  <a:lnTo>
                    <a:pt x="3734103" y="793272"/>
                  </a:lnTo>
                  <a:lnTo>
                    <a:pt x="3720573" y="789750"/>
                  </a:lnTo>
                  <a:lnTo>
                    <a:pt x="3707044" y="786236"/>
                  </a:lnTo>
                  <a:lnTo>
                    <a:pt x="3693515" y="782730"/>
                  </a:lnTo>
                  <a:lnTo>
                    <a:pt x="3679985" y="779233"/>
                  </a:lnTo>
                  <a:lnTo>
                    <a:pt x="3666456" y="775744"/>
                  </a:lnTo>
                  <a:lnTo>
                    <a:pt x="3652927" y="772265"/>
                  </a:lnTo>
                  <a:lnTo>
                    <a:pt x="3639397" y="768795"/>
                  </a:lnTo>
                  <a:lnTo>
                    <a:pt x="3625868" y="765335"/>
                  </a:lnTo>
                  <a:lnTo>
                    <a:pt x="3612339" y="761886"/>
                  </a:lnTo>
                  <a:lnTo>
                    <a:pt x="3598809" y="758447"/>
                  </a:lnTo>
                  <a:lnTo>
                    <a:pt x="3585280" y="755021"/>
                  </a:lnTo>
                  <a:lnTo>
                    <a:pt x="3571751" y="751607"/>
                  </a:lnTo>
                  <a:lnTo>
                    <a:pt x="3558221" y="748205"/>
                  </a:lnTo>
                  <a:lnTo>
                    <a:pt x="3544692" y="744816"/>
                  </a:lnTo>
                  <a:lnTo>
                    <a:pt x="3531162" y="741442"/>
                  </a:lnTo>
                  <a:lnTo>
                    <a:pt x="3517633" y="738082"/>
                  </a:lnTo>
                  <a:lnTo>
                    <a:pt x="3504104" y="734737"/>
                  </a:lnTo>
                  <a:lnTo>
                    <a:pt x="3490574" y="731407"/>
                  </a:lnTo>
                  <a:lnTo>
                    <a:pt x="3477045" y="728094"/>
                  </a:lnTo>
                  <a:lnTo>
                    <a:pt x="3463516" y="724799"/>
                  </a:lnTo>
                  <a:lnTo>
                    <a:pt x="3449986" y="721521"/>
                  </a:lnTo>
                  <a:lnTo>
                    <a:pt x="3436457" y="718262"/>
                  </a:lnTo>
                  <a:lnTo>
                    <a:pt x="3422928" y="715022"/>
                  </a:lnTo>
                  <a:lnTo>
                    <a:pt x="3409398" y="711802"/>
                  </a:lnTo>
                  <a:lnTo>
                    <a:pt x="3395869" y="708604"/>
                  </a:lnTo>
                  <a:lnTo>
                    <a:pt x="3382339" y="705428"/>
                  </a:lnTo>
                  <a:lnTo>
                    <a:pt x="3368810" y="702274"/>
                  </a:lnTo>
                  <a:lnTo>
                    <a:pt x="3355281" y="699144"/>
                  </a:lnTo>
                  <a:lnTo>
                    <a:pt x="3341751" y="696040"/>
                  </a:lnTo>
                  <a:lnTo>
                    <a:pt x="3328222" y="692961"/>
                  </a:lnTo>
                  <a:lnTo>
                    <a:pt x="3314693" y="689908"/>
                  </a:lnTo>
                  <a:lnTo>
                    <a:pt x="3301163" y="686884"/>
                  </a:lnTo>
                  <a:lnTo>
                    <a:pt x="3287634" y="683889"/>
                  </a:lnTo>
                  <a:lnTo>
                    <a:pt x="3274105" y="680924"/>
                  </a:lnTo>
                  <a:lnTo>
                    <a:pt x="3260575" y="677991"/>
                  </a:lnTo>
                  <a:lnTo>
                    <a:pt x="3247046" y="675090"/>
                  </a:lnTo>
                  <a:lnTo>
                    <a:pt x="3233517" y="672224"/>
                  </a:lnTo>
                  <a:lnTo>
                    <a:pt x="3219987" y="669400"/>
                  </a:lnTo>
                  <a:lnTo>
                    <a:pt x="3206458" y="666621"/>
                  </a:lnTo>
                  <a:lnTo>
                    <a:pt x="3192928" y="663895"/>
                  </a:lnTo>
                  <a:lnTo>
                    <a:pt x="3179399" y="661226"/>
                  </a:lnTo>
                  <a:lnTo>
                    <a:pt x="3165870" y="658620"/>
                  </a:lnTo>
                  <a:lnTo>
                    <a:pt x="3152340" y="656083"/>
                  </a:lnTo>
                  <a:lnTo>
                    <a:pt x="3138811" y="653620"/>
                  </a:lnTo>
                  <a:lnTo>
                    <a:pt x="3125282" y="651236"/>
                  </a:lnTo>
                  <a:lnTo>
                    <a:pt x="3111752" y="648936"/>
                  </a:lnTo>
                  <a:lnTo>
                    <a:pt x="3098223" y="646726"/>
                  </a:lnTo>
                  <a:lnTo>
                    <a:pt x="3084694" y="644611"/>
                  </a:lnTo>
                  <a:lnTo>
                    <a:pt x="3071164" y="642596"/>
                  </a:lnTo>
                  <a:lnTo>
                    <a:pt x="3057635" y="640685"/>
                  </a:lnTo>
                  <a:lnTo>
                    <a:pt x="3044105" y="638885"/>
                  </a:lnTo>
                  <a:lnTo>
                    <a:pt x="3030576" y="637199"/>
                  </a:lnTo>
                  <a:lnTo>
                    <a:pt x="3017047" y="635631"/>
                  </a:lnTo>
                  <a:lnTo>
                    <a:pt x="3003517" y="634188"/>
                  </a:lnTo>
                  <a:lnTo>
                    <a:pt x="2989988" y="632872"/>
                  </a:lnTo>
                  <a:lnTo>
                    <a:pt x="2976459" y="631689"/>
                  </a:lnTo>
                  <a:lnTo>
                    <a:pt x="2962929" y="630642"/>
                  </a:lnTo>
                  <a:lnTo>
                    <a:pt x="2949400" y="629735"/>
                  </a:lnTo>
                  <a:lnTo>
                    <a:pt x="2935871" y="628972"/>
                  </a:lnTo>
                  <a:lnTo>
                    <a:pt x="2922341" y="628357"/>
                  </a:lnTo>
                  <a:lnTo>
                    <a:pt x="2908812" y="627894"/>
                  </a:lnTo>
                  <a:lnTo>
                    <a:pt x="2895283" y="627585"/>
                  </a:lnTo>
                  <a:lnTo>
                    <a:pt x="2881753" y="627435"/>
                  </a:lnTo>
                  <a:lnTo>
                    <a:pt x="2868224" y="627445"/>
                  </a:lnTo>
                  <a:lnTo>
                    <a:pt x="2854694" y="627620"/>
                  </a:lnTo>
                  <a:lnTo>
                    <a:pt x="2841165" y="627962"/>
                  </a:lnTo>
                  <a:lnTo>
                    <a:pt x="2827636" y="628473"/>
                  </a:lnTo>
                  <a:lnTo>
                    <a:pt x="2814106" y="629155"/>
                  </a:lnTo>
                  <a:lnTo>
                    <a:pt x="2800577" y="630013"/>
                  </a:lnTo>
                  <a:lnTo>
                    <a:pt x="2787048" y="631046"/>
                  </a:lnTo>
                  <a:lnTo>
                    <a:pt x="2773518" y="632259"/>
                  </a:lnTo>
                  <a:lnTo>
                    <a:pt x="2759989" y="633652"/>
                  </a:lnTo>
                  <a:lnTo>
                    <a:pt x="2746460" y="635227"/>
                  </a:lnTo>
                  <a:lnTo>
                    <a:pt x="2732930" y="636986"/>
                  </a:lnTo>
                  <a:lnTo>
                    <a:pt x="2719401" y="638930"/>
                  </a:lnTo>
                  <a:lnTo>
                    <a:pt x="2705871" y="641062"/>
                  </a:lnTo>
                  <a:lnTo>
                    <a:pt x="2692342" y="643381"/>
                  </a:lnTo>
                  <a:lnTo>
                    <a:pt x="2678813" y="645891"/>
                  </a:lnTo>
                  <a:lnTo>
                    <a:pt x="2665283" y="648590"/>
                  </a:lnTo>
                  <a:lnTo>
                    <a:pt x="2651754" y="651482"/>
                  </a:lnTo>
                  <a:lnTo>
                    <a:pt x="2638225" y="654566"/>
                  </a:lnTo>
                  <a:lnTo>
                    <a:pt x="2624695" y="657843"/>
                  </a:lnTo>
                  <a:lnTo>
                    <a:pt x="2611166" y="661315"/>
                  </a:lnTo>
                  <a:lnTo>
                    <a:pt x="2597637" y="664981"/>
                  </a:lnTo>
                  <a:lnTo>
                    <a:pt x="2584107" y="668843"/>
                  </a:lnTo>
                  <a:lnTo>
                    <a:pt x="2570578" y="672901"/>
                  </a:lnTo>
                  <a:lnTo>
                    <a:pt x="2557049" y="677156"/>
                  </a:lnTo>
                  <a:lnTo>
                    <a:pt x="2543519" y="681608"/>
                  </a:lnTo>
                  <a:lnTo>
                    <a:pt x="2529990" y="686257"/>
                  </a:lnTo>
                  <a:lnTo>
                    <a:pt x="2516460" y="691104"/>
                  </a:lnTo>
                  <a:lnTo>
                    <a:pt x="2502931" y="696150"/>
                  </a:lnTo>
                  <a:lnTo>
                    <a:pt x="2489402" y="701394"/>
                  </a:lnTo>
                  <a:lnTo>
                    <a:pt x="2475872" y="706837"/>
                  </a:lnTo>
                  <a:lnTo>
                    <a:pt x="2462343" y="712480"/>
                  </a:lnTo>
                  <a:lnTo>
                    <a:pt x="2448814" y="718321"/>
                  </a:lnTo>
                  <a:lnTo>
                    <a:pt x="2435284" y="724362"/>
                  </a:lnTo>
                  <a:lnTo>
                    <a:pt x="2421755" y="730603"/>
                  </a:lnTo>
                  <a:lnTo>
                    <a:pt x="2408226" y="737043"/>
                  </a:lnTo>
                  <a:lnTo>
                    <a:pt x="2394696" y="743684"/>
                  </a:lnTo>
                  <a:lnTo>
                    <a:pt x="2381167" y="750524"/>
                  </a:lnTo>
                  <a:lnTo>
                    <a:pt x="2367637" y="757565"/>
                  </a:lnTo>
                  <a:lnTo>
                    <a:pt x="2354108" y="764805"/>
                  </a:lnTo>
                  <a:lnTo>
                    <a:pt x="2340579" y="772246"/>
                  </a:lnTo>
                  <a:lnTo>
                    <a:pt x="2327049" y="779886"/>
                  </a:lnTo>
                  <a:lnTo>
                    <a:pt x="2313520" y="787727"/>
                  </a:lnTo>
                  <a:lnTo>
                    <a:pt x="2299991" y="795767"/>
                  </a:lnTo>
                  <a:lnTo>
                    <a:pt x="2286461" y="804008"/>
                  </a:lnTo>
                  <a:lnTo>
                    <a:pt x="2272932" y="812448"/>
                  </a:lnTo>
                  <a:lnTo>
                    <a:pt x="2259403" y="821088"/>
                  </a:lnTo>
                  <a:lnTo>
                    <a:pt x="2245873" y="829927"/>
                  </a:lnTo>
                  <a:lnTo>
                    <a:pt x="2232344" y="838966"/>
                  </a:lnTo>
                  <a:lnTo>
                    <a:pt x="2218815" y="848204"/>
                  </a:lnTo>
                  <a:lnTo>
                    <a:pt x="2205285" y="857640"/>
                  </a:lnTo>
                  <a:lnTo>
                    <a:pt x="2191756" y="867275"/>
                  </a:lnTo>
                  <a:lnTo>
                    <a:pt x="2178226" y="877108"/>
                  </a:lnTo>
                  <a:lnTo>
                    <a:pt x="2164697" y="887139"/>
                  </a:lnTo>
                  <a:lnTo>
                    <a:pt x="2151168" y="897368"/>
                  </a:lnTo>
                  <a:lnTo>
                    <a:pt x="2137638" y="907793"/>
                  </a:lnTo>
                  <a:lnTo>
                    <a:pt x="2124109" y="918416"/>
                  </a:lnTo>
                  <a:lnTo>
                    <a:pt x="2110580" y="929234"/>
                  </a:lnTo>
                  <a:lnTo>
                    <a:pt x="2097050" y="940248"/>
                  </a:lnTo>
                  <a:lnTo>
                    <a:pt x="2083521" y="951457"/>
                  </a:lnTo>
                  <a:lnTo>
                    <a:pt x="2069992" y="962860"/>
                  </a:lnTo>
                  <a:lnTo>
                    <a:pt x="2056462" y="974457"/>
                  </a:lnTo>
                  <a:lnTo>
                    <a:pt x="2042933" y="986247"/>
                  </a:lnTo>
                  <a:lnTo>
                    <a:pt x="2029403" y="998225"/>
                  </a:lnTo>
                  <a:lnTo>
                    <a:pt x="2015874" y="1010384"/>
                  </a:lnTo>
                  <a:lnTo>
                    <a:pt x="2002345" y="1022716"/>
                  </a:lnTo>
                  <a:lnTo>
                    <a:pt x="1988815" y="1035214"/>
                  </a:lnTo>
                  <a:lnTo>
                    <a:pt x="1975286" y="1047870"/>
                  </a:lnTo>
                  <a:lnTo>
                    <a:pt x="1961757" y="1060677"/>
                  </a:lnTo>
                  <a:lnTo>
                    <a:pt x="1948227" y="1073629"/>
                  </a:lnTo>
                  <a:lnTo>
                    <a:pt x="1934698" y="1086717"/>
                  </a:lnTo>
                  <a:lnTo>
                    <a:pt x="1921169" y="1099935"/>
                  </a:lnTo>
                  <a:lnTo>
                    <a:pt x="1907639" y="1113276"/>
                  </a:lnTo>
                  <a:lnTo>
                    <a:pt x="1894110" y="1126733"/>
                  </a:lnTo>
                  <a:lnTo>
                    <a:pt x="1880581" y="1140299"/>
                  </a:lnTo>
                  <a:lnTo>
                    <a:pt x="1867051" y="1153969"/>
                  </a:lnTo>
                  <a:lnTo>
                    <a:pt x="1853522" y="1167734"/>
                  </a:lnTo>
                  <a:lnTo>
                    <a:pt x="1839992" y="1181589"/>
                  </a:lnTo>
                  <a:lnTo>
                    <a:pt x="1826463" y="1195527"/>
                  </a:lnTo>
                  <a:lnTo>
                    <a:pt x="1812934" y="1209542"/>
                  </a:lnTo>
                  <a:lnTo>
                    <a:pt x="1799404" y="1223628"/>
                  </a:lnTo>
                  <a:lnTo>
                    <a:pt x="1785875" y="1237778"/>
                  </a:lnTo>
                  <a:lnTo>
                    <a:pt x="1772346" y="1251987"/>
                  </a:lnTo>
                  <a:lnTo>
                    <a:pt x="1758816" y="1266247"/>
                  </a:lnTo>
                  <a:lnTo>
                    <a:pt x="1745287" y="1280555"/>
                  </a:lnTo>
                  <a:lnTo>
                    <a:pt x="1731758" y="1294902"/>
                  </a:lnTo>
                  <a:lnTo>
                    <a:pt x="1718228" y="1309285"/>
                  </a:lnTo>
                  <a:lnTo>
                    <a:pt x="1704699" y="1323696"/>
                  </a:lnTo>
                  <a:lnTo>
                    <a:pt x="1691169" y="1339917"/>
                  </a:lnTo>
                  <a:lnTo>
                    <a:pt x="1677640" y="1360711"/>
                  </a:lnTo>
                  <a:lnTo>
                    <a:pt x="1664111" y="1381385"/>
                  </a:lnTo>
                  <a:lnTo>
                    <a:pt x="1650581" y="1401926"/>
                  </a:lnTo>
                  <a:lnTo>
                    <a:pt x="1637052" y="1422323"/>
                  </a:lnTo>
                  <a:lnTo>
                    <a:pt x="1623523" y="1442568"/>
                  </a:lnTo>
                  <a:lnTo>
                    <a:pt x="1609993" y="1462649"/>
                  </a:lnTo>
                  <a:lnTo>
                    <a:pt x="1596464" y="1482557"/>
                  </a:lnTo>
                  <a:lnTo>
                    <a:pt x="1582935" y="1502283"/>
                  </a:lnTo>
                  <a:lnTo>
                    <a:pt x="1569405" y="1521819"/>
                  </a:lnTo>
                  <a:lnTo>
                    <a:pt x="1555876" y="1541156"/>
                  </a:lnTo>
                  <a:lnTo>
                    <a:pt x="1542347" y="1560287"/>
                  </a:lnTo>
                  <a:lnTo>
                    <a:pt x="1528817" y="1579204"/>
                  </a:lnTo>
                  <a:lnTo>
                    <a:pt x="1515288" y="1597900"/>
                  </a:lnTo>
                  <a:lnTo>
                    <a:pt x="1501758" y="1616368"/>
                  </a:lnTo>
                  <a:lnTo>
                    <a:pt x="1488229" y="1634602"/>
                  </a:lnTo>
                  <a:lnTo>
                    <a:pt x="1474700" y="1652597"/>
                  </a:lnTo>
                  <a:lnTo>
                    <a:pt x="1461170" y="1670347"/>
                  </a:lnTo>
                  <a:lnTo>
                    <a:pt x="1447641" y="1687846"/>
                  </a:lnTo>
                  <a:lnTo>
                    <a:pt x="1434112" y="1705091"/>
                  </a:lnTo>
                  <a:lnTo>
                    <a:pt x="1420582" y="1722077"/>
                  </a:lnTo>
                  <a:lnTo>
                    <a:pt x="1407053" y="1738800"/>
                  </a:lnTo>
                  <a:lnTo>
                    <a:pt x="1393524" y="1755257"/>
                  </a:lnTo>
                  <a:lnTo>
                    <a:pt x="1379994" y="1771445"/>
                  </a:lnTo>
                  <a:lnTo>
                    <a:pt x="1366465" y="1787361"/>
                  </a:lnTo>
                  <a:lnTo>
                    <a:pt x="1352935" y="1803003"/>
                  </a:lnTo>
                  <a:lnTo>
                    <a:pt x="1339406" y="1818374"/>
                  </a:lnTo>
                  <a:lnTo>
                    <a:pt x="1325877" y="1833483"/>
                  </a:lnTo>
                  <a:lnTo>
                    <a:pt x="1312347" y="1848340"/>
                  </a:lnTo>
                  <a:lnTo>
                    <a:pt x="1298818" y="1862957"/>
                  </a:lnTo>
                  <a:lnTo>
                    <a:pt x="1285289" y="1877341"/>
                  </a:lnTo>
                  <a:lnTo>
                    <a:pt x="1271759" y="1891505"/>
                  </a:lnTo>
                  <a:lnTo>
                    <a:pt x="1258230" y="1905456"/>
                  </a:lnTo>
                  <a:lnTo>
                    <a:pt x="1244701" y="1919204"/>
                  </a:lnTo>
                  <a:lnTo>
                    <a:pt x="1231171" y="1932759"/>
                  </a:lnTo>
                  <a:lnTo>
                    <a:pt x="1217642" y="1946130"/>
                  </a:lnTo>
                  <a:lnTo>
                    <a:pt x="1204113" y="1959326"/>
                  </a:lnTo>
                  <a:lnTo>
                    <a:pt x="1190583" y="1972355"/>
                  </a:lnTo>
                  <a:lnTo>
                    <a:pt x="1177054" y="1985227"/>
                  </a:lnTo>
                  <a:lnTo>
                    <a:pt x="1163524" y="1997948"/>
                  </a:lnTo>
                  <a:lnTo>
                    <a:pt x="1149995" y="2010527"/>
                  </a:lnTo>
                  <a:lnTo>
                    <a:pt x="1136466" y="2022973"/>
                  </a:lnTo>
                  <a:lnTo>
                    <a:pt x="1122936" y="2035292"/>
                  </a:lnTo>
                  <a:lnTo>
                    <a:pt x="1109407" y="2047491"/>
                  </a:lnTo>
                  <a:lnTo>
                    <a:pt x="1095878" y="2059577"/>
                  </a:lnTo>
                  <a:lnTo>
                    <a:pt x="1082348" y="2071558"/>
                  </a:lnTo>
                  <a:lnTo>
                    <a:pt x="1068819" y="2083438"/>
                  </a:lnTo>
                  <a:lnTo>
                    <a:pt x="1055290" y="2095224"/>
                  </a:lnTo>
                  <a:lnTo>
                    <a:pt x="1041760" y="2106921"/>
                  </a:lnTo>
                  <a:lnTo>
                    <a:pt x="1028231" y="2118534"/>
                  </a:lnTo>
                  <a:lnTo>
                    <a:pt x="1014701" y="2130068"/>
                  </a:lnTo>
                  <a:lnTo>
                    <a:pt x="1001172" y="2141527"/>
                  </a:lnTo>
                  <a:lnTo>
                    <a:pt x="987643" y="2152915"/>
                  </a:lnTo>
                  <a:lnTo>
                    <a:pt x="974113" y="2164236"/>
                  </a:lnTo>
                  <a:lnTo>
                    <a:pt x="960584" y="2175492"/>
                  </a:lnTo>
                  <a:lnTo>
                    <a:pt x="947055" y="2186687"/>
                  </a:lnTo>
                  <a:lnTo>
                    <a:pt x="933525" y="2197824"/>
                  </a:lnTo>
                  <a:lnTo>
                    <a:pt x="919996" y="2208903"/>
                  </a:lnTo>
                  <a:lnTo>
                    <a:pt x="906467" y="2219928"/>
                  </a:lnTo>
                  <a:lnTo>
                    <a:pt x="892937" y="2230900"/>
                  </a:lnTo>
                  <a:lnTo>
                    <a:pt x="879408" y="2241821"/>
                  </a:lnTo>
                  <a:lnTo>
                    <a:pt x="865879" y="2252691"/>
                  </a:lnTo>
                  <a:lnTo>
                    <a:pt x="852349" y="2263511"/>
                  </a:lnTo>
                  <a:lnTo>
                    <a:pt x="838820" y="2274283"/>
                  </a:lnTo>
                  <a:lnTo>
                    <a:pt x="825290" y="2285006"/>
                  </a:lnTo>
                  <a:lnTo>
                    <a:pt x="811761" y="2295682"/>
                  </a:lnTo>
                  <a:lnTo>
                    <a:pt x="798232" y="2306310"/>
                  </a:lnTo>
                  <a:lnTo>
                    <a:pt x="784702" y="2316891"/>
                  </a:lnTo>
                  <a:lnTo>
                    <a:pt x="771173" y="2327424"/>
                  </a:lnTo>
                  <a:lnTo>
                    <a:pt x="757644" y="2337910"/>
                  </a:lnTo>
                  <a:lnTo>
                    <a:pt x="744114" y="2348349"/>
                  </a:lnTo>
                  <a:lnTo>
                    <a:pt x="730585" y="2358740"/>
                  </a:lnTo>
                  <a:lnTo>
                    <a:pt x="717056" y="2369083"/>
                  </a:lnTo>
                  <a:lnTo>
                    <a:pt x="703526" y="2379378"/>
                  </a:lnTo>
                  <a:lnTo>
                    <a:pt x="689997" y="2389624"/>
                  </a:lnTo>
                  <a:lnTo>
                    <a:pt x="676467" y="2399822"/>
                  </a:lnTo>
                  <a:lnTo>
                    <a:pt x="662938" y="2409970"/>
                  </a:lnTo>
                  <a:lnTo>
                    <a:pt x="649409" y="2420069"/>
                  </a:lnTo>
                  <a:lnTo>
                    <a:pt x="635879" y="2430118"/>
                  </a:lnTo>
                  <a:lnTo>
                    <a:pt x="622350" y="2440116"/>
                  </a:lnTo>
                  <a:lnTo>
                    <a:pt x="608821" y="2450064"/>
                  </a:lnTo>
                  <a:lnTo>
                    <a:pt x="595291" y="2459961"/>
                  </a:lnTo>
                  <a:lnTo>
                    <a:pt x="581762" y="2469806"/>
                  </a:lnTo>
                  <a:lnTo>
                    <a:pt x="568233" y="2479599"/>
                  </a:lnTo>
                  <a:lnTo>
                    <a:pt x="554703" y="2489341"/>
                  </a:lnTo>
                  <a:lnTo>
                    <a:pt x="541174" y="2499030"/>
                  </a:lnTo>
                  <a:lnTo>
                    <a:pt x="527645" y="2508666"/>
                  </a:lnTo>
                  <a:lnTo>
                    <a:pt x="514115" y="2518250"/>
                  </a:lnTo>
                  <a:lnTo>
                    <a:pt x="500586" y="2527780"/>
                  </a:lnTo>
                  <a:lnTo>
                    <a:pt x="487056" y="2537257"/>
                  </a:lnTo>
                  <a:lnTo>
                    <a:pt x="473527" y="2546679"/>
                  </a:lnTo>
                  <a:lnTo>
                    <a:pt x="459998" y="2556048"/>
                  </a:lnTo>
                  <a:lnTo>
                    <a:pt x="446468" y="2565363"/>
                  </a:lnTo>
                  <a:lnTo>
                    <a:pt x="432939" y="2574624"/>
                  </a:lnTo>
                  <a:lnTo>
                    <a:pt x="419410" y="2583830"/>
                  </a:lnTo>
                  <a:lnTo>
                    <a:pt x="405880" y="2592981"/>
                  </a:lnTo>
                  <a:lnTo>
                    <a:pt x="392351" y="2602078"/>
                  </a:lnTo>
                  <a:lnTo>
                    <a:pt x="378822" y="2611119"/>
                  </a:lnTo>
                  <a:lnTo>
                    <a:pt x="365292" y="2620106"/>
                  </a:lnTo>
                  <a:lnTo>
                    <a:pt x="351763" y="2629037"/>
                  </a:lnTo>
                  <a:lnTo>
                    <a:pt x="338233" y="2637912"/>
                  </a:lnTo>
                  <a:lnTo>
                    <a:pt x="324704" y="2646732"/>
                  </a:lnTo>
                  <a:lnTo>
                    <a:pt x="311175" y="2655497"/>
                  </a:lnTo>
                  <a:lnTo>
                    <a:pt x="297645" y="2664206"/>
                  </a:lnTo>
                  <a:lnTo>
                    <a:pt x="284116" y="2672859"/>
                  </a:lnTo>
                  <a:lnTo>
                    <a:pt x="270587" y="2681458"/>
                  </a:lnTo>
                  <a:lnTo>
                    <a:pt x="257057" y="2690000"/>
                  </a:lnTo>
                  <a:lnTo>
                    <a:pt x="243528" y="2698488"/>
                  </a:lnTo>
                  <a:lnTo>
                    <a:pt x="229999" y="2706920"/>
                  </a:lnTo>
                  <a:lnTo>
                    <a:pt x="216469" y="2715297"/>
                  </a:lnTo>
                  <a:lnTo>
                    <a:pt x="202940" y="2723620"/>
                  </a:lnTo>
                  <a:lnTo>
                    <a:pt x="189411" y="2731887"/>
                  </a:lnTo>
                  <a:lnTo>
                    <a:pt x="175881" y="2740100"/>
                  </a:lnTo>
                  <a:lnTo>
                    <a:pt x="162352" y="2748259"/>
                  </a:lnTo>
                  <a:lnTo>
                    <a:pt x="148822" y="2756363"/>
                  </a:lnTo>
                  <a:lnTo>
                    <a:pt x="135293" y="2764414"/>
                  </a:lnTo>
                  <a:lnTo>
                    <a:pt x="121764" y="2772410"/>
                  </a:lnTo>
                  <a:lnTo>
                    <a:pt x="108234" y="2780353"/>
                  </a:lnTo>
                  <a:lnTo>
                    <a:pt x="94705" y="2788243"/>
                  </a:lnTo>
                  <a:lnTo>
                    <a:pt x="81176" y="2796079"/>
                  </a:lnTo>
                  <a:lnTo>
                    <a:pt x="67646" y="2803863"/>
                  </a:lnTo>
                  <a:lnTo>
                    <a:pt x="54117" y="2811594"/>
                  </a:lnTo>
                  <a:lnTo>
                    <a:pt x="40588" y="2819272"/>
                  </a:lnTo>
                  <a:lnTo>
                    <a:pt x="27058" y="2826898"/>
                  </a:lnTo>
                  <a:lnTo>
                    <a:pt x="13529" y="2834473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41407" y="3498589"/>
              <a:ext cx="4045278" cy="2428129"/>
            </a:xfrm>
            <a:custGeom>
              <a:avLst/>
              <a:pathLst>
                <a:path w="4045278" h="2428129">
                  <a:moveTo>
                    <a:pt x="0" y="2428129"/>
                  </a:moveTo>
                  <a:lnTo>
                    <a:pt x="13529" y="2423599"/>
                  </a:lnTo>
                  <a:lnTo>
                    <a:pt x="27058" y="2419052"/>
                  </a:lnTo>
                  <a:lnTo>
                    <a:pt x="40588" y="2414488"/>
                  </a:lnTo>
                  <a:lnTo>
                    <a:pt x="54117" y="2409907"/>
                  </a:lnTo>
                  <a:lnTo>
                    <a:pt x="67646" y="2405309"/>
                  </a:lnTo>
                  <a:lnTo>
                    <a:pt x="81176" y="2400693"/>
                  </a:lnTo>
                  <a:lnTo>
                    <a:pt x="94705" y="2396059"/>
                  </a:lnTo>
                  <a:lnTo>
                    <a:pt x="108234" y="2391407"/>
                  </a:lnTo>
                  <a:lnTo>
                    <a:pt x="121764" y="2386737"/>
                  </a:lnTo>
                  <a:lnTo>
                    <a:pt x="135293" y="2382049"/>
                  </a:lnTo>
                  <a:lnTo>
                    <a:pt x="148822" y="2377342"/>
                  </a:lnTo>
                  <a:lnTo>
                    <a:pt x="162352" y="2372616"/>
                  </a:lnTo>
                  <a:lnTo>
                    <a:pt x="175881" y="2367871"/>
                  </a:lnTo>
                  <a:lnTo>
                    <a:pt x="189411" y="2363106"/>
                  </a:lnTo>
                  <a:lnTo>
                    <a:pt x="202940" y="2358322"/>
                  </a:lnTo>
                  <a:lnTo>
                    <a:pt x="216469" y="2353517"/>
                  </a:lnTo>
                  <a:lnTo>
                    <a:pt x="229999" y="2348692"/>
                  </a:lnTo>
                  <a:lnTo>
                    <a:pt x="243528" y="2343847"/>
                  </a:lnTo>
                  <a:lnTo>
                    <a:pt x="257057" y="2338980"/>
                  </a:lnTo>
                  <a:lnTo>
                    <a:pt x="270587" y="2334092"/>
                  </a:lnTo>
                  <a:lnTo>
                    <a:pt x="284116" y="2329181"/>
                  </a:lnTo>
                  <a:lnTo>
                    <a:pt x="297645" y="2324249"/>
                  </a:lnTo>
                  <a:lnTo>
                    <a:pt x="311175" y="2319293"/>
                  </a:lnTo>
                  <a:lnTo>
                    <a:pt x="324704" y="2314314"/>
                  </a:lnTo>
                  <a:lnTo>
                    <a:pt x="338233" y="2309312"/>
                  </a:lnTo>
                  <a:lnTo>
                    <a:pt x="351763" y="2304285"/>
                  </a:lnTo>
                  <a:lnTo>
                    <a:pt x="365292" y="2299233"/>
                  </a:lnTo>
                  <a:lnTo>
                    <a:pt x="378822" y="2294156"/>
                  </a:lnTo>
                  <a:lnTo>
                    <a:pt x="392351" y="2289052"/>
                  </a:lnTo>
                  <a:lnTo>
                    <a:pt x="405880" y="2283922"/>
                  </a:lnTo>
                  <a:lnTo>
                    <a:pt x="419410" y="2278764"/>
                  </a:lnTo>
                  <a:lnTo>
                    <a:pt x="432939" y="2273578"/>
                  </a:lnTo>
                  <a:lnTo>
                    <a:pt x="446468" y="2268360"/>
                  </a:lnTo>
                  <a:lnTo>
                    <a:pt x="459998" y="2263108"/>
                  </a:lnTo>
                  <a:lnTo>
                    <a:pt x="473527" y="2257819"/>
                  </a:lnTo>
                  <a:lnTo>
                    <a:pt x="487056" y="2252489"/>
                  </a:lnTo>
                  <a:lnTo>
                    <a:pt x="500586" y="2247117"/>
                  </a:lnTo>
                  <a:lnTo>
                    <a:pt x="514115" y="2241699"/>
                  </a:lnTo>
                  <a:lnTo>
                    <a:pt x="527645" y="2236232"/>
                  </a:lnTo>
                  <a:lnTo>
                    <a:pt x="541174" y="2230712"/>
                  </a:lnTo>
                  <a:lnTo>
                    <a:pt x="554703" y="2225137"/>
                  </a:lnTo>
                  <a:lnTo>
                    <a:pt x="568233" y="2219503"/>
                  </a:lnTo>
                  <a:lnTo>
                    <a:pt x="581762" y="2213807"/>
                  </a:lnTo>
                  <a:lnTo>
                    <a:pt x="595291" y="2208045"/>
                  </a:lnTo>
                  <a:lnTo>
                    <a:pt x="608821" y="2202215"/>
                  </a:lnTo>
                  <a:lnTo>
                    <a:pt x="622350" y="2196312"/>
                  </a:lnTo>
                  <a:lnTo>
                    <a:pt x="635879" y="2190334"/>
                  </a:lnTo>
                  <a:lnTo>
                    <a:pt x="649409" y="2184277"/>
                  </a:lnTo>
                  <a:lnTo>
                    <a:pt x="662938" y="2178136"/>
                  </a:lnTo>
                  <a:lnTo>
                    <a:pt x="676467" y="2171910"/>
                  </a:lnTo>
                  <a:lnTo>
                    <a:pt x="689997" y="2165593"/>
                  </a:lnTo>
                  <a:lnTo>
                    <a:pt x="703526" y="2159183"/>
                  </a:lnTo>
                  <a:lnTo>
                    <a:pt x="717056" y="2152676"/>
                  </a:lnTo>
                  <a:lnTo>
                    <a:pt x="730585" y="2146068"/>
                  </a:lnTo>
                  <a:lnTo>
                    <a:pt x="744114" y="2139355"/>
                  </a:lnTo>
                  <a:lnTo>
                    <a:pt x="757644" y="2132534"/>
                  </a:lnTo>
                  <a:lnTo>
                    <a:pt x="771173" y="2125601"/>
                  </a:lnTo>
                  <a:lnTo>
                    <a:pt x="784702" y="2118553"/>
                  </a:lnTo>
                  <a:lnTo>
                    <a:pt x="798232" y="2111385"/>
                  </a:lnTo>
                  <a:lnTo>
                    <a:pt x="811761" y="2104095"/>
                  </a:lnTo>
                  <a:lnTo>
                    <a:pt x="825290" y="2096678"/>
                  </a:lnTo>
                  <a:lnTo>
                    <a:pt x="838820" y="2089131"/>
                  </a:lnTo>
                  <a:lnTo>
                    <a:pt x="852349" y="2081451"/>
                  </a:lnTo>
                  <a:lnTo>
                    <a:pt x="865879" y="2073635"/>
                  </a:lnTo>
                  <a:lnTo>
                    <a:pt x="879408" y="2065680"/>
                  </a:lnTo>
                  <a:lnTo>
                    <a:pt x="892937" y="2057582"/>
                  </a:lnTo>
                  <a:lnTo>
                    <a:pt x="906467" y="2049338"/>
                  </a:lnTo>
                  <a:lnTo>
                    <a:pt x="919996" y="2040947"/>
                  </a:lnTo>
                  <a:lnTo>
                    <a:pt x="933525" y="2032404"/>
                  </a:lnTo>
                  <a:lnTo>
                    <a:pt x="947055" y="2023710"/>
                  </a:lnTo>
                  <a:lnTo>
                    <a:pt x="960584" y="2014860"/>
                  </a:lnTo>
                  <a:lnTo>
                    <a:pt x="974113" y="2005854"/>
                  </a:lnTo>
                  <a:lnTo>
                    <a:pt x="987643" y="1996689"/>
                  </a:lnTo>
                  <a:lnTo>
                    <a:pt x="1001172" y="1987365"/>
                  </a:lnTo>
                  <a:lnTo>
                    <a:pt x="1014701" y="1977881"/>
                  </a:lnTo>
                  <a:lnTo>
                    <a:pt x="1028231" y="1968235"/>
                  </a:lnTo>
                  <a:lnTo>
                    <a:pt x="1041760" y="1958427"/>
                  </a:lnTo>
                  <a:lnTo>
                    <a:pt x="1055290" y="1948458"/>
                  </a:lnTo>
                  <a:lnTo>
                    <a:pt x="1068819" y="1938327"/>
                  </a:lnTo>
                  <a:lnTo>
                    <a:pt x="1082348" y="1928035"/>
                  </a:lnTo>
                  <a:lnTo>
                    <a:pt x="1095878" y="1917583"/>
                  </a:lnTo>
                  <a:lnTo>
                    <a:pt x="1109407" y="1906970"/>
                  </a:lnTo>
                  <a:lnTo>
                    <a:pt x="1122936" y="1896199"/>
                  </a:lnTo>
                  <a:lnTo>
                    <a:pt x="1136466" y="1885271"/>
                  </a:lnTo>
                  <a:lnTo>
                    <a:pt x="1149995" y="1874188"/>
                  </a:lnTo>
                  <a:lnTo>
                    <a:pt x="1163524" y="1862951"/>
                  </a:lnTo>
                  <a:lnTo>
                    <a:pt x="1177054" y="1851562"/>
                  </a:lnTo>
                  <a:lnTo>
                    <a:pt x="1190583" y="1840023"/>
                  </a:lnTo>
                  <a:lnTo>
                    <a:pt x="1204113" y="1828337"/>
                  </a:lnTo>
                  <a:lnTo>
                    <a:pt x="1217642" y="1816505"/>
                  </a:lnTo>
                  <a:lnTo>
                    <a:pt x="1231171" y="1804531"/>
                  </a:lnTo>
                  <a:lnTo>
                    <a:pt x="1244701" y="1792416"/>
                  </a:lnTo>
                  <a:lnTo>
                    <a:pt x="1258230" y="1780164"/>
                  </a:lnTo>
                  <a:lnTo>
                    <a:pt x="1271759" y="1767776"/>
                  </a:lnTo>
                  <a:lnTo>
                    <a:pt x="1285289" y="1755255"/>
                  </a:lnTo>
                  <a:lnTo>
                    <a:pt x="1298818" y="1742605"/>
                  </a:lnTo>
                  <a:lnTo>
                    <a:pt x="1312347" y="1729826"/>
                  </a:lnTo>
                  <a:lnTo>
                    <a:pt x="1325877" y="1716922"/>
                  </a:lnTo>
                  <a:lnTo>
                    <a:pt x="1339406" y="1703895"/>
                  </a:lnTo>
                  <a:lnTo>
                    <a:pt x="1352935" y="1690748"/>
                  </a:lnTo>
                  <a:lnTo>
                    <a:pt x="1366465" y="1677483"/>
                  </a:lnTo>
                  <a:lnTo>
                    <a:pt x="1379994" y="1664105"/>
                  </a:lnTo>
                  <a:lnTo>
                    <a:pt x="1393524" y="1650620"/>
                  </a:lnTo>
                  <a:lnTo>
                    <a:pt x="1407053" y="1637034"/>
                  </a:lnTo>
                  <a:lnTo>
                    <a:pt x="1420582" y="1623354"/>
                  </a:lnTo>
                  <a:lnTo>
                    <a:pt x="1434112" y="1609584"/>
                  </a:lnTo>
                  <a:lnTo>
                    <a:pt x="1447641" y="1595731"/>
                  </a:lnTo>
                  <a:lnTo>
                    <a:pt x="1461170" y="1581799"/>
                  </a:lnTo>
                  <a:lnTo>
                    <a:pt x="1474700" y="1567795"/>
                  </a:lnTo>
                  <a:lnTo>
                    <a:pt x="1488229" y="1553724"/>
                  </a:lnTo>
                  <a:lnTo>
                    <a:pt x="1501758" y="1539590"/>
                  </a:lnTo>
                  <a:lnTo>
                    <a:pt x="1515288" y="1525399"/>
                  </a:lnTo>
                  <a:lnTo>
                    <a:pt x="1528817" y="1511157"/>
                  </a:lnTo>
                  <a:lnTo>
                    <a:pt x="1542347" y="1496869"/>
                  </a:lnTo>
                  <a:lnTo>
                    <a:pt x="1555876" y="1482539"/>
                  </a:lnTo>
                  <a:lnTo>
                    <a:pt x="1569405" y="1468174"/>
                  </a:lnTo>
                  <a:lnTo>
                    <a:pt x="1582935" y="1453777"/>
                  </a:lnTo>
                  <a:lnTo>
                    <a:pt x="1596464" y="1439355"/>
                  </a:lnTo>
                  <a:lnTo>
                    <a:pt x="1609993" y="1424913"/>
                  </a:lnTo>
                  <a:lnTo>
                    <a:pt x="1623523" y="1410455"/>
                  </a:lnTo>
                  <a:lnTo>
                    <a:pt x="1637052" y="1395988"/>
                  </a:lnTo>
                  <a:lnTo>
                    <a:pt x="1650581" y="1381516"/>
                  </a:lnTo>
                  <a:lnTo>
                    <a:pt x="1664111" y="1367046"/>
                  </a:lnTo>
                  <a:lnTo>
                    <a:pt x="1677640" y="1352582"/>
                  </a:lnTo>
                  <a:lnTo>
                    <a:pt x="1691169" y="1338130"/>
                  </a:lnTo>
                  <a:lnTo>
                    <a:pt x="1704699" y="1319013"/>
                  </a:lnTo>
                  <a:lnTo>
                    <a:pt x="1718228" y="1298011"/>
                  </a:lnTo>
                  <a:lnTo>
                    <a:pt x="1731758" y="1276924"/>
                  </a:lnTo>
                  <a:lnTo>
                    <a:pt x="1745287" y="1255765"/>
                  </a:lnTo>
                  <a:lnTo>
                    <a:pt x="1758816" y="1234547"/>
                  </a:lnTo>
                  <a:lnTo>
                    <a:pt x="1772346" y="1213284"/>
                  </a:lnTo>
                  <a:lnTo>
                    <a:pt x="1785875" y="1191990"/>
                  </a:lnTo>
                  <a:lnTo>
                    <a:pt x="1799404" y="1170680"/>
                  </a:lnTo>
                  <a:lnTo>
                    <a:pt x="1812934" y="1149369"/>
                  </a:lnTo>
                  <a:lnTo>
                    <a:pt x="1826463" y="1128073"/>
                  </a:lnTo>
                  <a:lnTo>
                    <a:pt x="1839992" y="1106806"/>
                  </a:lnTo>
                  <a:lnTo>
                    <a:pt x="1853522" y="1085587"/>
                  </a:lnTo>
                  <a:lnTo>
                    <a:pt x="1867051" y="1064431"/>
                  </a:lnTo>
                  <a:lnTo>
                    <a:pt x="1880581" y="1043357"/>
                  </a:lnTo>
                  <a:lnTo>
                    <a:pt x="1894110" y="1022380"/>
                  </a:lnTo>
                  <a:lnTo>
                    <a:pt x="1907639" y="1001521"/>
                  </a:lnTo>
                  <a:lnTo>
                    <a:pt x="1921169" y="980796"/>
                  </a:lnTo>
                  <a:lnTo>
                    <a:pt x="1934698" y="960225"/>
                  </a:lnTo>
                  <a:lnTo>
                    <a:pt x="1948227" y="939827"/>
                  </a:lnTo>
                  <a:lnTo>
                    <a:pt x="1961757" y="919622"/>
                  </a:lnTo>
                  <a:lnTo>
                    <a:pt x="1975286" y="899629"/>
                  </a:lnTo>
                  <a:lnTo>
                    <a:pt x="1988815" y="879868"/>
                  </a:lnTo>
                  <a:lnTo>
                    <a:pt x="2002345" y="860360"/>
                  </a:lnTo>
                  <a:lnTo>
                    <a:pt x="2015874" y="841126"/>
                  </a:lnTo>
                  <a:lnTo>
                    <a:pt x="2029403" y="822187"/>
                  </a:lnTo>
                  <a:lnTo>
                    <a:pt x="2042933" y="803563"/>
                  </a:lnTo>
                  <a:lnTo>
                    <a:pt x="2056462" y="785277"/>
                  </a:lnTo>
                  <a:lnTo>
                    <a:pt x="2069992" y="767339"/>
                  </a:lnTo>
                  <a:lnTo>
                    <a:pt x="2083521" y="749754"/>
                  </a:lnTo>
                  <a:lnTo>
                    <a:pt x="2097050" y="732520"/>
                  </a:lnTo>
                  <a:lnTo>
                    <a:pt x="2110580" y="715639"/>
                  </a:lnTo>
                  <a:lnTo>
                    <a:pt x="2124109" y="699111"/>
                  </a:lnTo>
                  <a:lnTo>
                    <a:pt x="2137638" y="682937"/>
                  </a:lnTo>
                  <a:lnTo>
                    <a:pt x="2151168" y="667116"/>
                  </a:lnTo>
                  <a:lnTo>
                    <a:pt x="2164697" y="651649"/>
                  </a:lnTo>
                  <a:lnTo>
                    <a:pt x="2178226" y="636533"/>
                  </a:lnTo>
                  <a:lnTo>
                    <a:pt x="2191756" y="621769"/>
                  </a:lnTo>
                  <a:lnTo>
                    <a:pt x="2205285" y="607356"/>
                  </a:lnTo>
                  <a:lnTo>
                    <a:pt x="2218815" y="593291"/>
                  </a:lnTo>
                  <a:lnTo>
                    <a:pt x="2232344" y="579574"/>
                  </a:lnTo>
                  <a:lnTo>
                    <a:pt x="2245873" y="566201"/>
                  </a:lnTo>
                  <a:lnTo>
                    <a:pt x="2259403" y="553172"/>
                  </a:lnTo>
                  <a:lnTo>
                    <a:pt x="2272932" y="540484"/>
                  </a:lnTo>
                  <a:lnTo>
                    <a:pt x="2286461" y="528134"/>
                  </a:lnTo>
                  <a:lnTo>
                    <a:pt x="2299991" y="516119"/>
                  </a:lnTo>
                  <a:lnTo>
                    <a:pt x="2313520" y="504436"/>
                  </a:lnTo>
                  <a:lnTo>
                    <a:pt x="2327049" y="493081"/>
                  </a:lnTo>
                  <a:lnTo>
                    <a:pt x="2340579" y="482052"/>
                  </a:lnTo>
                  <a:lnTo>
                    <a:pt x="2354108" y="471345"/>
                  </a:lnTo>
                  <a:lnTo>
                    <a:pt x="2367637" y="460954"/>
                  </a:lnTo>
                  <a:lnTo>
                    <a:pt x="2381167" y="450877"/>
                  </a:lnTo>
                  <a:lnTo>
                    <a:pt x="2394696" y="441109"/>
                  </a:lnTo>
                  <a:lnTo>
                    <a:pt x="2408226" y="431645"/>
                  </a:lnTo>
                  <a:lnTo>
                    <a:pt x="2421755" y="422480"/>
                  </a:lnTo>
                  <a:lnTo>
                    <a:pt x="2435284" y="413609"/>
                  </a:lnTo>
                  <a:lnTo>
                    <a:pt x="2448814" y="405028"/>
                  </a:lnTo>
                  <a:lnTo>
                    <a:pt x="2462343" y="396731"/>
                  </a:lnTo>
                  <a:lnTo>
                    <a:pt x="2475872" y="388712"/>
                  </a:lnTo>
                  <a:lnTo>
                    <a:pt x="2489402" y="380965"/>
                  </a:lnTo>
                  <a:lnTo>
                    <a:pt x="2502931" y="373486"/>
                  </a:lnTo>
                  <a:lnTo>
                    <a:pt x="2516460" y="366268"/>
                  </a:lnTo>
                  <a:lnTo>
                    <a:pt x="2529990" y="359304"/>
                  </a:lnTo>
                  <a:lnTo>
                    <a:pt x="2543519" y="352589"/>
                  </a:lnTo>
                  <a:lnTo>
                    <a:pt x="2557049" y="346117"/>
                  </a:lnTo>
                  <a:lnTo>
                    <a:pt x="2570578" y="339881"/>
                  </a:lnTo>
                  <a:lnTo>
                    <a:pt x="2584107" y="333873"/>
                  </a:lnTo>
                  <a:lnTo>
                    <a:pt x="2597637" y="328089"/>
                  </a:lnTo>
                  <a:lnTo>
                    <a:pt x="2611166" y="322521"/>
                  </a:lnTo>
                  <a:lnTo>
                    <a:pt x="2624695" y="317162"/>
                  </a:lnTo>
                  <a:lnTo>
                    <a:pt x="2638225" y="312006"/>
                  </a:lnTo>
                  <a:lnTo>
                    <a:pt x="2651754" y="307045"/>
                  </a:lnTo>
                  <a:lnTo>
                    <a:pt x="2665283" y="302273"/>
                  </a:lnTo>
                  <a:lnTo>
                    <a:pt x="2678813" y="297683"/>
                  </a:lnTo>
                  <a:lnTo>
                    <a:pt x="2692342" y="293268"/>
                  </a:lnTo>
                  <a:lnTo>
                    <a:pt x="2705871" y="289020"/>
                  </a:lnTo>
                  <a:lnTo>
                    <a:pt x="2719401" y="284934"/>
                  </a:lnTo>
                  <a:lnTo>
                    <a:pt x="2732930" y="281002"/>
                  </a:lnTo>
                  <a:lnTo>
                    <a:pt x="2746460" y="277217"/>
                  </a:lnTo>
                  <a:lnTo>
                    <a:pt x="2759989" y="273572"/>
                  </a:lnTo>
                  <a:lnTo>
                    <a:pt x="2773518" y="270061"/>
                  </a:lnTo>
                  <a:lnTo>
                    <a:pt x="2787048" y="266676"/>
                  </a:lnTo>
                  <a:lnTo>
                    <a:pt x="2800577" y="263412"/>
                  </a:lnTo>
                  <a:lnTo>
                    <a:pt x="2814106" y="260261"/>
                  </a:lnTo>
                  <a:lnTo>
                    <a:pt x="2827636" y="257217"/>
                  </a:lnTo>
                  <a:lnTo>
                    <a:pt x="2841165" y="254274"/>
                  </a:lnTo>
                  <a:lnTo>
                    <a:pt x="2854694" y="251425"/>
                  </a:lnTo>
                  <a:lnTo>
                    <a:pt x="2868224" y="248664"/>
                  </a:lnTo>
                  <a:lnTo>
                    <a:pt x="2881753" y="245985"/>
                  </a:lnTo>
                  <a:lnTo>
                    <a:pt x="2895283" y="243382"/>
                  </a:lnTo>
                  <a:lnTo>
                    <a:pt x="2908812" y="240849"/>
                  </a:lnTo>
                  <a:lnTo>
                    <a:pt x="2922341" y="238380"/>
                  </a:lnTo>
                  <a:lnTo>
                    <a:pt x="2935871" y="235970"/>
                  </a:lnTo>
                  <a:lnTo>
                    <a:pt x="2949400" y="233613"/>
                  </a:lnTo>
                  <a:lnTo>
                    <a:pt x="2962929" y="231304"/>
                  </a:lnTo>
                  <a:lnTo>
                    <a:pt x="2976459" y="229038"/>
                  </a:lnTo>
                  <a:lnTo>
                    <a:pt x="2989988" y="226810"/>
                  </a:lnTo>
                  <a:lnTo>
                    <a:pt x="3003517" y="224614"/>
                  </a:lnTo>
                  <a:lnTo>
                    <a:pt x="3017047" y="222446"/>
                  </a:lnTo>
                  <a:lnTo>
                    <a:pt x="3030576" y="220301"/>
                  </a:lnTo>
                  <a:lnTo>
                    <a:pt x="3044105" y="218175"/>
                  </a:lnTo>
                  <a:lnTo>
                    <a:pt x="3057635" y="216062"/>
                  </a:lnTo>
                  <a:lnTo>
                    <a:pt x="3071164" y="213960"/>
                  </a:lnTo>
                  <a:lnTo>
                    <a:pt x="3084694" y="211862"/>
                  </a:lnTo>
                  <a:lnTo>
                    <a:pt x="3098223" y="209766"/>
                  </a:lnTo>
                  <a:lnTo>
                    <a:pt x="3111752" y="207668"/>
                  </a:lnTo>
                  <a:lnTo>
                    <a:pt x="3125282" y="205563"/>
                  </a:lnTo>
                  <a:lnTo>
                    <a:pt x="3138811" y="203447"/>
                  </a:lnTo>
                  <a:lnTo>
                    <a:pt x="3152340" y="201317"/>
                  </a:lnTo>
                  <a:lnTo>
                    <a:pt x="3165870" y="199169"/>
                  </a:lnTo>
                  <a:lnTo>
                    <a:pt x="3179399" y="196999"/>
                  </a:lnTo>
                  <a:lnTo>
                    <a:pt x="3192928" y="194804"/>
                  </a:lnTo>
                  <a:lnTo>
                    <a:pt x="3206458" y="192580"/>
                  </a:lnTo>
                  <a:lnTo>
                    <a:pt x="3219987" y="190325"/>
                  </a:lnTo>
                  <a:lnTo>
                    <a:pt x="3233517" y="188033"/>
                  </a:lnTo>
                  <a:lnTo>
                    <a:pt x="3247046" y="185703"/>
                  </a:lnTo>
                  <a:lnTo>
                    <a:pt x="3260575" y="183331"/>
                  </a:lnTo>
                  <a:lnTo>
                    <a:pt x="3274105" y="180917"/>
                  </a:lnTo>
                  <a:lnTo>
                    <a:pt x="3287634" y="178462"/>
                  </a:lnTo>
                  <a:lnTo>
                    <a:pt x="3301163" y="175967"/>
                  </a:lnTo>
                  <a:lnTo>
                    <a:pt x="3314693" y="173433"/>
                  </a:lnTo>
                  <a:lnTo>
                    <a:pt x="3328222" y="170862"/>
                  </a:lnTo>
                  <a:lnTo>
                    <a:pt x="3341751" y="168255"/>
                  </a:lnTo>
                  <a:lnTo>
                    <a:pt x="3355281" y="165612"/>
                  </a:lnTo>
                  <a:lnTo>
                    <a:pt x="3368810" y="162934"/>
                  </a:lnTo>
                  <a:lnTo>
                    <a:pt x="3382339" y="160223"/>
                  </a:lnTo>
                  <a:lnTo>
                    <a:pt x="3395869" y="157480"/>
                  </a:lnTo>
                  <a:lnTo>
                    <a:pt x="3409398" y="154705"/>
                  </a:lnTo>
                  <a:lnTo>
                    <a:pt x="3422928" y="151899"/>
                  </a:lnTo>
                  <a:lnTo>
                    <a:pt x="3436457" y="149064"/>
                  </a:lnTo>
                  <a:lnTo>
                    <a:pt x="3449986" y="146199"/>
                  </a:lnTo>
                  <a:lnTo>
                    <a:pt x="3463516" y="143307"/>
                  </a:lnTo>
                  <a:lnTo>
                    <a:pt x="3477045" y="140387"/>
                  </a:lnTo>
                  <a:lnTo>
                    <a:pt x="3490574" y="137440"/>
                  </a:lnTo>
                  <a:lnTo>
                    <a:pt x="3504104" y="134467"/>
                  </a:lnTo>
                  <a:lnTo>
                    <a:pt x="3517633" y="131469"/>
                  </a:lnTo>
                  <a:lnTo>
                    <a:pt x="3531162" y="128446"/>
                  </a:lnTo>
                  <a:lnTo>
                    <a:pt x="3544692" y="125399"/>
                  </a:lnTo>
                  <a:lnTo>
                    <a:pt x="3558221" y="122329"/>
                  </a:lnTo>
                  <a:lnTo>
                    <a:pt x="3571751" y="119236"/>
                  </a:lnTo>
                  <a:lnTo>
                    <a:pt x="3585280" y="116121"/>
                  </a:lnTo>
                  <a:lnTo>
                    <a:pt x="3598809" y="112984"/>
                  </a:lnTo>
                  <a:lnTo>
                    <a:pt x="3612339" y="109826"/>
                  </a:lnTo>
                  <a:lnTo>
                    <a:pt x="3625868" y="106648"/>
                  </a:lnTo>
                  <a:lnTo>
                    <a:pt x="3639397" y="103449"/>
                  </a:lnTo>
                  <a:lnTo>
                    <a:pt x="3652927" y="100231"/>
                  </a:lnTo>
                  <a:lnTo>
                    <a:pt x="3666456" y="96993"/>
                  </a:lnTo>
                  <a:lnTo>
                    <a:pt x="3679985" y="93737"/>
                  </a:lnTo>
                  <a:lnTo>
                    <a:pt x="3693515" y="90463"/>
                  </a:lnTo>
                  <a:lnTo>
                    <a:pt x="3707044" y="87170"/>
                  </a:lnTo>
                  <a:lnTo>
                    <a:pt x="3720573" y="83860"/>
                  </a:lnTo>
                  <a:lnTo>
                    <a:pt x="3734103" y="80533"/>
                  </a:lnTo>
                  <a:lnTo>
                    <a:pt x="3747632" y="77189"/>
                  </a:lnTo>
                  <a:lnTo>
                    <a:pt x="3761162" y="73829"/>
                  </a:lnTo>
                  <a:lnTo>
                    <a:pt x="3774691" y="70453"/>
                  </a:lnTo>
                  <a:lnTo>
                    <a:pt x="3788220" y="67061"/>
                  </a:lnTo>
                  <a:lnTo>
                    <a:pt x="3801750" y="63654"/>
                  </a:lnTo>
                  <a:lnTo>
                    <a:pt x="3815279" y="60231"/>
                  </a:lnTo>
                  <a:lnTo>
                    <a:pt x="3828808" y="56794"/>
                  </a:lnTo>
                  <a:lnTo>
                    <a:pt x="3842338" y="53343"/>
                  </a:lnTo>
                  <a:lnTo>
                    <a:pt x="3855867" y="49877"/>
                  </a:lnTo>
                  <a:lnTo>
                    <a:pt x="3869396" y="46397"/>
                  </a:lnTo>
                  <a:lnTo>
                    <a:pt x="3882926" y="42903"/>
                  </a:lnTo>
                  <a:lnTo>
                    <a:pt x="3896455" y="39397"/>
                  </a:lnTo>
                  <a:lnTo>
                    <a:pt x="3909985" y="35877"/>
                  </a:lnTo>
                  <a:lnTo>
                    <a:pt x="3923514" y="32344"/>
                  </a:lnTo>
                  <a:lnTo>
                    <a:pt x="3937043" y="28798"/>
                  </a:lnTo>
                  <a:lnTo>
                    <a:pt x="3950573" y="25240"/>
                  </a:lnTo>
                  <a:lnTo>
                    <a:pt x="3964102" y="21669"/>
                  </a:lnTo>
                  <a:lnTo>
                    <a:pt x="3977631" y="18087"/>
                  </a:lnTo>
                  <a:lnTo>
                    <a:pt x="3991161" y="14492"/>
                  </a:lnTo>
                  <a:lnTo>
                    <a:pt x="4004690" y="10886"/>
                  </a:lnTo>
                  <a:lnTo>
                    <a:pt x="4018219" y="7269"/>
                  </a:lnTo>
                  <a:lnTo>
                    <a:pt x="4031749" y="3640"/>
                  </a:lnTo>
                  <a:lnTo>
                    <a:pt x="4045278" y="0"/>
                  </a:ln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41407" y="4126024"/>
              <a:ext cx="4045278" cy="2214560"/>
            </a:xfrm>
            <a:custGeom>
              <a:avLst/>
              <a:pathLst>
                <a:path w="4045278" h="2214560">
                  <a:moveTo>
                    <a:pt x="4045278" y="248227"/>
                  </a:moveTo>
                  <a:lnTo>
                    <a:pt x="4031749" y="244610"/>
                  </a:lnTo>
                  <a:lnTo>
                    <a:pt x="4018219" y="240995"/>
                  </a:lnTo>
                  <a:lnTo>
                    <a:pt x="4004690" y="237382"/>
                  </a:lnTo>
                  <a:lnTo>
                    <a:pt x="3991161" y="233771"/>
                  </a:lnTo>
                  <a:lnTo>
                    <a:pt x="3977631" y="230162"/>
                  </a:lnTo>
                  <a:lnTo>
                    <a:pt x="3964102" y="226556"/>
                  </a:lnTo>
                  <a:lnTo>
                    <a:pt x="3950573" y="222952"/>
                  </a:lnTo>
                  <a:lnTo>
                    <a:pt x="3937043" y="219351"/>
                  </a:lnTo>
                  <a:lnTo>
                    <a:pt x="3923514" y="215753"/>
                  </a:lnTo>
                  <a:lnTo>
                    <a:pt x="3909985" y="212158"/>
                  </a:lnTo>
                  <a:lnTo>
                    <a:pt x="3896455" y="208567"/>
                  </a:lnTo>
                  <a:lnTo>
                    <a:pt x="3882926" y="204979"/>
                  </a:lnTo>
                  <a:lnTo>
                    <a:pt x="3869396" y="201396"/>
                  </a:lnTo>
                  <a:lnTo>
                    <a:pt x="3855867" y="197816"/>
                  </a:lnTo>
                  <a:lnTo>
                    <a:pt x="3842338" y="194241"/>
                  </a:lnTo>
                  <a:lnTo>
                    <a:pt x="3828808" y="190671"/>
                  </a:lnTo>
                  <a:lnTo>
                    <a:pt x="3815279" y="187106"/>
                  </a:lnTo>
                  <a:lnTo>
                    <a:pt x="3801750" y="183546"/>
                  </a:lnTo>
                  <a:lnTo>
                    <a:pt x="3788220" y="179992"/>
                  </a:lnTo>
                  <a:lnTo>
                    <a:pt x="3774691" y="176443"/>
                  </a:lnTo>
                  <a:lnTo>
                    <a:pt x="3761162" y="172901"/>
                  </a:lnTo>
                  <a:lnTo>
                    <a:pt x="3747632" y="169365"/>
                  </a:lnTo>
                  <a:lnTo>
                    <a:pt x="3734103" y="165837"/>
                  </a:lnTo>
                  <a:lnTo>
                    <a:pt x="3720573" y="162315"/>
                  </a:lnTo>
                  <a:lnTo>
                    <a:pt x="3707044" y="158801"/>
                  </a:lnTo>
                  <a:lnTo>
                    <a:pt x="3693515" y="155295"/>
                  </a:lnTo>
                  <a:lnTo>
                    <a:pt x="3679985" y="151797"/>
                  </a:lnTo>
                  <a:lnTo>
                    <a:pt x="3666456" y="148309"/>
                  </a:lnTo>
                  <a:lnTo>
                    <a:pt x="3652927" y="144829"/>
                  </a:lnTo>
                  <a:lnTo>
                    <a:pt x="3639397" y="141359"/>
                  </a:lnTo>
                  <a:lnTo>
                    <a:pt x="3625868" y="137899"/>
                  </a:lnTo>
                  <a:lnTo>
                    <a:pt x="3612339" y="134450"/>
                  </a:lnTo>
                  <a:lnTo>
                    <a:pt x="3598809" y="131012"/>
                  </a:lnTo>
                  <a:lnTo>
                    <a:pt x="3585280" y="127586"/>
                  </a:lnTo>
                  <a:lnTo>
                    <a:pt x="3571751" y="124171"/>
                  </a:lnTo>
                  <a:lnTo>
                    <a:pt x="3558221" y="120769"/>
                  </a:lnTo>
                  <a:lnTo>
                    <a:pt x="3544692" y="117381"/>
                  </a:lnTo>
                  <a:lnTo>
                    <a:pt x="3531162" y="114006"/>
                  </a:lnTo>
                  <a:lnTo>
                    <a:pt x="3517633" y="110646"/>
                  </a:lnTo>
                  <a:lnTo>
                    <a:pt x="3504104" y="107301"/>
                  </a:lnTo>
                  <a:lnTo>
                    <a:pt x="3490574" y="103972"/>
                  </a:lnTo>
                  <a:lnTo>
                    <a:pt x="3477045" y="100659"/>
                  </a:lnTo>
                  <a:lnTo>
                    <a:pt x="3463516" y="97363"/>
                  </a:lnTo>
                  <a:lnTo>
                    <a:pt x="3449986" y="94085"/>
                  </a:lnTo>
                  <a:lnTo>
                    <a:pt x="3436457" y="90826"/>
                  </a:lnTo>
                  <a:lnTo>
                    <a:pt x="3422928" y="87586"/>
                  </a:lnTo>
                  <a:lnTo>
                    <a:pt x="3409398" y="84367"/>
                  </a:lnTo>
                  <a:lnTo>
                    <a:pt x="3395869" y="81169"/>
                  </a:lnTo>
                  <a:lnTo>
                    <a:pt x="3382339" y="77992"/>
                  </a:lnTo>
                  <a:lnTo>
                    <a:pt x="3368810" y="74839"/>
                  </a:lnTo>
                  <a:lnTo>
                    <a:pt x="3355281" y="71709"/>
                  </a:lnTo>
                  <a:lnTo>
                    <a:pt x="3341751" y="68604"/>
                  </a:lnTo>
                  <a:lnTo>
                    <a:pt x="3328222" y="65525"/>
                  </a:lnTo>
                  <a:lnTo>
                    <a:pt x="3314693" y="62473"/>
                  </a:lnTo>
                  <a:lnTo>
                    <a:pt x="3301163" y="59449"/>
                  </a:lnTo>
                  <a:lnTo>
                    <a:pt x="3287634" y="56454"/>
                  </a:lnTo>
                  <a:lnTo>
                    <a:pt x="3274105" y="53489"/>
                  </a:lnTo>
                  <a:lnTo>
                    <a:pt x="3260575" y="50555"/>
                  </a:lnTo>
                  <a:lnTo>
                    <a:pt x="3247046" y="47654"/>
                  </a:lnTo>
                  <a:lnTo>
                    <a:pt x="3233517" y="44789"/>
                  </a:lnTo>
                  <a:lnTo>
                    <a:pt x="3219987" y="41964"/>
                  </a:lnTo>
                  <a:lnTo>
                    <a:pt x="3206458" y="39186"/>
                  </a:lnTo>
                  <a:lnTo>
                    <a:pt x="3192928" y="36460"/>
                  </a:lnTo>
                  <a:lnTo>
                    <a:pt x="3179399" y="33791"/>
                  </a:lnTo>
                  <a:lnTo>
                    <a:pt x="3165870" y="31185"/>
                  </a:lnTo>
                  <a:lnTo>
                    <a:pt x="3152340" y="28648"/>
                  </a:lnTo>
                  <a:lnTo>
                    <a:pt x="3138811" y="26184"/>
                  </a:lnTo>
                  <a:lnTo>
                    <a:pt x="3125282" y="23800"/>
                  </a:lnTo>
                  <a:lnTo>
                    <a:pt x="3111752" y="21501"/>
                  </a:lnTo>
                  <a:lnTo>
                    <a:pt x="3098223" y="19291"/>
                  </a:lnTo>
                  <a:lnTo>
                    <a:pt x="3084694" y="17176"/>
                  </a:lnTo>
                  <a:lnTo>
                    <a:pt x="3071164" y="15160"/>
                  </a:lnTo>
                  <a:lnTo>
                    <a:pt x="3057635" y="13250"/>
                  </a:lnTo>
                  <a:lnTo>
                    <a:pt x="3044105" y="11449"/>
                  </a:lnTo>
                  <a:lnTo>
                    <a:pt x="3030576" y="9763"/>
                  </a:lnTo>
                  <a:lnTo>
                    <a:pt x="3017047" y="8196"/>
                  </a:lnTo>
                  <a:lnTo>
                    <a:pt x="3003517" y="6752"/>
                  </a:lnTo>
                  <a:lnTo>
                    <a:pt x="2989988" y="5437"/>
                  </a:lnTo>
                  <a:lnTo>
                    <a:pt x="2976459" y="4253"/>
                  </a:lnTo>
                  <a:lnTo>
                    <a:pt x="2962929" y="3206"/>
                  </a:lnTo>
                  <a:lnTo>
                    <a:pt x="2949400" y="2299"/>
                  </a:lnTo>
                  <a:lnTo>
                    <a:pt x="2935871" y="1537"/>
                  </a:lnTo>
                  <a:lnTo>
                    <a:pt x="2922341" y="922"/>
                  </a:lnTo>
                  <a:lnTo>
                    <a:pt x="2908812" y="459"/>
                  </a:lnTo>
                  <a:lnTo>
                    <a:pt x="2895283" y="150"/>
                  </a:lnTo>
                  <a:lnTo>
                    <a:pt x="2881753" y="0"/>
                  </a:lnTo>
                  <a:lnTo>
                    <a:pt x="2868224" y="10"/>
                  </a:lnTo>
                  <a:lnTo>
                    <a:pt x="2854694" y="185"/>
                  </a:lnTo>
                  <a:lnTo>
                    <a:pt x="2841165" y="526"/>
                  </a:lnTo>
                  <a:lnTo>
                    <a:pt x="2827636" y="1037"/>
                  </a:lnTo>
                  <a:lnTo>
                    <a:pt x="2814106" y="1720"/>
                  </a:lnTo>
                  <a:lnTo>
                    <a:pt x="2800577" y="2577"/>
                  </a:lnTo>
                  <a:lnTo>
                    <a:pt x="2787048" y="3611"/>
                  </a:lnTo>
                  <a:lnTo>
                    <a:pt x="2773518" y="4823"/>
                  </a:lnTo>
                  <a:lnTo>
                    <a:pt x="2759989" y="6216"/>
                  </a:lnTo>
                  <a:lnTo>
                    <a:pt x="2746460" y="7791"/>
                  </a:lnTo>
                  <a:lnTo>
                    <a:pt x="2732930" y="9550"/>
                  </a:lnTo>
                  <a:lnTo>
                    <a:pt x="2719401" y="11495"/>
                  </a:lnTo>
                  <a:lnTo>
                    <a:pt x="2705871" y="13626"/>
                  </a:lnTo>
                  <a:lnTo>
                    <a:pt x="2692342" y="15946"/>
                  </a:lnTo>
                  <a:lnTo>
                    <a:pt x="2678813" y="18455"/>
                  </a:lnTo>
                  <a:lnTo>
                    <a:pt x="2665283" y="21155"/>
                  </a:lnTo>
                  <a:lnTo>
                    <a:pt x="2651754" y="24046"/>
                  </a:lnTo>
                  <a:lnTo>
                    <a:pt x="2638225" y="27130"/>
                  </a:lnTo>
                  <a:lnTo>
                    <a:pt x="2624695" y="30408"/>
                  </a:lnTo>
                  <a:lnTo>
                    <a:pt x="2611166" y="33879"/>
                  </a:lnTo>
                  <a:lnTo>
                    <a:pt x="2597637" y="37546"/>
                  </a:lnTo>
                  <a:lnTo>
                    <a:pt x="2584107" y="41408"/>
                  </a:lnTo>
                  <a:lnTo>
                    <a:pt x="2570578" y="45466"/>
                  </a:lnTo>
                  <a:lnTo>
                    <a:pt x="2557049" y="49720"/>
                  </a:lnTo>
                  <a:lnTo>
                    <a:pt x="2543519" y="54172"/>
                  </a:lnTo>
                  <a:lnTo>
                    <a:pt x="2529990" y="58822"/>
                  </a:lnTo>
                  <a:lnTo>
                    <a:pt x="2516460" y="63669"/>
                  </a:lnTo>
                  <a:lnTo>
                    <a:pt x="2502931" y="68715"/>
                  </a:lnTo>
                  <a:lnTo>
                    <a:pt x="2489402" y="73959"/>
                  </a:lnTo>
                  <a:lnTo>
                    <a:pt x="2475872" y="79402"/>
                  </a:lnTo>
                  <a:lnTo>
                    <a:pt x="2462343" y="85044"/>
                  </a:lnTo>
                  <a:lnTo>
                    <a:pt x="2448814" y="90886"/>
                  </a:lnTo>
                  <a:lnTo>
                    <a:pt x="2435284" y="96927"/>
                  </a:lnTo>
                  <a:lnTo>
                    <a:pt x="2421755" y="103167"/>
                  </a:lnTo>
                  <a:lnTo>
                    <a:pt x="2408226" y="109608"/>
                  </a:lnTo>
                  <a:lnTo>
                    <a:pt x="2394696" y="116248"/>
                  </a:lnTo>
                  <a:lnTo>
                    <a:pt x="2381167" y="123089"/>
                  </a:lnTo>
                  <a:lnTo>
                    <a:pt x="2367637" y="130129"/>
                  </a:lnTo>
                  <a:lnTo>
                    <a:pt x="2354108" y="137370"/>
                  </a:lnTo>
                  <a:lnTo>
                    <a:pt x="2340579" y="144810"/>
                  </a:lnTo>
                  <a:lnTo>
                    <a:pt x="2327049" y="152451"/>
                  </a:lnTo>
                  <a:lnTo>
                    <a:pt x="2313520" y="160291"/>
                  </a:lnTo>
                  <a:lnTo>
                    <a:pt x="2299991" y="168332"/>
                  </a:lnTo>
                  <a:lnTo>
                    <a:pt x="2286461" y="176572"/>
                  </a:lnTo>
                  <a:lnTo>
                    <a:pt x="2272932" y="185013"/>
                  </a:lnTo>
                  <a:lnTo>
                    <a:pt x="2259403" y="193653"/>
                  </a:lnTo>
                  <a:lnTo>
                    <a:pt x="2245873" y="202492"/>
                  </a:lnTo>
                  <a:lnTo>
                    <a:pt x="2232344" y="211531"/>
                  </a:lnTo>
                  <a:lnTo>
                    <a:pt x="2218815" y="220768"/>
                  </a:lnTo>
                  <a:lnTo>
                    <a:pt x="2205285" y="230205"/>
                  </a:lnTo>
                  <a:lnTo>
                    <a:pt x="2191756" y="239840"/>
                  </a:lnTo>
                  <a:lnTo>
                    <a:pt x="2178226" y="249673"/>
                  </a:lnTo>
                  <a:lnTo>
                    <a:pt x="2164697" y="259704"/>
                  </a:lnTo>
                  <a:lnTo>
                    <a:pt x="2151168" y="269932"/>
                  </a:lnTo>
                  <a:lnTo>
                    <a:pt x="2137638" y="280358"/>
                  </a:lnTo>
                  <a:lnTo>
                    <a:pt x="2124109" y="290980"/>
                  </a:lnTo>
                  <a:lnTo>
                    <a:pt x="2110580" y="301798"/>
                  </a:lnTo>
                  <a:lnTo>
                    <a:pt x="2097050" y="312812"/>
                  </a:lnTo>
                  <a:lnTo>
                    <a:pt x="2083521" y="324021"/>
                  </a:lnTo>
                  <a:lnTo>
                    <a:pt x="2069992" y="335424"/>
                  </a:lnTo>
                  <a:lnTo>
                    <a:pt x="2056462" y="347021"/>
                  </a:lnTo>
                  <a:lnTo>
                    <a:pt x="2042933" y="358811"/>
                  </a:lnTo>
                  <a:lnTo>
                    <a:pt x="2029403" y="370789"/>
                  </a:lnTo>
                  <a:lnTo>
                    <a:pt x="2015874" y="382948"/>
                  </a:lnTo>
                  <a:lnTo>
                    <a:pt x="2002345" y="395280"/>
                  </a:lnTo>
                  <a:lnTo>
                    <a:pt x="1988815" y="407778"/>
                  </a:lnTo>
                  <a:lnTo>
                    <a:pt x="1975286" y="420435"/>
                  </a:lnTo>
                  <a:lnTo>
                    <a:pt x="1961757" y="433242"/>
                  </a:lnTo>
                  <a:lnTo>
                    <a:pt x="1948227" y="446193"/>
                  </a:lnTo>
                  <a:lnTo>
                    <a:pt x="1934698" y="459281"/>
                  </a:lnTo>
                  <a:lnTo>
                    <a:pt x="1921169" y="472499"/>
                  </a:lnTo>
                  <a:lnTo>
                    <a:pt x="1907639" y="485840"/>
                  </a:lnTo>
                  <a:lnTo>
                    <a:pt x="1894110" y="499298"/>
                  </a:lnTo>
                  <a:lnTo>
                    <a:pt x="1880581" y="512864"/>
                  </a:lnTo>
                  <a:lnTo>
                    <a:pt x="1867051" y="526533"/>
                  </a:lnTo>
                  <a:lnTo>
                    <a:pt x="1853522" y="540299"/>
                  </a:lnTo>
                  <a:lnTo>
                    <a:pt x="1839992" y="554154"/>
                  </a:lnTo>
                  <a:lnTo>
                    <a:pt x="1826463" y="568092"/>
                  </a:lnTo>
                  <a:lnTo>
                    <a:pt x="1812934" y="582107"/>
                  </a:lnTo>
                  <a:lnTo>
                    <a:pt x="1799404" y="596193"/>
                  </a:lnTo>
                  <a:lnTo>
                    <a:pt x="1785875" y="610343"/>
                  </a:lnTo>
                  <a:lnTo>
                    <a:pt x="1772346" y="624551"/>
                  </a:lnTo>
                  <a:lnTo>
                    <a:pt x="1758816" y="638812"/>
                  </a:lnTo>
                  <a:lnTo>
                    <a:pt x="1745287" y="653119"/>
                  </a:lnTo>
                  <a:lnTo>
                    <a:pt x="1731758" y="667467"/>
                  </a:lnTo>
                  <a:lnTo>
                    <a:pt x="1718228" y="681849"/>
                  </a:lnTo>
                  <a:lnTo>
                    <a:pt x="1704699" y="696260"/>
                  </a:lnTo>
                  <a:lnTo>
                    <a:pt x="1691169" y="712481"/>
                  </a:lnTo>
                  <a:lnTo>
                    <a:pt x="1677640" y="733276"/>
                  </a:lnTo>
                  <a:lnTo>
                    <a:pt x="1664111" y="753949"/>
                  </a:lnTo>
                  <a:lnTo>
                    <a:pt x="1650581" y="774490"/>
                  </a:lnTo>
                  <a:lnTo>
                    <a:pt x="1637052" y="794888"/>
                  </a:lnTo>
                  <a:lnTo>
                    <a:pt x="1623523" y="815132"/>
                  </a:lnTo>
                  <a:lnTo>
                    <a:pt x="1609993" y="835213"/>
                  </a:lnTo>
                  <a:lnTo>
                    <a:pt x="1596464" y="855121"/>
                  </a:lnTo>
                  <a:lnTo>
                    <a:pt x="1582935" y="874848"/>
                  </a:lnTo>
                  <a:lnTo>
                    <a:pt x="1569405" y="894384"/>
                  </a:lnTo>
                  <a:lnTo>
                    <a:pt x="1555876" y="913721"/>
                  </a:lnTo>
                  <a:lnTo>
                    <a:pt x="1542347" y="932852"/>
                  </a:lnTo>
                  <a:lnTo>
                    <a:pt x="1528817" y="951768"/>
                  </a:lnTo>
                  <a:lnTo>
                    <a:pt x="1515288" y="970464"/>
                  </a:lnTo>
                  <a:lnTo>
                    <a:pt x="1501758" y="988932"/>
                  </a:lnTo>
                  <a:lnTo>
                    <a:pt x="1488229" y="1007167"/>
                  </a:lnTo>
                  <a:lnTo>
                    <a:pt x="1474700" y="1025161"/>
                  </a:lnTo>
                  <a:lnTo>
                    <a:pt x="1461170" y="1042911"/>
                  </a:lnTo>
                  <a:lnTo>
                    <a:pt x="1447641" y="1060411"/>
                  </a:lnTo>
                  <a:lnTo>
                    <a:pt x="1434112" y="1077656"/>
                  </a:lnTo>
                  <a:lnTo>
                    <a:pt x="1420582" y="1094641"/>
                  </a:lnTo>
                  <a:lnTo>
                    <a:pt x="1407053" y="1111365"/>
                  </a:lnTo>
                  <a:lnTo>
                    <a:pt x="1393524" y="1127821"/>
                  </a:lnTo>
                  <a:lnTo>
                    <a:pt x="1379994" y="1144009"/>
                  </a:lnTo>
                  <a:lnTo>
                    <a:pt x="1366465" y="1159925"/>
                  </a:lnTo>
                  <a:lnTo>
                    <a:pt x="1352935" y="1175567"/>
                  </a:lnTo>
                  <a:lnTo>
                    <a:pt x="1339406" y="1190938"/>
                  </a:lnTo>
                  <a:lnTo>
                    <a:pt x="1325877" y="1206047"/>
                  </a:lnTo>
                  <a:lnTo>
                    <a:pt x="1312347" y="1220905"/>
                  </a:lnTo>
                  <a:lnTo>
                    <a:pt x="1298818" y="1235521"/>
                  </a:lnTo>
                  <a:lnTo>
                    <a:pt x="1285289" y="1249906"/>
                  </a:lnTo>
                  <a:lnTo>
                    <a:pt x="1271759" y="1264069"/>
                  </a:lnTo>
                  <a:lnTo>
                    <a:pt x="1258230" y="1278020"/>
                  </a:lnTo>
                  <a:lnTo>
                    <a:pt x="1244701" y="1291769"/>
                  </a:lnTo>
                  <a:lnTo>
                    <a:pt x="1231171" y="1305324"/>
                  </a:lnTo>
                  <a:lnTo>
                    <a:pt x="1217642" y="1318695"/>
                  </a:lnTo>
                  <a:lnTo>
                    <a:pt x="1204113" y="1331891"/>
                  </a:lnTo>
                  <a:lnTo>
                    <a:pt x="1190583" y="1344920"/>
                  </a:lnTo>
                  <a:lnTo>
                    <a:pt x="1177054" y="1357791"/>
                  </a:lnTo>
                  <a:lnTo>
                    <a:pt x="1163524" y="1370512"/>
                  </a:lnTo>
                  <a:lnTo>
                    <a:pt x="1149995" y="1383092"/>
                  </a:lnTo>
                  <a:lnTo>
                    <a:pt x="1136466" y="1395537"/>
                  </a:lnTo>
                  <a:lnTo>
                    <a:pt x="1122936" y="1407856"/>
                  </a:lnTo>
                  <a:lnTo>
                    <a:pt x="1109407" y="1420055"/>
                  </a:lnTo>
                  <a:lnTo>
                    <a:pt x="1095878" y="1432142"/>
                  </a:lnTo>
                  <a:lnTo>
                    <a:pt x="1082348" y="1444122"/>
                  </a:lnTo>
                  <a:lnTo>
                    <a:pt x="1068819" y="1456003"/>
                  </a:lnTo>
                  <a:lnTo>
                    <a:pt x="1055290" y="1467788"/>
                  </a:lnTo>
                  <a:lnTo>
                    <a:pt x="1041760" y="1479485"/>
                  </a:lnTo>
                  <a:lnTo>
                    <a:pt x="1028231" y="1491099"/>
                  </a:lnTo>
                  <a:lnTo>
                    <a:pt x="1014701" y="1502632"/>
                  </a:lnTo>
                  <a:lnTo>
                    <a:pt x="1001172" y="1514092"/>
                  </a:lnTo>
                  <a:lnTo>
                    <a:pt x="987643" y="1525480"/>
                  </a:lnTo>
                  <a:lnTo>
                    <a:pt x="974113" y="1536800"/>
                  </a:lnTo>
                  <a:lnTo>
                    <a:pt x="960584" y="1548057"/>
                  </a:lnTo>
                  <a:lnTo>
                    <a:pt x="947055" y="1559252"/>
                  </a:lnTo>
                  <a:lnTo>
                    <a:pt x="933525" y="1570388"/>
                  </a:lnTo>
                  <a:lnTo>
                    <a:pt x="919996" y="1581468"/>
                  </a:lnTo>
                  <a:lnTo>
                    <a:pt x="906467" y="1592493"/>
                  </a:lnTo>
                  <a:lnTo>
                    <a:pt x="892937" y="1603465"/>
                  </a:lnTo>
                  <a:lnTo>
                    <a:pt x="879408" y="1614385"/>
                  </a:lnTo>
                  <a:lnTo>
                    <a:pt x="865879" y="1625255"/>
                  </a:lnTo>
                  <a:lnTo>
                    <a:pt x="852349" y="1636076"/>
                  </a:lnTo>
                  <a:lnTo>
                    <a:pt x="838820" y="1646847"/>
                  </a:lnTo>
                  <a:lnTo>
                    <a:pt x="825290" y="1657571"/>
                  </a:lnTo>
                  <a:lnTo>
                    <a:pt x="811761" y="1668247"/>
                  </a:lnTo>
                  <a:lnTo>
                    <a:pt x="798232" y="1678875"/>
                  </a:lnTo>
                  <a:lnTo>
                    <a:pt x="784702" y="1689455"/>
                  </a:lnTo>
                  <a:lnTo>
                    <a:pt x="771173" y="1699989"/>
                  </a:lnTo>
                  <a:lnTo>
                    <a:pt x="757644" y="1710475"/>
                  </a:lnTo>
                  <a:lnTo>
                    <a:pt x="744114" y="1720914"/>
                  </a:lnTo>
                  <a:lnTo>
                    <a:pt x="730585" y="1731305"/>
                  </a:lnTo>
                  <a:lnTo>
                    <a:pt x="717056" y="1741648"/>
                  </a:lnTo>
                  <a:lnTo>
                    <a:pt x="703526" y="1751942"/>
                  </a:lnTo>
                  <a:lnTo>
                    <a:pt x="689997" y="1762189"/>
                  </a:lnTo>
                  <a:lnTo>
                    <a:pt x="676467" y="1772386"/>
                  </a:lnTo>
                  <a:lnTo>
                    <a:pt x="662938" y="1782535"/>
                  </a:lnTo>
                  <a:lnTo>
                    <a:pt x="649409" y="1792633"/>
                  </a:lnTo>
                  <a:lnTo>
                    <a:pt x="635879" y="1802682"/>
                  </a:lnTo>
                  <a:lnTo>
                    <a:pt x="622350" y="1812681"/>
                  </a:lnTo>
                  <a:lnTo>
                    <a:pt x="608821" y="1822628"/>
                  </a:lnTo>
                  <a:lnTo>
                    <a:pt x="595291" y="1832525"/>
                  </a:lnTo>
                  <a:lnTo>
                    <a:pt x="581762" y="1842370"/>
                  </a:lnTo>
                  <a:lnTo>
                    <a:pt x="568233" y="1852164"/>
                  </a:lnTo>
                  <a:lnTo>
                    <a:pt x="554703" y="1861906"/>
                  </a:lnTo>
                  <a:lnTo>
                    <a:pt x="541174" y="1871595"/>
                  </a:lnTo>
                  <a:lnTo>
                    <a:pt x="527645" y="1881231"/>
                  </a:lnTo>
                  <a:lnTo>
                    <a:pt x="514115" y="1890814"/>
                  </a:lnTo>
                  <a:lnTo>
                    <a:pt x="500586" y="1900345"/>
                  </a:lnTo>
                  <a:lnTo>
                    <a:pt x="487056" y="1909821"/>
                  </a:lnTo>
                  <a:lnTo>
                    <a:pt x="473527" y="1919244"/>
                  </a:lnTo>
                  <a:lnTo>
                    <a:pt x="459998" y="1928613"/>
                  </a:lnTo>
                  <a:lnTo>
                    <a:pt x="446468" y="1937928"/>
                  </a:lnTo>
                  <a:lnTo>
                    <a:pt x="432939" y="1947188"/>
                  </a:lnTo>
                  <a:lnTo>
                    <a:pt x="419410" y="1956394"/>
                  </a:lnTo>
                  <a:lnTo>
                    <a:pt x="405880" y="1965546"/>
                  </a:lnTo>
                  <a:lnTo>
                    <a:pt x="392351" y="1974642"/>
                  </a:lnTo>
                  <a:lnTo>
                    <a:pt x="378822" y="1983684"/>
                  </a:lnTo>
                  <a:lnTo>
                    <a:pt x="365292" y="1992670"/>
                  </a:lnTo>
                  <a:lnTo>
                    <a:pt x="351763" y="2001601"/>
                  </a:lnTo>
                  <a:lnTo>
                    <a:pt x="338233" y="2010477"/>
                  </a:lnTo>
                  <a:lnTo>
                    <a:pt x="324704" y="2019297"/>
                  </a:lnTo>
                  <a:lnTo>
                    <a:pt x="311175" y="2028061"/>
                  </a:lnTo>
                  <a:lnTo>
                    <a:pt x="297645" y="2036770"/>
                  </a:lnTo>
                  <a:lnTo>
                    <a:pt x="284116" y="2045424"/>
                  </a:lnTo>
                  <a:lnTo>
                    <a:pt x="270587" y="2054022"/>
                  </a:lnTo>
                  <a:lnTo>
                    <a:pt x="257057" y="2062565"/>
                  </a:lnTo>
                  <a:lnTo>
                    <a:pt x="243528" y="2071052"/>
                  </a:lnTo>
                  <a:lnTo>
                    <a:pt x="229999" y="2079485"/>
                  </a:lnTo>
                  <a:lnTo>
                    <a:pt x="216469" y="2087862"/>
                  </a:lnTo>
                  <a:lnTo>
                    <a:pt x="202940" y="2096184"/>
                  </a:lnTo>
                  <a:lnTo>
                    <a:pt x="189411" y="2104452"/>
                  </a:lnTo>
                  <a:lnTo>
                    <a:pt x="175881" y="2112665"/>
                  </a:lnTo>
                  <a:lnTo>
                    <a:pt x="162352" y="2120823"/>
                  </a:lnTo>
                  <a:lnTo>
                    <a:pt x="148822" y="2128928"/>
                  </a:lnTo>
                  <a:lnTo>
                    <a:pt x="135293" y="2136978"/>
                  </a:lnTo>
                  <a:lnTo>
                    <a:pt x="121764" y="2144975"/>
                  </a:lnTo>
                  <a:lnTo>
                    <a:pt x="108234" y="2152918"/>
                  </a:lnTo>
                  <a:lnTo>
                    <a:pt x="94705" y="2160807"/>
                  </a:lnTo>
                  <a:lnTo>
                    <a:pt x="81176" y="2168644"/>
                  </a:lnTo>
                  <a:lnTo>
                    <a:pt x="67646" y="2176427"/>
                  </a:lnTo>
                  <a:lnTo>
                    <a:pt x="54117" y="2184158"/>
                  </a:lnTo>
                  <a:lnTo>
                    <a:pt x="40588" y="2191837"/>
                  </a:lnTo>
                  <a:lnTo>
                    <a:pt x="27058" y="2199463"/>
                  </a:lnTo>
                  <a:lnTo>
                    <a:pt x="13529" y="2207037"/>
                  </a:lnTo>
                  <a:lnTo>
                    <a:pt x="0" y="2214560"/>
                  </a:lnTo>
                  <a:lnTo>
                    <a:pt x="0" y="2214560"/>
                  </a:lnTo>
                  <a:lnTo>
                    <a:pt x="0" y="22145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41407" y="3933468"/>
              <a:ext cx="4045278" cy="2217276"/>
            </a:xfrm>
            <a:custGeom>
              <a:avLst/>
              <a:pathLst>
                <a:path w="4045278" h="2217276">
                  <a:moveTo>
                    <a:pt x="0" y="2217276"/>
                  </a:moveTo>
                  <a:lnTo>
                    <a:pt x="13529" y="2210920"/>
                  </a:lnTo>
                  <a:lnTo>
                    <a:pt x="27058" y="2204532"/>
                  </a:lnTo>
                  <a:lnTo>
                    <a:pt x="40588" y="2198112"/>
                  </a:lnTo>
                  <a:lnTo>
                    <a:pt x="54117" y="2191658"/>
                  </a:lnTo>
                  <a:lnTo>
                    <a:pt x="67646" y="2185172"/>
                  </a:lnTo>
                  <a:lnTo>
                    <a:pt x="81176" y="2178652"/>
                  </a:lnTo>
                  <a:lnTo>
                    <a:pt x="94705" y="2172099"/>
                  </a:lnTo>
                  <a:lnTo>
                    <a:pt x="108234" y="2165513"/>
                  </a:lnTo>
                  <a:lnTo>
                    <a:pt x="121764" y="2158893"/>
                  </a:lnTo>
                  <a:lnTo>
                    <a:pt x="135293" y="2152239"/>
                  </a:lnTo>
                  <a:lnTo>
                    <a:pt x="148822" y="2145551"/>
                  </a:lnTo>
                  <a:lnTo>
                    <a:pt x="162352" y="2138829"/>
                  </a:lnTo>
                  <a:lnTo>
                    <a:pt x="175881" y="2132072"/>
                  </a:lnTo>
                  <a:lnTo>
                    <a:pt x="189411" y="2125281"/>
                  </a:lnTo>
                  <a:lnTo>
                    <a:pt x="202940" y="2118456"/>
                  </a:lnTo>
                  <a:lnTo>
                    <a:pt x="216469" y="2111595"/>
                  </a:lnTo>
                  <a:lnTo>
                    <a:pt x="229999" y="2104700"/>
                  </a:lnTo>
                  <a:lnTo>
                    <a:pt x="243528" y="2097769"/>
                  </a:lnTo>
                  <a:lnTo>
                    <a:pt x="257057" y="2090803"/>
                  </a:lnTo>
                  <a:lnTo>
                    <a:pt x="270587" y="2083801"/>
                  </a:lnTo>
                  <a:lnTo>
                    <a:pt x="284116" y="2076764"/>
                  </a:lnTo>
                  <a:lnTo>
                    <a:pt x="297645" y="2069690"/>
                  </a:lnTo>
                  <a:lnTo>
                    <a:pt x="311175" y="2062581"/>
                  </a:lnTo>
                  <a:lnTo>
                    <a:pt x="324704" y="2055435"/>
                  </a:lnTo>
                  <a:lnTo>
                    <a:pt x="338233" y="2048252"/>
                  </a:lnTo>
                  <a:lnTo>
                    <a:pt x="351763" y="2041033"/>
                  </a:lnTo>
                  <a:lnTo>
                    <a:pt x="365292" y="2033777"/>
                  </a:lnTo>
                  <a:lnTo>
                    <a:pt x="378822" y="2026484"/>
                  </a:lnTo>
                  <a:lnTo>
                    <a:pt x="392351" y="2019154"/>
                  </a:lnTo>
                  <a:lnTo>
                    <a:pt x="405880" y="2011786"/>
                  </a:lnTo>
                  <a:lnTo>
                    <a:pt x="419410" y="2004380"/>
                  </a:lnTo>
                  <a:lnTo>
                    <a:pt x="432939" y="1996937"/>
                  </a:lnTo>
                  <a:lnTo>
                    <a:pt x="446468" y="1989454"/>
                  </a:lnTo>
                  <a:lnTo>
                    <a:pt x="459998" y="1981932"/>
                  </a:lnTo>
                  <a:lnTo>
                    <a:pt x="473527" y="1974367"/>
                  </a:lnTo>
                  <a:lnTo>
                    <a:pt x="487056" y="1966760"/>
                  </a:lnTo>
                  <a:lnTo>
                    <a:pt x="500586" y="1959109"/>
                  </a:lnTo>
                  <a:lnTo>
                    <a:pt x="514115" y="1951413"/>
                  </a:lnTo>
                  <a:lnTo>
                    <a:pt x="527645" y="1943670"/>
                  </a:lnTo>
                  <a:lnTo>
                    <a:pt x="541174" y="1935880"/>
                  </a:lnTo>
                  <a:lnTo>
                    <a:pt x="554703" y="1928039"/>
                  </a:lnTo>
                  <a:lnTo>
                    <a:pt x="568233" y="1920149"/>
                  </a:lnTo>
                  <a:lnTo>
                    <a:pt x="581762" y="1912206"/>
                  </a:lnTo>
                  <a:lnTo>
                    <a:pt x="595291" y="1904209"/>
                  </a:lnTo>
                  <a:lnTo>
                    <a:pt x="608821" y="1896158"/>
                  </a:lnTo>
                  <a:lnTo>
                    <a:pt x="622350" y="1888050"/>
                  </a:lnTo>
                  <a:lnTo>
                    <a:pt x="635879" y="1879884"/>
                  </a:lnTo>
                  <a:lnTo>
                    <a:pt x="649409" y="1871659"/>
                  </a:lnTo>
                  <a:lnTo>
                    <a:pt x="662938" y="1863372"/>
                  </a:lnTo>
                  <a:lnTo>
                    <a:pt x="676467" y="1855023"/>
                  </a:lnTo>
                  <a:lnTo>
                    <a:pt x="689997" y="1846610"/>
                  </a:lnTo>
                  <a:lnTo>
                    <a:pt x="703526" y="1838131"/>
                  </a:lnTo>
                  <a:lnTo>
                    <a:pt x="717056" y="1829584"/>
                  </a:lnTo>
                  <a:lnTo>
                    <a:pt x="730585" y="1820967"/>
                  </a:lnTo>
                  <a:lnTo>
                    <a:pt x="744114" y="1812280"/>
                  </a:lnTo>
                  <a:lnTo>
                    <a:pt x="757644" y="1803520"/>
                  </a:lnTo>
                  <a:lnTo>
                    <a:pt x="771173" y="1794685"/>
                  </a:lnTo>
                  <a:lnTo>
                    <a:pt x="784702" y="1785774"/>
                  </a:lnTo>
                  <a:lnTo>
                    <a:pt x="798232" y="1776785"/>
                  </a:lnTo>
                  <a:lnTo>
                    <a:pt x="811761" y="1767716"/>
                  </a:lnTo>
                  <a:lnTo>
                    <a:pt x="825290" y="1758564"/>
                  </a:lnTo>
                  <a:lnTo>
                    <a:pt x="838820" y="1749328"/>
                  </a:lnTo>
                  <a:lnTo>
                    <a:pt x="852349" y="1740007"/>
                  </a:lnTo>
                  <a:lnTo>
                    <a:pt x="865879" y="1730597"/>
                  </a:lnTo>
                  <a:lnTo>
                    <a:pt x="879408" y="1721098"/>
                  </a:lnTo>
                  <a:lnTo>
                    <a:pt x="892937" y="1711506"/>
                  </a:lnTo>
                  <a:lnTo>
                    <a:pt x="906467" y="1701820"/>
                  </a:lnTo>
                  <a:lnTo>
                    <a:pt x="919996" y="1692037"/>
                  </a:lnTo>
                  <a:lnTo>
                    <a:pt x="933525" y="1682156"/>
                  </a:lnTo>
                  <a:lnTo>
                    <a:pt x="947055" y="1672174"/>
                  </a:lnTo>
                  <a:lnTo>
                    <a:pt x="960584" y="1662088"/>
                  </a:lnTo>
                  <a:lnTo>
                    <a:pt x="974113" y="1651897"/>
                  </a:lnTo>
                  <a:lnTo>
                    <a:pt x="987643" y="1641598"/>
                  </a:lnTo>
                  <a:lnTo>
                    <a:pt x="1001172" y="1631189"/>
                  </a:lnTo>
                  <a:lnTo>
                    <a:pt x="1014701" y="1620667"/>
                  </a:lnTo>
                  <a:lnTo>
                    <a:pt x="1028231" y="1610029"/>
                  </a:lnTo>
                  <a:lnTo>
                    <a:pt x="1041760" y="1599274"/>
                  </a:lnTo>
                  <a:lnTo>
                    <a:pt x="1055290" y="1588398"/>
                  </a:lnTo>
                  <a:lnTo>
                    <a:pt x="1068819" y="1577400"/>
                  </a:lnTo>
                  <a:lnTo>
                    <a:pt x="1082348" y="1566275"/>
                  </a:lnTo>
                  <a:lnTo>
                    <a:pt x="1095878" y="1555022"/>
                  </a:lnTo>
                  <a:lnTo>
                    <a:pt x="1109407" y="1543638"/>
                  </a:lnTo>
                  <a:lnTo>
                    <a:pt x="1122936" y="1532119"/>
                  </a:lnTo>
                  <a:lnTo>
                    <a:pt x="1136466" y="1520463"/>
                  </a:lnTo>
                  <a:lnTo>
                    <a:pt x="1149995" y="1508668"/>
                  </a:lnTo>
                  <a:lnTo>
                    <a:pt x="1163524" y="1496729"/>
                  </a:lnTo>
                  <a:lnTo>
                    <a:pt x="1177054" y="1484644"/>
                  </a:lnTo>
                  <a:lnTo>
                    <a:pt x="1190583" y="1472410"/>
                  </a:lnTo>
                  <a:lnTo>
                    <a:pt x="1204113" y="1460023"/>
                  </a:lnTo>
                  <a:lnTo>
                    <a:pt x="1217642" y="1447481"/>
                  </a:lnTo>
                  <a:lnTo>
                    <a:pt x="1231171" y="1434779"/>
                  </a:lnTo>
                  <a:lnTo>
                    <a:pt x="1244701" y="1421916"/>
                  </a:lnTo>
                  <a:lnTo>
                    <a:pt x="1258230" y="1408886"/>
                  </a:lnTo>
                  <a:lnTo>
                    <a:pt x="1271759" y="1395687"/>
                  </a:lnTo>
                  <a:lnTo>
                    <a:pt x="1285289" y="1382315"/>
                  </a:lnTo>
                  <a:lnTo>
                    <a:pt x="1298818" y="1368766"/>
                  </a:lnTo>
                  <a:lnTo>
                    <a:pt x="1312347" y="1355037"/>
                  </a:lnTo>
                  <a:lnTo>
                    <a:pt x="1325877" y="1341124"/>
                  </a:lnTo>
                  <a:lnTo>
                    <a:pt x="1339406" y="1327022"/>
                  </a:lnTo>
                  <a:lnTo>
                    <a:pt x="1352935" y="1312729"/>
                  </a:lnTo>
                  <a:lnTo>
                    <a:pt x="1366465" y="1298240"/>
                  </a:lnTo>
                  <a:lnTo>
                    <a:pt x="1379994" y="1283556"/>
                  </a:lnTo>
                  <a:lnTo>
                    <a:pt x="1393524" y="1268683"/>
                  </a:lnTo>
                  <a:lnTo>
                    <a:pt x="1407053" y="1253624"/>
                  </a:lnTo>
                  <a:lnTo>
                    <a:pt x="1420582" y="1238384"/>
                  </a:lnTo>
                  <a:lnTo>
                    <a:pt x="1434112" y="1222967"/>
                  </a:lnTo>
                  <a:lnTo>
                    <a:pt x="1447641" y="1207379"/>
                  </a:lnTo>
                  <a:lnTo>
                    <a:pt x="1461170" y="1191625"/>
                  </a:lnTo>
                  <a:lnTo>
                    <a:pt x="1474700" y="1175710"/>
                  </a:lnTo>
                  <a:lnTo>
                    <a:pt x="1488229" y="1159638"/>
                  </a:lnTo>
                  <a:lnTo>
                    <a:pt x="1501758" y="1143417"/>
                  </a:lnTo>
                  <a:lnTo>
                    <a:pt x="1515288" y="1127051"/>
                  </a:lnTo>
                  <a:lnTo>
                    <a:pt x="1528817" y="1110547"/>
                  </a:lnTo>
                  <a:lnTo>
                    <a:pt x="1542347" y="1093911"/>
                  </a:lnTo>
                  <a:lnTo>
                    <a:pt x="1555876" y="1077148"/>
                  </a:lnTo>
                  <a:lnTo>
                    <a:pt x="1569405" y="1060266"/>
                  </a:lnTo>
                  <a:lnTo>
                    <a:pt x="1582935" y="1043272"/>
                  </a:lnTo>
                  <a:lnTo>
                    <a:pt x="1596464" y="1026172"/>
                  </a:lnTo>
                  <a:lnTo>
                    <a:pt x="1609993" y="1008973"/>
                  </a:lnTo>
                  <a:lnTo>
                    <a:pt x="1623523" y="991684"/>
                  </a:lnTo>
                  <a:lnTo>
                    <a:pt x="1637052" y="974311"/>
                  </a:lnTo>
                  <a:lnTo>
                    <a:pt x="1650581" y="956862"/>
                  </a:lnTo>
                  <a:lnTo>
                    <a:pt x="1664111" y="939346"/>
                  </a:lnTo>
                  <a:lnTo>
                    <a:pt x="1677640" y="921770"/>
                  </a:lnTo>
                  <a:lnTo>
                    <a:pt x="1691169" y="904144"/>
                  </a:lnTo>
                  <a:lnTo>
                    <a:pt x="1704699" y="886476"/>
                  </a:lnTo>
                  <a:lnTo>
                    <a:pt x="1718228" y="868774"/>
                  </a:lnTo>
                  <a:lnTo>
                    <a:pt x="1731758" y="851049"/>
                  </a:lnTo>
                  <a:lnTo>
                    <a:pt x="1745287" y="833309"/>
                  </a:lnTo>
                  <a:lnTo>
                    <a:pt x="1758816" y="815565"/>
                  </a:lnTo>
                  <a:lnTo>
                    <a:pt x="1772346" y="797826"/>
                  </a:lnTo>
                  <a:lnTo>
                    <a:pt x="1785875" y="780102"/>
                  </a:lnTo>
                  <a:lnTo>
                    <a:pt x="1799404" y="762404"/>
                  </a:lnTo>
                  <a:lnTo>
                    <a:pt x="1812934" y="744743"/>
                  </a:lnTo>
                  <a:lnTo>
                    <a:pt x="1826463" y="727128"/>
                  </a:lnTo>
                  <a:lnTo>
                    <a:pt x="1839992" y="709572"/>
                  </a:lnTo>
                  <a:lnTo>
                    <a:pt x="1853522" y="692085"/>
                  </a:lnTo>
                  <a:lnTo>
                    <a:pt x="1867051" y="674680"/>
                  </a:lnTo>
                  <a:lnTo>
                    <a:pt x="1880581" y="657367"/>
                  </a:lnTo>
                  <a:lnTo>
                    <a:pt x="1894110" y="640159"/>
                  </a:lnTo>
                  <a:lnTo>
                    <a:pt x="1907639" y="623069"/>
                  </a:lnTo>
                  <a:lnTo>
                    <a:pt x="1921169" y="606107"/>
                  </a:lnTo>
                  <a:lnTo>
                    <a:pt x="1934698" y="589288"/>
                  </a:lnTo>
                  <a:lnTo>
                    <a:pt x="1948227" y="572623"/>
                  </a:lnTo>
                  <a:lnTo>
                    <a:pt x="1961757" y="556126"/>
                  </a:lnTo>
                  <a:lnTo>
                    <a:pt x="1975286" y="539810"/>
                  </a:lnTo>
                  <a:lnTo>
                    <a:pt x="1988815" y="523688"/>
                  </a:lnTo>
                  <a:lnTo>
                    <a:pt x="2002345" y="507774"/>
                  </a:lnTo>
                  <a:lnTo>
                    <a:pt x="2015874" y="492081"/>
                  </a:lnTo>
                  <a:lnTo>
                    <a:pt x="2029403" y="476624"/>
                  </a:lnTo>
                  <a:lnTo>
                    <a:pt x="2042933" y="461415"/>
                  </a:lnTo>
                  <a:lnTo>
                    <a:pt x="2056462" y="446471"/>
                  </a:lnTo>
                  <a:lnTo>
                    <a:pt x="2069992" y="431797"/>
                  </a:lnTo>
                  <a:lnTo>
                    <a:pt x="2083521" y="417396"/>
                  </a:lnTo>
                  <a:lnTo>
                    <a:pt x="2097050" y="403267"/>
                  </a:lnTo>
                  <a:lnTo>
                    <a:pt x="2110580" y="389413"/>
                  </a:lnTo>
                  <a:lnTo>
                    <a:pt x="2124109" y="375832"/>
                  </a:lnTo>
                  <a:lnTo>
                    <a:pt x="2137638" y="362524"/>
                  </a:lnTo>
                  <a:lnTo>
                    <a:pt x="2151168" y="349491"/>
                  </a:lnTo>
                  <a:lnTo>
                    <a:pt x="2164697" y="336732"/>
                  </a:lnTo>
                  <a:lnTo>
                    <a:pt x="2178226" y="324246"/>
                  </a:lnTo>
                  <a:lnTo>
                    <a:pt x="2191756" y="312034"/>
                  </a:lnTo>
                  <a:lnTo>
                    <a:pt x="2205285" y="300094"/>
                  </a:lnTo>
                  <a:lnTo>
                    <a:pt x="2218815" y="288427"/>
                  </a:lnTo>
                  <a:lnTo>
                    <a:pt x="2232344" y="277030"/>
                  </a:lnTo>
                  <a:lnTo>
                    <a:pt x="2245873" y="265904"/>
                  </a:lnTo>
                  <a:lnTo>
                    <a:pt x="2259403" y="255048"/>
                  </a:lnTo>
                  <a:lnTo>
                    <a:pt x="2272932" y="244459"/>
                  </a:lnTo>
                  <a:lnTo>
                    <a:pt x="2286461" y="234138"/>
                  </a:lnTo>
                  <a:lnTo>
                    <a:pt x="2299991" y="224082"/>
                  </a:lnTo>
                  <a:lnTo>
                    <a:pt x="2313520" y="214290"/>
                  </a:lnTo>
                  <a:lnTo>
                    <a:pt x="2327049" y="204760"/>
                  </a:lnTo>
                  <a:lnTo>
                    <a:pt x="2340579" y="195491"/>
                  </a:lnTo>
                  <a:lnTo>
                    <a:pt x="2354108" y="186481"/>
                  </a:lnTo>
                  <a:lnTo>
                    <a:pt x="2367637" y="177727"/>
                  </a:lnTo>
                  <a:lnTo>
                    <a:pt x="2381167" y="169229"/>
                  </a:lnTo>
                  <a:lnTo>
                    <a:pt x="2394696" y="160982"/>
                  </a:lnTo>
                  <a:lnTo>
                    <a:pt x="2408226" y="152986"/>
                  </a:lnTo>
                  <a:lnTo>
                    <a:pt x="2421755" y="145239"/>
                  </a:lnTo>
                  <a:lnTo>
                    <a:pt x="2435284" y="137736"/>
                  </a:lnTo>
                  <a:lnTo>
                    <a:pt x="2448814" y="130476"/>
                  </a:lnTo>
                  <a:lnTo>
                    <a:pt x="2462343" y="123457"/>
                  </a:lnTo>
                  <a:lnTo>
                    <a:pt x="2475872" y="116675"/>
                  </a:lnTo>
                  <a:lnTo>
                    <a:pt x="2489402" y="110128"/>
                  </a:lnTo>
                  <a:lnTo>
                    <a:pt x="2502931" y="103812"/>
                  </a:lnTo>
                  <a:lnTo>
                    <a:pt x="2516460" y="97725"/>
                  </a:lnTo>
                  <a:lnTo>
                    <a:pt x="2529990" y="91864"/>
                  </a:lnTo>
                  <a:lnTo>
                    <a:pt x="2543519" y="86226"/>
                  </a:lnTo>
                  <a:lnTo>
                    <a:pt x="2557049" y="80806"/>
                  </a:lnTo>
                  <a:lnTo>
                    <a:pt x="2570578" y="75603"/>
                  </a:lnTo>
                  <a:lnTo>
                    <a:pt x="2584107" y="70612"/>
                  </a:lnTo>
                  <a:lnTo>
                    <a:pt x="2597637" y="65831"/>
                  </a:lnTo>
                  <a:lnTo>
                    <a:pt x="2611166" y="61255"/>
                  </a:lnTo>
                  <a:lnTo>
                    <a:pt x="2624695" y="56882"/>
                  </a:lnTo>
                  <a:lnTo>
                    <a:pt x="2638225" y="52707"/>
                  </a:lnTo>
                  <a:lnTo>
                    <a:pt x="2651754" y="48727"/>
                  </a:lnTo>
                  <a:lnTo>
                    <a:pt x="2665283" y="44938"/>
                  </a:lnTo>
                  <a:lnTo>
                    <a:pt x="2678813" y="41336"/>
                  </a:lnTo>
                  <a:lnTo>
                    <a:pt x="2692342" y="37918"/>
                  </a:lnTo>
                  <a:lnTo>
                    <a:pt x="2705871" y="34679"/>
                  </a:lnTo>
                  <a:lnTo>
                    <a:pt x="2719401" y="31617"/>
                  </a:lnTo>
                  <a:lnTo>
                    <a:pt x="2732930" y="28726"/>
                  </a:lnTo>
                  <a:lnTo>
                    <a:pt x="2746460" y="26003"/>
                  </a:lnTo>
                  <a:lnTo>
                    <a:pt x="2759989" y="23443"/>
                  </a:lnTo>
                  <a:lnTo>
                    <a:pt x="2773518" y="21043"/>
                  </a:lnTo>
                  <a:lnTo>
                    <a:pt x="2787048" y="18799"/>
                  </a:lnTo>
                  <a:lnTo>
                    <a:pt x="2800577" y="16706"/>
                  </a:lnTo>
                  <a:lnTo>
                    <a:pt x="2814106" y="14760"/>
                  </a:lnTo>
                  <a:lnTo>
                    <a:pt x="2827636" y="12958"/>
                  </a:lnTo>
                  <a:lnTo>
                    <a:pt x="2841165" y="11294"/>
                  </a:lnTo>
                  <a:lnTo>
                    <a:pt x="2854694" y="9764"/>
                  </a:lnTo>
                  <a:lnTo>
                    <a:pt x="2868224" y="8365"/>
                  </a:lnTo>
                  <a:lnTo>
                    <a:pt x="2881753" y="7092"/>
                  </a:lnTo>
                  <a:lnTo>
                    <a:pt x="2895283" y="5940"/>
                  </a:lnTo>
                  <a:lnTo>
                    <a:pt x="2908812" y="4905"/>
                  </a:lnTo>
                  <a:lnTo>
                    <a:pt x="2922341" y="3983"/>
                  </a:lnTo>
                  <a:lnTo>
                    <a:pt x="2935871" y="3170"/>
                  </a:lnTo>
                  <a:lnTo>
                    <a:pt x="2949400" y="2460"/>
                  </a:lnTo>
                  <a:lnTo>
                    <a:pt x="2962929" y="1851"/>
                  </a:lnTo>
                  <a:lnTo>
                    <a:pt x="2976459" y="1336"/>
                  </a:lnTo>
                  <a:lnTo>
                    <a:pt x="2989988" y="912"/>
                  </a:lnTo>
                  <a:lnTo>
                    <a:pt x="3003517" y="575"/>
                  </a:lnTo>
                  <a:lnTo>
                    <a:pt x="3017047" y="319"/>
                  </a:lnTo>
                  <a:lnTo>
                    <a:pt x="3030576" y="141"/>
                  </a:lnTo>
                  <a:lnTo>
                    <a:pt x="3044105" y="36"/>
                  </a:lnTo>
                  <a:lnTo>
                    <a:pt x="3057635" y="0"/>
                  </a:lnTo>
                  <a:lnTo>
                    <a:pt x="3071164" y="27"/>
                  </a:lnTo>
                  <a:lnTo>
                    <a:pt x="3084694" y="114"/>
                  </a:lnTo>
                  <a:lnTo>
                    <a:pt x="3098223" y="256"/>
                  </a:lnTo>
                  <a:lnTo>
                    <a:pt x="3111752" y="448"/>
                  </a:lnTo>
                  <a:lnTo>
                    <a:pt x="3125282" y="686"/>
                  </a:lnTo>
                  <a:lnTo>
                    <a:pt x="3138811" y="966"/>
                  </a:lnTo>
                  <a:lnTo>
                    <a:pt x="3152340" y="1284"/>
                  </a:lnTo>
                  <a:lnTo>
                    <a:pt x="3165870" y="1633"/>
                  </a:lnTo>
                  <a:lnTo>
                    <a:pt x="3179399" y="2011"/>
                  </a:lnTo>
                  <a:lnTo>
                    <a:pt x="3192928" y="2413"/>
                  </a:lnTo>
                  <a:lnTo>
                    <a:pt x="3206458" y="2834"/>
                  </a:lnTo>
                  <a:lnTo>
                    <a:pt x="3219987" y="3269"/>
                  </a:lnTo>
                  <a:lnTo>
                    <a:pt x="3233517" y="3714"/>
                  </a:lnTo>
                  <a:lnTo>
                    <a:pt x="3247046" y="4166"/>
                  </a:lnTo>
                  <a:lnTo>
                    <a:pt x="3260575" y="4618"/>
                  </a:lnTo>
                  <a:lnTo>
                    <a:pt x="3274105" y="5071"/>
                  </a:lnTo>
                  <a:lnTo>
                    <a:pt x="3287634" y="5524"/>
                  </a:lnTo>
                  <a:lnTo>
                    <a:pt x="3301163" y="5976"/>
                  </a:lnTo>
                  <a:lnTo>
                    <a:pt x="3314693" y="6429"/>
                  </a:lnTo>
                  <a:lnTo>
                    <a:pt x="3328222" y="6881"/>
                  </a:lnTo>
                  <a:lnTo>
                    <a:pt x="3341751" y="7334"/>
                  </a:lnTo>
                  <a:lnTo>
                    <a:pt x="3355281" y="7786"/>
                  </a:lnTo>
                  <a:lnTo>
                    <a:pt x="3368810" y="8238"/>
                  </a:lnTo>
                  <a:lnTo>
                    <a:pt x="3382339" y="8691"/>
                  </a:lnTo>
                  <a:lnTo>
                    <a:pt x="3395869" y="9143"/>
                  </a:lnTo>
                  <a:lnTo>
                    <a:pt x="3409398" y="9595"/>
                  </a:lnTo>
                  <a:lnTo>
                    <a:pt x="3422928" y="10047"/>
                  </a:lnTo>
                  <a:lnTo>
                    <a:pt x="3436457" y="10499"/>
                  </a:lnTo>
                  <a:lnTo>
                    <a:pt x="3449986" y="10951"/>
                  </a:lnTo>
                  <a:lnTo>
                    <a:pt x="3463516" y="11403"/>
                  </a:lnTo>
                  <a:lnTo>
                    <a:pt x="3477045" y="11855"/>
                  </a:lnTo>
                  <a:lnTo>
                    <a:pt x="3490574" y="12306"/>
                  </a:lnTo>
                  <a:lnTo>
                    <a:pt x="3504104" y="12758"/>
                  </a:lnTo>
                  <a:lnTo>
                    <a:pt x="3517633" y="13210"/>
                  </a:lnTo>
                  <a:lnTo>
                    <a:pt x="3531162" y="13661"/>
                  </a:lnTo>
                  <a:lnTo>
                    <a:pt x="3544692" y="14113"/>
                  </a:lnTo>
                  <a:lnTo>
                    <a:pt x="3558221" y="14564"/>
                  </a:lnTo>
                  <a:lnTo>
                    <a:pt x="3571751" y="15016"/>
                  </a:lnTo>
                  <a:lnTo>
                    <a:pt x="3585280" y="15467"/>
                  </a:lnTo>
                  <a:lnTo>
                    <a:pt x="3598809" y="15918"/>
                  </a:lnTo>
                  <a:lnTo>
                    <a:pt x="3612339" y="16370"/>
                  </a:lnTo>
                  <a:lnTo>
                    <a:pt x="3625868" y="16821"/>
                  </a:lnTo>
                  <a:lnTo>
                    <a:pt x="3639397" y="17272"/>
                  </a:lnTo>
                  <a:lnTo>
                    <a:pt x="3652927" y="17723"/>
                  </a:lnTo>
                  <a:lnTo>
                    <a:pt x="3666456" y="18174"/>
                  </a:lnTo>
                  <a:lnTo>
                    <a:pt x="3679985" y="18625"/>
                  </a:lnTo>
                  <a:lnTo>
                    <a:pt x="3693515" y="19076"/>
                  </a:lnTo>
                  <a:lnTo>
                    <a:pt x="3707044" y="19527"/>
                  </a:lnTo>
                  <a:lnTo>
                    <a:pt x="3720573" y="19977"/>
                  </a:lnTo>
                  <a:lnTo>
                    <a:pt x="3734103" y="20428"/>
                  </a:lnTo>
                  <a:lnTo>
                    <a:pt x="3747632" y="20879"/>
                  </a:lnTo>
                  <a:lnTo>
                    <a:pt x="3761162" y="21329"/>
                  </a:lnTo>
                  <a:lnTo>
                    <a:pt x="3774691" y="21780"/>
                  </a:lnTo>
                  <a:lnTo>
                    <a:pt x="3788220" y="22230"/>
                  </a:lnTo>
                  <a:lnTo>
                    <a:pt x="3801750" y="22681"/>
                  </a:lnTo>
                  <a:lnTo>
                    <a:pt x="3815279" y="23131"/>
                  </a:lnTo>
                  <a:lnTo>
                    <a:pt x="3828808" y="23581"/>
                  </a:lnTo>
                  <a:lnTo>
                    <a:pt x="3842338" y="24032"/>
                  </a:lnTo>
                  <a:lnTo>
                    <a:pt x="3855867" y="24482"/>
                  </a:lnTo>
                  <a:lnTo>
                    <a:pt x="3869396" y="24932"/>
                  </a:lnTo>
                  <a:lnTo>
                    <a:pt x="3882926" y="25382"/>
                  </a:lnTo>
                  <a:lnTo>
                    <a:pt x="3896455" y="25832"/>
                  </a:lnTo>
                  <a:lnTo>
                    <a:pt x="3909985" y="26282"/>
                  </a:lnTo>
                  <a:lnTo>
                    <a:pt x="3923514" y="26732"/>
                  </a:lnTo>
                  <a:lnTo>
                    <a:pt x="3937043" y="27182"/>
                  </a:lnTo>
                  <a:lnTo>
                    <a:pt x="3950573" y="27631"/>
                  </a:lnTo>
                  <a:lnTo>
                    <a:pt x="3964102" y="28081"/>
                  </a:lnTo>
                  <a:lnTo>
                    <a:pt x="3977631" y="28531"/>
                  </a:lnTo>
                  <a:lnTo>
                    <a:pt x="3991161" y="28980"/>
                  </a:lnTo>
                  <a:lnTo>
                    <a:pt x="4004690" y="29430"/>
                  </a:lnTo>
                  <a:lnTo>
                    <a:pt x="4018219" y="29879"/>
                  </a:lnTo>
                  <a:lnTo>
                    <a:pt x="4031749" y="30329"/>
                  </a:lnTo>
                  <a:lnTo>
                    <a:pt x="4045278" y="30778"/>
                  </a:lnTo>
                  <a:lnTo>
                    <a:pt x="4045278" y="30778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41407" y="483270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41407" y="3498589"/>
              <a:ext cx="4045278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330060" y="6066689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30060" y="5426173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30060" y="4785657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30060" y="414514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1.25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30060" y="350462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1.50</a:t>
              </a:r>
            </a:p>
          </p:txBody>
        </p:sp>
        <p:sp>
          <p:nvSpPr>
            <p:cNvPr id="103" name="pl103"/>
            <p:cNvSpPr/>
            <p:nvPr/>
          </p:nvSpPr>
          <p:spPr>
            <a:xfrm>
              <a:off x="606613" y="61137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06613" y="54732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06613" y="48327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06613" y="41921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6613" y="35516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1465207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537270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609333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68139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2"/>
            <p:cNvSpPr/>
            <p:nvPr/>
          </p:nvSpPr>
          <p:spPr>
            <a:xfrm>
              <a:off x="1376373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2448436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3520499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59256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520851" y="6562733"/>
              <a:ext cx="28639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4959543" y="3498589"/>
              <a:ext cx="4045278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959543" y="6140909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959543" y="546028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959543" y="4779666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959543" y="4099044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25381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43634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61887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80141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959543" y="580059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959543" y="5119977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959543" y="4439355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959543" y="3758733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84508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027613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21014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4959543" y="3498589"/>
              <a:ext cx="4045278" cy="2841995"/>
            </a:xfrm>
            <a:custGeom>
              <a:avLst/>
              <a:pathLst>
                <a:path w="4045278" h="2841995">
                  <a:moveTo>
                    <a:pt x="0" y="2780840"/>
                  </a:moveTo>
                  <a:lnTo>
                    <a:pt x="13529" y="2778741"/>
                  </a:lnTo>
                  <a:lnTo>
                    <a:pt x="27058" y="2776619"/>
                  </a:lnTo>
                  <a:lnTo>
                    <a:pt x="40588" y="2774475"/>
                  </a:lnTo>
                  <a:lnTo>
                    <a:pt x="54117" y="2772309"/>
                  </a:lnTo>
                  <a:lnTo>
                    <a:pt x="67646" y="2770119"/>
                  </a:lnTo>
                  <a:lnTo>
                    <a:pt x="81176" y="2767906"/>
                  </a:lnTo>
                  <a:lnTo>
                    <a:pt x="94705" y="2765669"/>
                  </a:lnTo>
                  <a:lnTo>
                    <a:pt x="108234" y="2763408"/>
                  </a:lnTo>
                  <a:lnTo>
                    <a:pt x="121764" y="2761123"/>
                  </a:lnTo>
                  <a:lnTo>
                    <a:pt x="135293" y="2758814"/>
                  </a:lnTo>
                  <a:lnTo>
                    <a:pt x="148822" y="2756480"/>
                  </a:lnTo>
                  <a:lnTo>
                    <a:pt x="162352" y="2754121"/>
                  </a:lnTo>
                  <a:lnTo>
                    <a:pt x="175881" y="2751737"/>
                  </a:lnTo>
                  <a:lnTo>
                    <a:pt x="189411" y="2749326"/>
                  </a:lnTo>
                  <a:lnTo>
                    <a:pt x="202940" y="2746890"/>
                  </a:lnTo>
                  <a:lnTo>
                    <a:pt x="216469" y="2744427"/>
                  </a:lnTo>
                  <a:lnTo>
                    <a:pt x="229999" y="2741938"/>
                  </a:lnTo>
                  <a:lnTo>
                    <a:pt x="243528" y="2739422"/>
                  </a:lnTo>
                  <a:lnTo>
                    <a:pt x="257057" y="2736878"/>
                  </a:lnTo>
                  <a:lnTo>
                    <a:pt x="270587" y="2734306"/>
                  </a:lnTo>
                  <a:lnTo>
                    <a:pt x="284116" y="2731706"/>
                  </a:lnTo>
                  <a:lnTo>
                    <a:pt x="297645" y="2729077"/>
                  </a:lnTo>
                  <a:lnTo>
                    <a:pt x="311175" y="2726419"/>
                  </a:lnTo>
                  <a:lnTo>
                    <a:pt x="324704" y="2723732"/>
                  </a:lnTo>
                  <a:lnTo>
                    <a:pt x="338233" y="2721013"/>
                  </a:lnTo>
                  <a:lnTo>
                    <a:pt x="351763" y="2718264"/>
                  </a:lnTo>
                  <a:lnTo>
                    <a:pt x="365292" y="2715483"/>
                  </a:lnTo>
                  <a:lnTo>
                    <a:pt x="378822" y="2712668"/>
                  </a:lnTo>
                  <a:lnTo>
                    <a:pt x="392351" y="2709820"/>
                  </a:lnTo>
                  <a:lnTo>
                    <a:pt x="405880" y="2706938"/>
                  </a:lnTo>
                  <a:lnTo>
                    <a:pt x="419410" y="2704020"/>
                  </a:lnTo>
                  <a:lnTo>
                    <a:pt x="432939" y="2701066"/>
                  </a:lnTo>
                  <a:lnTo>
                    <a:pt x="446468" y="2698075"/>
                  </a:lnTo>
                  <a:lnTo>
                    <a:pt x="459998" y="2695046"/>
                  </a:lnTo>
                  <a:lnTo>
                    <a:pt x="473527" y="2691978"/>
                  </a:lnTo>
                  <a:lnTo>
                    <a:pt x="487056" y="2688869"/>
                  </a:lnTo>
                  <a:lnTo>
                    <a:pt x="500586" y="2685720"/>
                  </a:lnTo>
                  <a:lnTo>
                    <a:pt x="514115" y="2682528"/>
                  </a:lnTo>
                  <a:lnTo>
                    <a:pt x="527645" y="2679294"/>
                  </a:lnTo>
                  <a:lnTo>
                    <a:pt x="541174" y="2676014"/>
                  </a:lnTo>
                  <a:lnTo>
                    <a:pt x="554703" y="2672690"/>
                  </a:lnTo>
                  <a:lnTo>
                    <a:pt x="568233" y="2669318"/>
                  </a:lnTo>
                  <a:lnTo>
                    <a:pt x="581762" y="2665899"/>
                  </a:lnTo>
                  <a:lnTo>
                    <a:pt x="595291" y="2662430"/>
                  </a:lnTo>
                  <a:lnTo>
                    <a:pt x="608821" y="2658911"/>
                  </a:lnTo>
                  <a:lnTo>
                    <a:pt x="622350" y="2655340"/>
                  </a:lnTo>
                  <a:lnTo>
                    <a:pt x="635879" y="2651716"/>
                  </a:lnTo>
                  <a:lnTo>
                    <a:pt x="649409" y="2648038"/>
                  </a:lnTo>
                  <a:lnTo>
                    <a:pt x="662938" y="2644303"/>
                  </a:lnTo>
                  <a:lnTo>
                    <a:pt x="676467" y="2640512"/>
                  </a:lnTo>
                  <a:lnTo>
                    <a:pt x="689997" y="2636661"/>
                  </a:lnTo>
                  <a:lnTo>
                    <a:pt x="703526" y="2632750"/>
                  </a:lnTo>
                  <a:lnTo>
                    <a:pt x="717056" y="2628777"/>
                  </a:lnTo>
                  <a:lnTo>
                    <a:pt x="730585" y="2624741"/>
                  </a:lnTo>
                  <a:lnTo>
                    <a:pt x="744114" y="2620640"/>
                  </a:lnTo>
                  <a:lnTo>
                    <a:pt x="757644" y="2616473"/>
                  </a:lnTo>
                  <a:lnTo>
                    <a:pt x="771173" y="2612237"/>
                  </a:lnTo>
                  <a:lnTo>
                    <a:pt x="784702" y="2607933"/>
                  </a:lnTo>
                  <a:lnTo>
                    <a:pt x="798232" y="2603557"/>
                  </a:lnTo>
                  <a:lnTo>
                    <a:pt x="811761" y="2599110"/>
                  </a:lnTo>
                  <a:lnTo>
                    <a:pt x="825290" y="2594588"/>
                  </a:lnTo>
                  <a:lnTo>
                    <a:pt x="838820" y="2589992"/>
                  </a:lnTo>
                  <a:lnTo>
                    <a:pt x="852349" y="2585320"/>
                  </a:lnTo>
                  <a:lnTo>
                    <a:pt x="865879" y="2580570"/>
                  </a:lnTo>
                  <a:lnTo>
                    <a:pt x="879408" y="2575741"/>
                  </a:lnTo>
                  <a:lnTo>
                    <a:pt x="892937" y="2570834"/>
                  </a:lnTo>
                  <a:lnTo>
                    <a:pt x="906467" y="2565845"/>
                  </a:lnTo>
                  <a:lnTo>
                    <a:pt x="919996" y="2560776"/>
                  </a:lnTo>
                  <a:lnTo>
                    <a:pt x="933525" y="2555626"/>
                  </a:lnTo>
                  <a:lnTo>
                    <a:pt x="947055" y="2550393"/>
                  </a:lnTo>
                  <a:lnTo>
                    <a:pt x="960584" y="2545078"/>
                  </a:lnTo>
                  <a:lnTo>
                    <a:pt x="974113" y="2539681"/>
                  </a:lnTo>
                  <a:lnTo>
                    <a:pt x="987643" y="2534201"/>
                  </a:lnTo>
                  <a:lnTo>
                    <a:pt x="1001172" y="2528640"/>
                  </a:lnTo>
                  <a:lnTo>
                    <a:pt x="1014701" y="2522996"/>
                  </a:lnTo>
                  <a:lnTo>
                    <a:pt x="1028231" y="2517271"/>
                  </a:lnTo>
                  <a:lnTo>
                    <a:pt x="1041760" y="2511466"/>
                  </a:lnTo>
                  <a:lnTo>
                    <a:pt x="1055290" y="2505581"/>
                  </a:lnTo>
                  <a:lnTo>
                    <a:pt x="1068819" y="2499617"/>
                  </a:lnTo>
                  <a:lnTo>
                    <a:pt x="1082348" y="2493575"/>
                  </a:lnTo>
                  <a:lnTo>
                    <a:pt x="1095878" y="2487456"/>
                  </a:lnTo>
                  <a:lnTo>
                    <a:pt x="1109407" y="2481261"/>
                  </a:lnTo>
                  <a:lnTo>
                    <a:pt x="1122936" y="2474992"/>
                  </a:lnTo>
                  <a:lnTo>
                    <a:pt x="1136466" y="2468650"/>
                  </a:lnTo>
                  <a:lnTo>
                    <a:pt x="1149995" y="2462237"/>
                  </a:lnTo>
                  <a:lnTo>
                    <a:pt x="1163524" y="2455753"/>
                  </a:lnTo>
                  <a:lnTo>
                    <a:pt x="1177054" y="2449202"/>
                  </a:lnTo>
                  <a:lnTo>
                    <a:pt x="1190583" y="2442583"/>
                  </a:lnTo>
                  <a:lnTo>
                    <a:pt x="1204113" y="2435898"/>
                  </a:lnTo>
                  <a:lnTo>
                    <a:pt x="1217642" y="2429149"/>
                  </a:lnTo>
                  <a:lnTo>
                    <a:pt x="1231171" y="2422337"/>
                  </a:lnTo>
                  <a:lnTo>
                    <a:pt x="1244701" y="2415463"/>
                  </a:lnTo>
                  <a:lnTo>
                    <a:pt x="1258230" y="2408527"/>
                  </a:lnTo>
                  <a:lnTo>
                    <a:pt x="1271759" y="2401533"/>
                  </a:lnTo>
                  <a:lnTo>
                    <a:pt x="1285289" y="2394479"/>
                  </a:lnTo>
                  <a:lnTo>
                    <a:pt x="1298818" y="2387367"/>
                  </a:lnTo>
                  <a:lnTo>
                    <a:pt x="1312347" y="2380200"/>
                  </a:lnTo>
                  <a:lnTo>
                    <a:pt x="1325877" y="2372976"/>
                  </a:lnTo>
                  <a:lnTo>
                    <a:pt x="1339406" y="2365698"/>
                  </a:lnTo>
                  <a:lnTo>
                    <a:pt x="1352935" y="2358366"/>
                  </a:lnTo>
                  <a:lnTo>
                    <a:pt x="1366465" y="2350982"/>
                  </a:lnTo>
                  <a:lnTo>
                    <a:pt x="1379994" y="2343545"/>
                  </a:lnTo>
                  <a:lnTo>
                    <a:pt x="1393524" y="2336059"/>
                  </a:lnTo>
                  <a:lnTo>
                    <a:pt x="1407053" y="2328522"/>
                  </a:lnTo>
                  <a:lnTo>
                    <a:pt x="1420582" y="2320937"/>
                  </a:lnTo>
                  <a:lnTo>
                    <a:pt x="1434112" y="2313304"/>
                  </a:lnTo>
                  <a:lnTo>
                    <a:pt x="1447641" y="2305624"/>
                  </a:lnTo>
                  <a:lnTo>
                    <a:pt x="1461170" y="2296989"/>
                  </a:lnTo>
                  <a:lnTo>
                    <a:pt x="1474700" y="2287461"/>
                  </a:lnTo>
                  <a:lnTo>
                    <a:pt x="1488229" y="2277829"/>
                  </a:lnTo>
                  <a:lnTo>
                    <a:pt x="1501758" y="2268097"/>
                  </a:lnTo>
                  <a:lnTo>
                    <a:pt x="1515288" y="2258266"/>
                  </a:lnTo>
                  <a:lnTo>
                    <a:pt x="1528817" y="2248338"/>
                  </a:lnTo>
                  <a:lnTo>
                    <a:pt x="1542347" y="2238317"/>
                  </a:lnTo>
                  <a:lnTo>
                    <a:pt x="1555876" y="2228204"/>
                  </a:lnTo>
                  <a:lnTo>
                    <a:pt x="1569405" y="2218003"/>
                  </a:lnTo>
                  <a:lnTo>
                    <a:pt x="1582935" y="2207717"/>
                  </a:lnTo>
                  <a:lnTo>
                    <a:pt x="1596464" y="2197349"/>
                  </a:lnTo>
                  <a:lnTo>
                    <a:pt x="1609993" y="2186903"/>
                  </a:lnTo>
                  <a:lnTo>
                    <a:pt x="1623523" y="2176383"/>
                  </a:lnTo>
                  <a:lnTo>
                    <a:pt x="1637052" y="2165792"/>
                  </a:lnTo>
                  <a:lnTo>
                    <a:pt x="1650581" y="2155134"/>
                  </a:lnTo>
                  <a:lnTo>
                    <a:pt x="1664111" y="2144414"/>
                  </a:lnTo>
                  <a:lnTo>
                    <a:pt x="1677640" y="2133637"/>
                  </a:lnTo>
                  <a:lnTo>
                    <a:pt x="1691169" y="2122807"/>
                  </a:lnTo>
                  <a:lnTo>
                    <a:pt x="1704699" y="2111929"/>
                  </a:lnTo>
                  <a:lnTo>
                    <a:pt x="1718228" y="2101008"/>
                  </a:lnTo>
                  <a:lnTo>
                    <a:pt x="1731758" y="2090051"/>
                  </a:lnTo>
                  <a:lnTo>
                    <a:pt x="1745287" y="2079061"/>
                  </a:lnTo>
                  <a:lnTo>
                    <a:pt x="1758816" y="2068045"/>
                  </a:lnTo>
                  <a:lnTo>
                    <a:pt x="1772346" y="2057010"/>
                  </a:lnTo>
                  <a:lnTo>
                    <a:pt x="1785875" y="2045961"/>
                  </a:lnTo>
                  <a:lnTo>
                    <a:pt x="1799404" y="2034904"/>
                  </a:lnTo>
                  <a:lnTo>
                    <a:pt x="1812934" y="2023847"/>
                  </a:lnTo>
                  <a:lnTo>
                    <a:pt x="1826463" y="2012793"/>
                  </a:lnTo>
                  <a:lnTo>
                    <a:pt x="1839992" y="2001743"/>
                  </a:lnTo>
                  <a:lnTo>
                    <a:pt x="1853522" y="1990699"/>
                  </a:lnTo>
                  <a:lnTo>
                    <a:pt x="1867051" y="1979662"/>
                  </a:lnTo>
                  <a:lnTo>
                    <a:pt x="1880581" y="1968634"/>
                  </a:lnTo>
                  <a:lnTo>
                    <a:pt x="1894110" y="1957617"/>
                  </a:lnTo>
                  <a:lnTo>
                    <a:pt x="1907639" y="1946611"/>
                  </a:lnTo>
                  <a:lnTo>
                    <a:pt x="1921169" y="1935618"/>
                  </a:lnTo>
                  <a:lnTo>
                    <a:pt x="1934698" y="1924639"/>
                  </a:lnTo>
                  <a:lnTo>
                    <a:pt x="1948227" y="1913676"/>
                  </a:lnTo>
                  <a:lnTo>
                    <a:pt x="1961757" y="1902729"/>
                  </a:lnTo>
                  <a:lnTo>
                    <a:pt x="1975286" y="1891800"/>
                  </a:lnTo>
                  <a:lnTo>
                    <a:pt x="1988815" y="1880889"/>
                  </a:lnTo>
                  <a:lnTo>
                    <a:pt x="2002345" y="1869998"/>
                  </a:lnTo>
                  <a:lnTo>
                    <a:pt x="2015874" y="1859128"/>
                  </a:lnTo>
                  <a:lnTo>
                    <a:pt x="2029403" y="1848280"/>
                  </a:lnTo>
                  <a:lnTo>
                    <a:pt x="2042933" y="1837453"/>
                  </a:lnTo>
                  <a:lnTo>
                    <a:pt x="2056462" y="1826650"/>
                  </a:lnTo>
                  <a:lnTo>
                    <a:pt x="2069992" y="1815871"/>
                  </a:lnTo>
                  <a:lnTo>
                    <a:pt x="2083521" y="1805117"/>
                  </a:lnTo>
                  <a:lnTo>
                    <a:pt x="2097050" y="1794387"/>
                  </a:lnTo>
                  <a:lnTo>
                    <a:pt x="2110580" y="1783683"/>
                  </a:lnTo>
                  <a:lnTo>
                    <a:pt x="2124109" y="1773005"/>
                  </a:lnTo>
                  <a:lnTo>
                    <a:pt x="2137638" y="1762354"/>
                  </a:lnTo>
                  <a:lnTo>
                    <a:pt x="2151168" y="1751729"/>
                  </a:lnTo>
                  <a:lnTo>
                    <a:pt x="2164697" y="1741132"/>
                  </a:lnTo>
                  <a:lnTo>
                    <a:pt x="2178226" y="1730562"/>
                  </a:lnTo>
                  <a:lnTo>
                    <a:pt x="2191756" y="1720020"/>
                  </a:lnTo>
                  <a:lnTo>
                    <a:pt x="2205285" y="1709505"/>
                  </a:lnTo>
                  <a:lnTo>
                    <a:pt x="2218815" y="1699018"/>
                  </a:lnTo>
                  <a:lnTo>
                    <a:pt x="2232344" y="1688558"/>
                  </a:lnTo>
                  <a:lnTo>
                    <a:pt x="2245873" y="1678126"/>
                  </a:lnTo>
                  <a:lnTo>
                    <a:pt x="2259403" y="1667721"/>
                  </a:lnTo>
                  <a:lnTo>
                    <a:pt x="2272932" y="1657344"/>
                  </a:lnTo>
                  <a:lnTo>
                    <a:pt x="2286461" y="1646992"/>
                  </a:lnTo>
                  <a:lnTo>
                    <a:pt x="2299991" y="1636668"/>
                  </a:lnTo>
                  <a:lnTo>
                    <a:pt x="2313520" y="1626369"/>
                  </a:lnTo>
                  <a:lnTo>
                    <a:pt x="2327049" y="1616096"/>
                  </a:lnTo>
                  <a:lnTo>
                    <a:pt x="2340579" y="1605847"/>
                  </a:lnTo>
                  <a:lnTo>
                    <a:pt x="2354108" y="1595622"/>
                  </a:lnTo>
                  <a:lnTo>
                    <a:pt x="2367637" y="1585421"/>
                  </a:lnTo>
                  <a:lnTo>
                    <a:pt x="2381167" y="1575243"/>
                  </a:lnTo>
                  <a:lnTo>
                    <a:pt x="2394696" y="1565086"/>
                  </a:lnTo>
                  <a:lnTo>
                    <a:pt x="2408226" y="1554951"/>
                  </a:lnTo>
                  <a:lnTo>
                    <a:pt x="2421755" y="1544835"/>
                  </a:lnTo>
                  <a:lnTo>
                    <a:pt x="2435284" y="1534738"/>
                  </a:lnTo>
                  <a:lnTo>
                    <a:pt x="2448814" y="1524659"/>
                  </a:lnTo>
                  <a:lnTo>
                    <a:pt x="2462343" y="1514597"/>
                  </a:lnTo>
                  <a:lnTo>
                    <a:pt x="2475872" y="1504550"/>
                  </a:lnTo>
                  <a:lnTo>
                    <a:pt x="2489402" y="1494517"/>
                  </a:lnTo>
                  <a:lnTo>
                    <a:pt x="2502931" y="1484497"/>
                  </a:lnTo>
                  <a:lnTo>
                    <a:pt x="2516460" y="1474489"/>
                  </a:lnTo>
                  <a:lnTo>
                    <a:pt x="2529990" y="1464490"/>
                  </a:lnTo>
                  <a:lnTo>
                    <a:pt x="2543519" y="1454500"/>
                  </a:lnTo>
                  <a:lnTo>
                    <a:pt x="2557049" y="1444517"/>
                  </a:lnTo>
                  <a:lnTo>
                    <a:pt x="2570578" y="1434539"/>
                  </a:lnTo>
                  <a:lnTo>
                    <a:pt x="2584107" y="1424565"/>
                  </a:lnTo>
                  <a:lnTo>
                    <a:pt x="2597637" y="1414593"/>
                  </a:lnTo>
                  <a:lnTo>
                    <a:pt x="2611166" y="1404621"/>
                  </a:lnTo>
                  <a:lnTo>
                    <a:pt x="2624695" y="1394647"/>
                  </a:lnTo>
                  <a:lnTo>
                    <a:pt x="2638225" y="1384671"/>
                  </a:lnTo>
                  <a:lnTo>
                    <a:pt x="2651754" y="1374689"/>
                  </a:lnTo>
                  <a:lnTo>
                    <a:pt x="2665283" y="1364700"/>
                  </a:lnTo>
                  <a:lnTo>
                    <a:pt x="2678813" y="1354702"/>
                  </a:lnTo>
                  <a:lnTo>
                    <a:pt x="2692342" y="1344693"/>
                  </a:lnTo>
                  <a:lnTo>
                    <a:pt x="2705871" y="1334671"/>
                  </a:lnTo>
                  <a:lnTo>
                    <a:pt x="2719401" y="1324634"/>
                  </a:lnTo>
                  <a:lnTo>
                    <a:pt x="2732930" y="1314580"/>
                  </a:lnTo>
                  <a:lnTo>
                    <a:pt x="2746460" y="1304507"/>
                  </a:lnTo>
                  <a:lnTo>
                    <a:pt x="2759989" y="1294413"/>
                  </a:lnTo>
                  <a:lnTo>
                    <a:pt x="2773518" y="1284296"/>
                  </a:lnTo>
                  <a:lnTo>
                    <a:pt x="2787048" y="1274154"/>
                  </a:lnTo>
                  <a:lnTo>
                    <a:pt x="2800577" y="1263984"/>
                  </a:lnTo>
                  <a:lnTo>
                    <a:pt x="2814106" y="1253784"/>
                  </a:lnTo>
                  <a:lnTo>
                    <a:pt x="2827636" y="1243553"/>
                  </a:lnTo>
                  <a:lnTo>
                    <a:pt x="2841165" y="1233287"/>
                  </a:lnTo>
                  <a:lnTo>
                    <a:pt x="2854694" y="1222986"/>
                  </a:lnTo>
                  <a:lnTo>
                    <a:pt x="2868224" y="1212646"/>
                  </a:lnTo>
                  <a:lnTo>
                    <a:pt x="2881753" y="1202266"/>
                  </a:lnTo>
                  <a:lnTo>
                    <a:pt x="2895283" y="1191843"/>
                  </a:lnTo>
                  <a:lnTo>
                    <a:pt x="2908812" y="1181376"/>
                  </a:lnTo>
                  <a:lnTo>
                    <a:pt x="2922341" y="1170861"/>
                  </a:lnTo>
                  <a:lnTo>
                    <a:pt x="2935871" y="1160297"/>
                  </a:lnTo>
                  <a:lnTo>
                    <a:pt x="2949400" y="1149682"/>
                  </a:lnTo>
                  <a:lnTo>
                    <a:pt x="2962929" y="1139012"/>
                  </a:lnTo>
                  <a:lnTo>
                    <a:pt x="2976459" y="1128287"/>
                  </a:lnTo>
                  <a:lnTo>
                    <a:pt x="2989988" y="1117504"/>
                  </a:lnTo>
                  <a:lnTo>
                    <a:pt x="3003517" y="1106660"/>
                  </a:lnTo>
                  <a:lnTo>
                    <a:pt x="3017047" y="1095753"/>
                  </a:lnTo>
                  <a:lnTo>
                    <a:pt x="3030576" y="1084782"/>
                  </a:lnTo>
                  <a:lnTo>
                    <a:pt x="3044105" y="1073743"/>
                  </a:lnTo>
                  <a:lnTo>
                    <a:pt x="3057635" y="1062635"/>
                  </a:lnTo>
                  <a:lnTo>
                    <a:pt x="3071164" y="1051456"/>
                  </a:lnTo>
                  <a:lnTo>
                    <a:pt x="3084694" y="1040202"/>
                  </a:lnTo>
                  <a:lnTo>
                    <a:pt x="3098223" y="1028872"/>
                  </a:lnTo>
                  <a:lnTo>
                    <a:pt x="3111752" y="1017463"/>
                  </a:lnTo>
                  <a:lnTo>
                    <a:pt x="3125282" y="1005974"/>
                  </a:lnTo>
                  <a:lnTo>
                    <a:pt x="3138811" y="994401"/>
                  </a:lnTo>
                  <a:lnTo>
                    <a:pt x="3152340" y="982743"/>
                  </a:lnTo>
                  <a:lnTo>
                    <a:pt x="3165870" y="970997"/>
                  </a:lnTo>
                  <a:lnTo>
                    <a:pt x="3179399" y="959161"/>
                  </a:lnTo>
                  <a:lnTo>
                    <a:pt x="3192928" y="947237"/>
                  </a:lnTo>
                  <a:lnTo>
                    <a:pt x="3206458" y="935223"/>
                  </a:lnTo>
                  <a:lnTo>
                    <a:pt x="3219987" y="923119"/>
                  </a:lnTo>
                  <a:lnTo>
                    <a:pt x="3233517" y="910925"/>
                  </a:lnTo>
                  <a:lnTo>
                    <a:pt x="3247046" y="898641"/>
                  </a:lnTo>
                  <a:lnTo>
                    <a:pt x="3260575" y="886266"/>
                  </a:lnTo>
                  <a:lnTo>
                    <a:pt x="3274105" y="873800"/>
                  </a:lnTo>
                  <a:lnTo>
                    <a:pt x="3287634" y="861243"/>
                  </a:lnTo>
                  <a:lnTo>
                    <a:pt x="3301163" y="848594"/>
                  </a:lnTo>
                  <a:lnTo>
                    <a:pt x="3314693" y="835853"/>
                  </a:lnTo>
                  <a:lnTo>
                    <a:pt x="3328222" y="823020"/>
                  </a:lnTo>
                  <a:lnTo>
                    <a:pt x="3341751" y="810095"/>
                  </a:lnTo>
                  <a:lnTo>
                    <a:pt x="3355281" y="797077"/>
                  </a:lnTo>
                  <a:lnTo>
                    <a:pt x="3368810" y="783966"/>
                  </a:lnTo>
                  <a:lnTo>
                    <a:pt x="3382339" y="770761"/>
                  </a:lnTo>
                  <a:lnTo>
                    <a:pt x="3395869" y="757462"/>
                  </a:lnTo>
                  <a:lnTo>
                    <a:pt x="3409398" y="744069"/>
                  </a:lnTo>
                  <a:lnTo>
                    <a:pt x="3422928" y="730581"/>
                  </a:lnTo>
                  <a:lnTo>
                    <a:pt x="3436457" y="716998"/>
                  </a:lnTo>
                  <a:lnTo>
                    <a:pt x="3449986" y="703320"/>
                  </a:lnTo>
                  <a:lnTo>
                    <a:pt x="3463516" y="689546"/>
                  </a:lnTo>
                  <a:lnTo>
                    <a:pt x="3477045" y="675676"/>
                  </a:lnTo>
                  <a:lnTo>
                    <a:pt x="3490574" y="661710"/>
                  </a:lnTo>
                  <a:lnTo>
                    <a:pt x="3504104" y="647646"/>
                  </a:lnTo>
                  <a:lnTo>
                    <a:pt x="3517633" y="633485"/>
                  </a:lnTo>
                  <a:lnTo>
                    <a:pt x="3531162" y="619226"/>
                  </a:lnTo>
                  <a:lnTo>
                    <a:pt x="3544692" y="604869"/>
                  </a:lnTo>
                  <a:lnTo>
                    <a:pt x="3558221" y="590413"/>
                  </a:lnTo>
                  <a:lnTo>
                    <a:pt x="3571751" y="575859"/>
                  </a:lnTo>
                  <a:lnTo>
                    <a:pt x="3585280" y="561204"/>
                  </a:lnTo>
                  <a:lnTo>
                    <a:pt x="3598809" y="546449"/>
                  </a:lnTo>
                  <a:lnTo>
                    <a:pt x="3612339" y="531594"/>
                  </a:lnTo>
                  <a:lnTo>
                    <a:pt x="3625868" y="516638"/>
                  </a:lnTo>
                  <a:lnTo>
                    <a:pt x="3639397" y="501581"/>
                  </a:lnTo>
                  <a:lnTo>
                    <a:pt x="3652927" y="486421"/>
                  </a:lnTo>
                  <a:lnTo>
                    <a:pt x="3666456" y="471159"/>
                  </a:lnTo>
                  <a:lnTo>
                    <a:pt x="3679985" y="455794"/>
                  </a:lnTo>
                  <a:lnTo>
                    <a:pt x="3693515" y="440326"/>
                  </a:lnTo>
                  <a:lnTo>
                    <a:pt x="3707044" y="424753"/>
                  </a:lnTo>
                  <a:lnTo>
                    <a:pt x="3720573" y="409076"/>
                  </a:lnTo>
                  <a:lnTo>
                    <a:pt x="3734103" y="393294"/>
                  </a:lnTo>
                  <a:lnTo>
                    <a:pt x="3747632" y="377406"/>
                  </a:lnTo>
                  <a:lnTo>
                    <a:pt x="3761162" y="361413"/>
                  </a:lnTo>
                  <a:lnTo>
                    <a:pt x="3774691" y="345312"/>
                  </a:lnTo>
                  <a:lnTo>
                    <a:pt x="3788220" y="329104"/>
                  </a:lnTo>
                  <a:lnTo>
                    <a:pt x="3801750" y="312789"/>
                  </a:lnTo>
                  <a:lnTo>
                    <a:pt x="3815279" y="296365"/>
                  </a:lnTo>
                  <a:lnTo>
                    <a:pt x="3828808" y="279832"/>
                  </a:lnTo>
                  <a:lnTo>
                    <a:pt x="3842338" y="263190"/>
                  </a:lnTo>
                  <a:lnTo>
                    <a:pt x="3855867" y="246438"/>
                  </a:lnTo>
                  <a:lnTo>
                    <a:pt x="3869396" y="229575"/>
                  </a:lnTo>
                  <a:lnTo>
                    <a:pt x="3882926" y="212600"/>
                  </a:lnTo>
                  <a:lnTo>
                    <a:pt x="3896455" y="195514"/>
                  </a:lnTo>
                  <a:lnTo>
                    <a:pt x="3909985" y="178315"/>
                  </a:lnTo>
                  <a:lnTo>
                    <a:pt x="3923514" y="161003"/>
                  </a:lnTo>
                  <a:lnTo>
                    <a:pt x="3937043" y="143578"/>
                  </a:lnTo>
                  <a:lnTo>
                    <a:pt x="3950573" y="126037"/>
                  </a:lnTo>
                  <a:lnTo>
                    <a:pt x="3964102" y="108382"/>
                  </a:lnTo>
                  <a:lnTo>
                    <a:pt x="3977631" y="90612"/>
                  </a:lnTo>
                  <a:lnTo>
                    <a:pt x="3991161" y="72724"/>
                  </a:lnTo>
                  <a:lnTo>
                    <a:pt x="4004690" y="54720"/>
                  </a:lnTo>
                  <a:lnTo>
                    <a:pt x="4018219" y="36599"/>
                  </a:lnTo>
                  <a:lnTo>
                    <a:pt x="4031749" y="18359"/>
                  </a:lnTo>
                  <a:lnTo>
                    <a:pt x="4045278" y="0"/>
                  </a:lnTo>
                  <a:lnTo>
                    <a:pt x="4045278" y="676705"/>
                  </a:lnTo>
                  <a:lnTo>
                    <a:pt x="4031749" y="686606"/>
                  </a:lnTo>
                  <a:lnTo>
                    <a:pt x="4018219" y="696468"/>
                  </a:lnTo>
                  <a:lnTo>
                    <a:pt x="4004690" y="706294"/>
                  </a:lnTo>
                  <a:lnTo>
                    <a:pt x="3991161" y="716081"/>
                  </a:lnTo>
                  <a:lnTo>
                    <a:pt x="3977631" y="725832"/>
                  </a:lnTo>
                  <a:lnTo>
                    <a:pt x="3964102" y="735546"/>
                  </a:lnTo>
                  <a:lnTo>
                    <a:pt x="3950573" y="745222"/>
                  </a:lnTo>
                  <a:lnTo>
                    <a:pt x="3937043" y="754863"/>
                  </a:lnTo>
                  <a:lnTo>
                    <a:pt x="3923514" y="764467"/>
                  </a:lnTo>
                  <a:lnTo>
                    <a:pt x="3909985" y="774035"/>
                  </a:lnTo>
                  <a:lnTo>
                    <a:pt x="3896455" y="783567"/>
                  </a:lnTo>
                  <a:lnTo>
                    <a:pt x="3882926" y="793064"/>
                  </a:lnTo>
                  <a:lnTo>
                    <a:pt x="3869396" y="802525"/>
                  </a:lnTo>
                  <a:lnTo>
                    <a:pt x="3855867" y="811951"/>
                  </a:lnTo>
                  <a:lnTo>
                    <a:pt x="3842338" y="821342"/>
                  </a:lnTo>
                  <a:lnTo>
                    <a:pt x="3828808" y="830699"/>
                  </a:lnTo>
                  <a:lnTo>
                    <a:pt x="3815279" y="840021"/>
                  </a:lnTo>
                  <a:lnTo>
                    <a:pt x="3801750" y="849310"/>
                  </a:lnTo>
                  <a:lnTo>
                    <a:pt x="3788220" y="858564"/>
                  </a:lnTo>
                  <a:lnTo>
                    <a:pt x="3774691" y="867784"/>
                  </a:lnTo>
                  <a:lnTo>
                    <a:pt x="3761162" y="876972"/>
                  </a:lnTo>
                  <a:lnTo>
                    <a:pt x="3747632" y="886126"/>
                  </a:lnTo>
                  <a:lnTo>
                    <a:pt x="3734103" y="895247"/>
                  </a:lnTo>
                  <a:lnTo>
                    <a:pt x="3720573" y="904335"/>
                  </a:lnTo>
                  <a:lnTo>
                    <a:pt x="3707044" y="913391"/>
                  </a:lnTo>
                  <a:lnTo>
                    <a:pt x="3693515" y="922415"/>
                  </a:lnTo>
                  <a:lnTo>
                    <a:pt x="3679985" y="931407"/>
                  </a:lnTo>
                  <a:lnTo>
                    <a:pt x="3666456" y="940367"/>
                  </a:lnTo>
                  <a:lnTo>
                    <a:pt x="3652927" y="949296"/>
                  </a:lnTo>
                  <a:lnTo>
                    <a:pt x="3639397" y="958194"/>
                  </a:lnTo>
                  <a:lnTo>
                    <a:pt x="3625868" y="967061"/>
                  </a:lnTo>
                  <a:lnTo>
                    <a:pt x="3612339" y="975898"/>
                  </a:lnTo>
                  <a:lnTo>
                    <a:pt x="3598809" y="984704"/>
                  </a:lnTo>
                  <a:lnTo>
                    <a:pt x="3585280" y="993480"/>
                  </a:lnTo>
                  <a:lnTo>
                    <a:pt x="3571751" y="1002227"/>
                  </a:lnTo>
                  <a:lnTo>
                    <a:pt x="3558221" y="1010944"/>
                  </a:lnTo>
                  <a:lnTo>
                    <a:pt x="3544692" y="1019631"/>
                  </a:lnTo>
                  <a:lnTo>
                    <a:pt x="3531162" y="1028290"/>
                  </a:lnTo>
                  <a:lnTo>
                    <a:pt x="3517633" y="1036920"/>
                  </a:lnTo>
                  <a:lnTo>
                    <a:pt x="3504104" y="1045522"/>
                  </a:lnTo>
                  <a:lnTo>
                    <a:pt x="3490574" y="1054096"/>
                  </a:lnTo>
                  <a:lnTo>
                    <a:pt x="3477045" y="1062642"/>
                  </a:lnTo>
                  <a:lnTo>
                    <a:pt x="3463516" y="1071161"/>
                  </a:lnTo>
                  <a:lnTo>
                    <a:pt x="3449986" y="1079653"/>
                  </a:lnTo>
                  <a:lnTo>
                    <a:pt x="3436457" y="1088118"/>
                  </a:lnTo>
                  <a:lnTo>
                    <a:pt x="3422928" y="1096556"/>
                  </a:lnTo>
                  <a:lnTo>
                    <a:pt x="3409398" y="1104968"/>
                  </a:lnTo>
                  <a:lnTo>
                    <a:pt x="3395869" y="1113354"/>
                  </a:lnTo>
                  <a:lnTo>
                    <a:pt x="3382339" y="1121715"/>
                  </a:lnTo>
                  <a:lnTo>
                    <a:pt x="3368810" y="1130050"/>
                  </a:lnTo>
                  <a:lnTo>
                    <a:pt x="3355281" y="1138361"/>
                  </a:lnTo>
                  <a:lnTo>
                    <a:pt x="3341751" y="1146646"/>
                  </a:lnTo>
                  <a:lnTo>
                    <a:pt x="3328222" y="1154908"/>
                  </a:lnTo>
                  <a:lnTo>
                    <a:pt x="3314693" y="1163146"/>
                  </a:lnTo>
                  <a:lnTo>
                    <a:pt x="3301163" y="1171360"/>
                  </a:lnTo>
                  <a:lnTo>
                    <a:pt x="3287634" y="1179551"/>
                  </a:lnTo>
                  <a:lnTo>
                    <a:pt x="3274105" y="1187718"/>
                  </a:lnTo>
                  <a:lnTo>
                    <a:pt x="3260575" y="1195864"/>
                  </a:lnTo>
                  <a:lnTo>
                    <a:pt x="3247046" y="1203987"/>
                  </a:lnTo>
                  <a:lnTo>
                    <a:pt x="3233517" y="1212088"/>
                  </a:lnTo>
                  <a:lnTo>
                    <a:pt x="3219987" y="1220168"/>
                  </a:lnTo>
                  <a:lnTo>
                    <a:pt x="3206458" y="1228226"/>
                  </a:lnTo>
                  <a:lnTo>
                    <a:pt x="3192928" y="1236264"/>
                  </a:lnTo>
                  <a:lnTo>
                    <a:pt x="3179399" y="1244281"/>
                  </a:lnTo>
                  <a:lnTo>
                    <a:pt x="3165870" y="1252278"/>
                  </a:lnTo>
                  <a:lnTo>
                    <a:pt x="3152340" y="1260256"/>
                  </a:lnTo>
                  <a:lnTo>
                    <a:pt x="3138811" y="1268214"/>
                  </a:lnTo>
                  <a:lnTo>
                    <a:pt x="3125282" y="1276156"/>
                  </a:lnTo>
                  <a:lnTo>
                    <a:pt x="3111752" y="1284084"/>
                  </a:lnTo>
                  <a:lnTo>
                    <a:pt x="3098223" y="1291999"/>
                  </a:lnTo>
                  <a:lnTo>
                    <a:pt x="3084694" y="1299904"/>
                  </a:lnTo>
                  <a:lnTo>
                    <a:pt x="3071164" y="1307800"/>
                  </a:lnTo>
                  <a:lnTo>
                    <a:pt x="3057635" y="1315690"/>
                  </a:lnTo>
                  <a:lnTo>
                    <a:pt x="3044105" y="1323574"/>
                  </a:lnTo>
                  <a:lnTo>
                    <a:pt x="3030576" y="1331455"/>
                  </a:lnTo>
                  <a:lnTo>
                    <a:pt x="3017047" y="1339334"/>
                  </a:lnTo>
                  <a:lnTo>
                    <a:pt x="3003517" y="1347214"/>
                  </a:lnTo>
                  <a:lnTo>
                    <a:pt x="2989988" y="1355094"/>
                  </a:lnTo>
                  <a:lnTo>
                    <a:pt x="2976459" y="1362978"/>
                  </a:lnTo>
                  <a:lnTo>
                    <a:pt x="2962929" y="1370865"/>
                  </a:lnTo>
                  <a:lnTo>
                    <a:pt x="2949400" y="1378758"/>
                  </a:lnTo>
                  <a:lnTo>
                    <a:pt x="2935871" y="1386658"/>
                  </a:lnTo>
                  <a:lnTo>
                    <a:pt x="2922341" y="1394566"/>
                  </a:lnTo>
                  <a:lnTo>
                    <a:pt x="2908812" y="1402483"/>
                  </a:lnTo>
                  <a:lnTo>
                    <a:pt x="2895283" y="1410409"/>
                  </a:lnTo>
                  <a:lnTo>
                    <a:pt x="2881753" y="1418346"/>
                  </a:lnTo>
                  <a:lnTo>
                    <a:pt x="2868224" y="1426296"/>
                  </a:lnTo>
                  <a:lnTo>
                    <a:pt x="2854694" y="1434258"/>
                  </a:lnTo>
                  <a:lnTo>
                    <a:pt x="2841165" y="1442233"/>
                  </a:lnTo>
                  <a:lnTo>
                    <a:pt x="2827636" y="1450222"/>
                  </a:lnTo>
                  <a:lnTo>
                    <a:pt x="2814106" y="1458226"/>
                  </a:lnTo>
                  <a:lnTo>
                    <a:pt x="2800577" y="1466245"/>
                  </a:lnTo>
                  <a:lnTo>
                    <a:pt x="2787048" y="1474280"/>
                  </a:lnTo>
                  <a:lnTo>
                    <a:pt x="2773518" y="1482331"/>
                  </a:lnTo>
                  <a:lnTo>
                    <a:pt x="2759989" y="1490399"/>
                  </a:lnTo>
                  <a:lnTo>
                    <a:pt x="2746460" y="1498483"/>
                  </a:lnTo>
                  <a:lnTo>
                    <a:pt x="2732930" y="1506585"/>
                  </a:lnTo>
                  <a:lnTo>
                    <a:pt x="2719401" y="1514704"/>
                  </a:lnTo>
                  <a:lnTo>
                    <a:pt x="2705871" y="1522841"/>
                  </a:lnTo>
                  <a:lnTo>
                    <a:pt x="2692342" y="1530995"/>
                  </a:lnTo>
                  <a:lnTo>
                    <a:pt x="2678813" y="1539168"/>
                  </a:lnTo>
                  <a:lnTo>
                    <a:pt x="2665283" y="1547358"/>
                  </a:lnTo>
                  <a:lnTo>
                    <a:pt x="2651754" y="1555566"/>
                  </a:lnTo>
                  <a:lnTo>
                    <a:pt x="2638225" y="1563791"/>
                  </a:lnTo>
                  <a:lnTo>
                    <a:pt x="2624695" y="1572035"/>
                  </a:lnTo>
                  <a:lnTo>
                    <a:pt x="2611166" y="1580296"/>
                  </a:lnTo>
                  <a:lnTo>
                    <a:pt x="2597637" y="1588574"/>
                  </a:lnTo>
                  <a:lnTo>
                    <a:pt x="2584107" y="1596870"/>
                  </a:lnTo>
                  <a:lnTo>
                    <a:pt x="2570578" y="1605183"/>
                  </a:lnTo>
                  <a:lnTo>
                    <a:pt x="2557049" y="1613513"/>
                  </a:lnTo>
                  <a:lnTo>
                    <a:pt x="2543519" y="1621859"/>
                  </a:lnTo>
                  <a:lnTo>
                    <a:pt x="2529990" y="1630221"/>
                  </a:lnTo>
                  <a:lnTo>
                    <a:pt x="2516460" y="1638599"/>
                  </a:lnTo>
                  <a:lnTo>
                    <a:pt x="2502931" y="1646993"/>
                  </a:lnTo>
                  <a:lnTo>
                    <a:pt x="2489402" y="1655402"/>
                  </a:lnTo>
                  <a:lnTo>
                    <a:pt x="2475872" y="1663826"/>
                  </a:lnTo>
                  <a:lnTo>
                    <a:pt x="2462343" y="1672265"/>
                  </a:lnTo>
                  <a:lnTo>
                    <a:pt x="2448814" y="1680717"/>
                  </a:lnTo>
                  <a:lnTo>
                    <a:pt x="2435284" y="1689183"/>
                  </a:lnTo>
                  <a:lnTo>
                    <a:pt x="2421755" y="1697662"/>
                  </a:lnTo>
                  <a:lnTo>
                    <a:pt x="2408226" y="1706155"/>
                  </a:lnTo>
                  <a:lnTo>
                    <a:pt x="2394696" y="1714659"/>
                  </a:lnTo>
                  <a:lnTo>
                    <a:pt x="2381167" y="1723175"/>
                  </a:lnTo>
                  <a:lnTo>
                    <a:pt x="2367637" y="1731703"/>
                  </a:lnTo>
                  <a:lnTo>
                    <a:pt x="2354108" y="1740241"/>
                  </a:lnTo>
                  <a:lnTo>
                    <a:pt x="2340579" y="1748790"/>
                  </a:lnTo>
                  <a:lnTo>
                    <a:pt x="2327049" y="1757348"/>
                  </a:lnTo>
                  <a:lnTo>
                    <a:pt x="2313520" y="1765916"/>
                  </a:lnTo>
                  <a:lnTo>
                    <a:pt x="2299991" y="1774493"/>
                  </a:lnTo>
                  <a:lnTo>
                    <a:pt x="2286461" y="1783079"/>
                  </a:lnTo>
                  <a:lnTo>
                    <a:pt x="2272932" y="1791672"/>
                  </a:lnTo>
                  <a:lnTo>
                    <a:pt x="2259403" y="1800272"/>
                  </a:lnTo>
                  <a:lnTo>
                    <a:pt x="2245873" y="1808879"/>
                  </a:lnTo>
                  <a:lnTo>
                    <a:pt x="2232344" y="1817493"/>
                  </a:lnTo>
                  <a:lnTo>
                    <a:pt x="2218815" y="1826112"/>
                  </a:lnTo>
                  <a:lnTo>
                    <a:pt x="2205285" y="1834736"/>
                  </a:lnTo>
                  <a:lnTo>
                    <a:pt x="2191756" y="1843365"/>
                  </a:lnTo>
                  <a:lnTo>
                    <a:pt x="2178226" y="1851999"/>
                  </a:lnTo>
                  <a:lnTo>
                    <a:pt x="2164697" y="1860635"/>
                  </a:lnTo>
                  <a:lnTo>
                    <a:pt x="2151168" y="1869275"/>
                  </a:lnTo>
                  <a:lnTo>
                    <a:pt x="2137638" y="1877917"/>
                  </a:lnTo>
                  <a:lnTo>
                    <a:pt x="2124109" y="1886561"/>
                  </a:lnTo>
                  <a:lnTo>
                    <a:pt x="2110580" y="1895206"/>
                  </a:lnTo>
                  <a:lnTo>
                    <a:pt x="2097050" y="1903852"/>
                  </a:lnTo>
                  <a:lnTo>
                    <a:pt x="2083521" y="1912498"/>
                  </a:lnTo>
                  <a:lnTo>
                    <a:pt x="2069992" y="1921144"/>
                  </a:lnTo>
                  <a:lnTo>
                    <a:pt x="2056462" y="1929789"/>
                  </a:lnTo>
                  <a:lnTo>
                    <a:pt x="2042933" y="1938432"/>
                  </a:lnTo>
                  <a:lnTo>
                    <a:pt x="2029403" y="1947073"/>
                  </a:lnTo>
                  <a:lnTo>
                    <a:pt x="2015874" y="1955712"/>
                  </a:lnTo>
                  <a:lnTo>
                    <a:pt x="2002345" y="1964347"/>
                  </a:lnTo>
                  <a:lnTo>
                    <a:pt x="1988815" y="1972979"/>
                  </a:lnTo>
                  <a:lnTo>
                    <a:pt x="1975286" y="1981606"/>
                  </a:lnTo>
                  <a:lnTo>
                    <a:pt x="1961757" y="1990227"/>
                  </a:lnTo>
                  <a:lnTo>
                    <a:pt x="1948227" y="1998844"/>
                  </a:lnTo>
                  <a:lnTo>
                    <a:pt x="1934698" y="2007454"/>
                  </a:lnTo>
                  <a:lnTo>
                    <a:pt x="1921169" y="2016057"/>
                  </a:lnTo>
                  <a:lnTo>
                    <a:pt x="1907639" y="2024653"/>
                  </a:lnTo>
                  <a:lnTo>
                    <a:pt x="1894110" y="2033240"/>
                  </a:lnTo>
                  <a:lnTo>
                    <a:pt x="1880581" y="2041819"/>
                  </a:lnTo>
                  <a:lnTo>
                    <a:pt x="1867051" y="2050389"/>
                  </a:lnTo>
                  <a:lnTo>
                    <a:pt x="1853522" y="2058949"/>
                  </a:lnTo>
                  <a:lnTo>
                    <a:pt x="1839992" y="2067498"/>
                  </a:lnTo>
                  <a:lnTo>
                    <a:pt x="1826463" y="2076036"/>
                  </a:lnTo>
                  <a:lnTo>
                    <a:pt x="1812934" y="2084563"/>
                  </a:lnTo>
                  <a:lnTo>
                    <a:pt x="1799404" y="2093077"/>
                  </a:lnTo>
                  <a:lnTo>
                    <a:pt x="1785875" y="2101577"/>
                  </a:lnTo>
                  <a:lnTo>
                    <a:pt x="1772346" y="2110063"/>
                  </a:lnTo>
                  <a:lnTo>
                    <a:pt x="1758816" y="2118532"/>
                  </a:lnTo>
                  <a:lnTo>
                    <a:pt x="1745287" y="2126983"/>
                  </a:lnTo>
                  <a:lnTo>
                    <a:pt x="1731758" y="2135415"/>
                  </a:lnTo>
                  <a:lnTo>
                    <a:pt x="1718228" y="2143825"/>
                  </a:lnTo>
                  <a:lnTo>
                    <a:pt x="1704699" y="2152213"/>
                  </a:lnTo>
                  <a:lnTo>
                    <a:pt x="1691169" y="2160578"/>
                  </a:lnTo>
                  <a:lnTo>
                    <a:pt x="1677640" y="2168917"/>
                  </a:lnTo>
                  <a:lnTo>
                    <a:pt x="1664111" y="2177229"/>
                  </a:lnTo>
                  <a:lnTo>
                    <a:pt x="1650581" y="2185514"/>
                  </a:lnTo>
                  <a:lnTo>
                    <a:pt x="1637052" y="2193769"/>
                  </a:lnTo>
                  <a:lnTo>
                    <a:pt x="1623523" y="2201994"/>
                  </a:lnTo>
                  <a:lnTo>
                    <a:pt x="1609993" y="2210188"/>
                  </a:lnTo>
                  <a:lnTo>
                    <a:pt x="1596464" y="2218348"/>
                  </a:lnTo>
                  <a:lnTo>
                    <a:pt x="1582935" y="2226475"/>
                  </a:lnTo>
                  <a:lnTo>
                    <a:pt x="1569405" y="2234566"/>
                  </a:lnTo>
                  <a:lnTo>
                    <a:pt x="1555876" y="2242621"/>
                  </a:lnTo>
                  <a:lnTo>
                    <a:pt x="1542347" y="2250639"/>
                  </a:lnTo>
                  <a:lnTo>
                    <a:pt x="1528817" y="2258618"/>
                  </a:lnTo>
                  <a:lnTo>
                    <a:pt x="1515288" y="2266558"/>
                  </a:lnTo>
                  <a:lnTo>
                    <a:pt x="1501758" y="2274456"/>
                  </a:lnTo>
                  <a:lnTo>
                    <a:pt x="1488229" y="2282313"/>
                  </a:lnTo>
                  <a:lnTo>
                    <a:pt x="1474700" y="2290128"/>
                  </a:lnTo>
                  <a:lnTo>
                    <a:pt x="1461170" y="2297898"/>
                  </a:lnTo>
                  <a:lnTo>
                    <a:pt x="1447641" y="2306412"/>
                  </a:lnTo>
                  <a:lnTo>
                    <a:pt x="1434112" y="2315728"/>
                  </a:lnTo>
                  <a:lnTo>
                    <a:pt x="1420582" y="2324936"/>
                  </a:lnTo>
                  <a:lnTo>
                    <a:pt x="1407053" y="2334035"/>
                  </a:lnTo>
                  <a:lnTo>
                    <a:pt x="1393524" y="2343022"/>
                  </a:lnTo>
                  <a:lnTo>
                    <a:pt x="1379994" y="2351898"/>
                  </a:lnTo>
                  <a:lnTo>
                    <a:pt x="1366465" y="2360661"/>
                  </a:lnTo>
                  <a:lnTo>
                    <a:pt x="1352935" y="2369311"/>
                  </a:lnTo>
                  <a:lnTo>
                    <a:pt x="1339406" y="2377846"/>
                  </a:lnTo>
                  <a:lnTo>
                    <a:pt x="1325877" y="2386267"/>
                  </a:lnTo>
                  <a:lnTo>
                    <a:pt x="1312347" y="2394573"/>
                  </a:lnTo>
                  <a:lnTo>
                    <a:pt x="1298818" y="2402764"/>
                  </a:lnTo>
                  <a:lnTo>
                    <a:pt x="1285289" y="2410839"/>
                  </a:lnTo>
                  <a:lnTo>
                    <a:pt x="1271759" y="2418800"/>
                  </a:lnTo>
                  <a:lnTo>
                    <a:pt x="1258230" y="2426646"/>
                  </a:lnTo>
                  <a:lnTo>
                    <a:pt x="1244701" y="2434378"/>
                  </a:lnTo>
                  <a:lnTo>
                    <a:pt x="1231171" y="2441995"/>
                  </a:lnTo>
                  <a:lnTo>
                    <a:pt x="1217642" y="2449500"/>
                  </a:lnTo>
                  <a:lnTo>
                    <a:pt x="1204113" y="2456892"/>
                  </a:lnTo>
                  <a:lnTo>
                    <a:pt x="1190583" y="2464173"/>
                  </a:lnTo>
                  <a:lnTo>
                    <a:pt x="1177054" y="2471343"/>
                  </a:lnTo>
                  <a:lnTo>
                    <a:pt x="1163524" y="2478404"/>
                  </a:lnTo>
                  <a:lnTo>
                    <a:pt x="1149995" y="2485358"/>
                  </a:lnTo>
                  <a:lnTo>
                    <a:pt x="1136466" y="2492205"/>
                  </a:lnTo>
                  <a:lnTo>
                    <a:pt x="1122936" y="2498947"/>
                  </a:lnTo>
                  <a:lnTo>
                    <a:pt x="1109407" y="2505587"/>
                  </a:lnTo>
                  <a:lnTo>
                    <a:pt x="1095878" y="2512127"/>
                  </a:lnTo>
                  <a:lnTo>
                    <a:pt x="1082348" y="2518572"/>
                  </a:lnTo>
                  <a:lnTo>
                    <a:pt x="1068819" y="2524925"/>
                  </a:lnTo>
                  <a:lnTo>
                    <a:pt x="1055290" y="2531190"/>
                  </a:lnTo>
                  <a:lnTo>
                    <a:pt x="1041760" y="2537369"/>
                  </a:lnTo>
                  <a:lnTo>
                    <a:pt x="1028231" y="2543466"/>
                  </a:lnTo>
                  <a:lnTo>
                    <a:pt x="1014701" y="2549484"/>
                  </a:lnTo>
                  <a:lnTo>
                    <a:pt x="1001172" y="2555425"/>
                  </a:lnTo>
                  <a:lnTo>
                    <a:pt x="987643" y="2561293"/>
                  </a:lnTo>
                  <a:lnTo>
                    <a:pt x="974113" y="2567089"/>
                  </a:lnTo>
                  <a:lnTo>
                    <a:pt x="960584" y="2572817"/>
                  </a:lnTo>
                  <a:lnTo>
                    <a:pt x="947055" y="2578477"/>
                  </a:lnTo>
                  <a:lnTo>
                    <a:pt x="933525" y="2584072"/>
                  </a:lnTo>
                  <a:lnTo>
                    <a:pt x="919996" y="2589604"/>
                  </a:lnTo>
                  <a:lnTo>
                    <a:pt x="906467" y="2595073"/>
                  </a:lnTo>
                  <a:lnTo>
                    <a:pt x="892937" y="2600482"/>
                  </a:lnTo>
                  <a:lnTo>
                    <a:pt x="879408" y="2605832"/>
                  </a:lnTo>
                  <a:lnTo>
                    <a:pt x="865879" y="2611123"/>
                  </a:lnTo>
                  <a:lnTo>
                    <a:pt x="852349" y="2616357"/>
                  </a:lnTo>
                  <a:lnTo>
                    <a:pt x="838820" y="2621534"/>
                  </a:lnTo>
                  <a:lnTo>
                    <a:pt x="825290" y="2626654"/>
                  </a:lnTo>
                  <a:lnTo>
                    <a:pt x="811761" y="2631719"/>
                  </a:lnTo>
                  <a:lnTo>
                    <a:pt x="798232" y="2636728"/>
                  </a:lnTo>
                  <a:lnTo>
                    <a:pt x="784702" y="2641683"/>
                  </a:lnTo>
                  <a:lnTo>
                    <a:pt x="771173" y="2646582"/>
                  </a:lnTo>
                  <a:lnTo>
                    <a:pt x="757644" y="2651427"/>
                  </a:lnTo>
                  <a:lnTo>
                    <a:pt x="744114" y="2656218"/>
                  </a:lnTo>
                  <a:lnTo>
                    <a:pt x="730585" y="2660955"/>
                  </a:lnTo>
                  <a:lnTo>
                    <a:pt x="717056" y="2665637"/>
                  </a:lnTo>
                  <a:lnTo>
                    <a:pt x="703526" y="2670266"/>
                  </a:lnTo>
                  <a:lnTo>
                    <a:pt x="689997" y="2674840"/>
                  </a:lnTo>
                  <a:lnTo>
                    <a:pt x="676467" y="2679361"/>
                  </a:lnTo>
                  <a:lnTo>
                    <a:pt x="662938" y="2683828"/>
                  </a:lnTo>
                  <a:lnTo>
                    <a:pt x="649409" y="2688241"/>
                  </a:lnTo>
                  <a:lnTo>
                    <a:pt x="635879" y="2692600"/>
                  </a:lnTo>
                  <a:lnTo>
                    <a:pt x="622350" y="2696906"/>
                  </a:lnTo>
                  <a:lnTo>
                    <a:pt x="608821" y="2701158"/>
                  </a:lnTo>
                  <a:lnTo>
                    <a:pt x="595291" y="2705357"/>
                  </a:lnTo>
                  <a:lnTo>
                    <a:pt x="581762" y="2709503"/>
                  </a:lnTo>
                  <a:lnTo>
                    <a:pt x="568233" y="2713596"/>
                  </a:lnTo>
                  <a:lnTo>
                    <a:pt x="554703" y="2717636"/>
                  </a:lnTo>
                  <a:lnTo>
                    <a:pt x="541174" y="2721623"/>
                  </a:lnTo>
                  <a:lnTo>
                    <a:pt x="527645" y="2725558"/>
                  </a:lnTo>
                  <a:lnTo>
                    <a:pt x="514115" y="2729440"/>
                  </a:lnTo>
                  <a:lnTo>
                    <a:pt x="500586" y="2733271"/>
                  </a:lnTo>
                  <a:lnTo>
                    <a:pt x="487056" y="2737050"/>
                  </a:lnTo>
                  <a:lnTo>
                    <a:pt x="473527" y="2740777"/>
                  </a:lnTo>
                  <a:lnTo>
                    <a:pt x="459998" y="2744453"/>
                  </a:lnTo>
                  <a:lnTo>
                    <a:pt x="446468" y="2748078"/>
                  </a:lnTo>
                  <a:lnTo>
                    <a:pt x="432939" y="2751653"/>
                  </a:lnTo>
                  <a:lnTo>
                    <a:pt x="419410" y="2755177"/>
                  </a:lnTo>
                  <a:lnTo>
                    <a:pt x="405880" y="2758651"/>
                  </a:lnTo>
                  <a:lnTo>
                    <a:pt x="392351" y="2762076"/>
                  </a:lnTo>
                  <a:lnTo>
                    <a:pt x="378822" y="2765452"/>
                  </a:lnTo>
                  <a:lnTo>
                    <a:pt x="365292" y="2768779"/>
                  </a:lnTo>
                  <a:lnTo>
                    <a:pt x="351763" y="2772058"/>
                  </a:lnTo>
                  <a:lnTo>
                    <a:pt x="338233" y="2775288"/>
                  </a:lnTo>
                  <a:lnTo>
                    <a:pt x="324704" y="2778471"/>
                  </a:lnTo>
                  <a:lnTo>
                    <a:pt x="311175" y="2781607"/>
                  </a:lnTo>
                  <a:lnTo>
                    <a:pt x="297645" y="2784696"/>
                  </a:lnTo>
                  <a:lnTo>
                    <a:pt x="284116" y="2787739"/>
                  </a:lnTo>
                  <a:lnTo>
                    <a:pt x="270587" y="2790736"/>
                  </a:lnTo>
                  <a:lnTo>
                    <a:pt x="257057" y="2793688"/>
                  </a:lnTo>
                  <a:lnTo>
                    <a:pt x="243528" y="2796596"/>
                  </a:lnTo>
                  <a:lnTo>
                    <a:pt x="229999" y="2799460"/>
                  </a:lnTo>
                  <a:lnTo>
                    <a:pt x="216469" y="2802280"/>
                  </a:lnTo>
                  <a:lnTo>
                    <a:pt x="202940" y="2805058"/>
                  </a:lnTo>
                  <a:lnTo>
                    <a:pt x="189411" y="2807794"/>
                  </a:lnTo>
                  <a:lnTo>
                    <a:pt x="175881" y="2810488"/>
                  </a:lnTo>
                  <a:lnTo>
                    <a:pt x="162352" y="2813141"/>
                  </a:lnTo>
                  <a:lnTo>
                    <a:pt x="148822" y="2815754"/>
                  </a:lnTo>
                  <a:lnTo>
                    <a:pt x="135293" y="2818327"/>
                  </a:lnTo>
                  <a:lnTo>
                    <a:pt x="121764" y="2820861"/>
                  </a:lnTo>
                  <a:lnTo>
                    <a:pt x="108234" y="2823357"/>
                  </a:lnTo>
                  <a:lnTo>
                    <a:pt x="94705" y="2825814"/>
                  </a:lnTo>
                  <a:lnTo>
                    <a:pt x="81176" y="2828234"/>
                  </a:lnTo>
                  <a:lnTo>
                    <a:pt x="67646" y="2830617"/>
                  </a:lnTo>
                  <a:lnTo>
                    <a:pt x="54117" y="2832963"/>
                  </a:lnTo>
                  <a:lnTo>
                    <a:pt x="40588" y="2835274"/>
                  </a:lnTo>
                  <a:lnTo>
                    <a:pt x="27058" y="2837549"/>
                  </a:lnTo>
                  <a:lnTo>
                    <a:pt x="13529" y="2839789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959543" y="3498589"/>
              <a:ext cx="4045278" cy="2780840"/>
            </a:xfrm>
            <a:custGeom>
              <a:avLst/>
              <a:pathLst>
                <a:path w="4045278" h="2780840">
                  <a:moveTo>
                    <a:pt x="0" y="2780840"/>
                  </a:moveTo>
                  <a:lnTo>
                    <a:pt x="13529" y="2778741"/>
                  </a:lnTo>
                  <a:lnTo>
                    <a:pt x="27058" y="2776619"/>
                  </a:lnTo>
                  <a:lnTo>
                    <a:pt x="40588" y="2774475"/>
                  </a:lnTo>
                  <a:lnTo>
                    <a:pt x="54117" y="2772309"/>
                  </a:lnTo>
                  <a:lnTo>
                    <a:pt x="67646" y="2770119"/>
                  </a:lnTo>
                  <a:lnTo>
                    <a:pt x="81176" y="2767906"/>
                  </a:lnTo>
                  <a:lnTo>
                    <a:pt x="94705" y="2765669"/>
                  </a:lnTo>
                  <a:lnTo>
                    <a:pt x="108234" y="2763408"/>
                  </a:lnTo>
                  <a:lnTo>
                    <a:pt x="121764" y="2761123"/>
                  </a:lnTo>
                  <a:lnTo>
                    <a:pt x="135293" y="2758814"/>
                  </a:lnTo>
                  <a:lnTo>
                    <a:pt x="148822" y="2756480"/>
                  </a:lnTo>
                  <a:lnTo>
                    <a:pt x="162352" y="2754121"/>
                  </a:lnTo>
                  <a:lnTo>
                    <a:pt x="175881" y="2751737"/>
                  </a:lnTo>
                  <a:lnTo>
                    <a:pt x="189411" y="2749326"/>
                  </a:lnTo>
                  <a:lnTo>
                    <a:pt x="202940" y="2746890"/>
                  </a:lnTo>
                  <a:lnTo>
                    <a:pt x="216469" y="2744427"/>
                  </a:lnTo>
                  <a:lnTo>
                    <a:pt x="229999" y="2741938"/>
                  </a:lnTo>
                  <a:lnTo>
                    <a:pt x="243528" y="2739422"/>
                  </a:lnTo>
                  <a:lnTo>
                    <a:pt x="257057" y="2736878"/>
                  </a:lnTo>
                  <a:lnTo>
                    <a:pt x="270587" y="2734306"/>
                  </a:lnTo>
                  <a:lnTo>
                    <a:pt x="284116" y="2731706"/>
                  </a:lnTo>
                  <a:lnTo>
                    <a:pt x="297645" y="2729077"/>
                  </a:lnTo>
                  <a:lnTo>
                    <a:pt x="311175" y="2726419"/>
                  </a:lnTo>
                  <a:lnTo>
                    <a:pt x="324704" y="2723732"/>
                  </a:lnTo>
                  <a:lnTo>
                    <a:pt x="338233" y="2721013"/>
                  </a:lnTo>
                  <a:lnTo>
                    <a:pt x="351763" y="2718264"/>
                  </a:lnTo>
                  <a:lnTo>
                    <a:pt x="365292" y="2715483"/>
                  </a:lnTo>
                  <a:lnTo>
                    <a:pt x="378822" y="2712668"/>
                  </a:lnTo>
                  <a:lnTo>
                    <a:pt x="392351" y="2709820"/>
                  </a:lnTo>
                  <a:lnTo>
                    <a:pt x="405880" y="2706938"/>
                  </a:lnTo>
                  <a:lnTo>
                    <a:pt x="419410" y="2704020"/>
                  </a:lnTo>
                  <a:lnTo>
                    <a:pt x="432939" y="2701066"/>
                  </a:lnTo>
                  <a:lnTo>
                    <a:pt x="446468" y="2698075"/>
                  </a:lnTo>
                  <a:lnTo>
                    <a:pt x="459998" y="2695046"/>
                  </a:lnTo>
                  <a:lnTo>
                    <a:pt x="473527" y="2691978"/>
                  </a:lnTo>
                  <a:lnTo>
                    <a:pt x="487056" y="2688869"/>
                  </a:lnTo>
                  <a:lnTo>
                    <a:pt x="500586" y="2685720"/>
                  </a:lnTo>
                  <a:lnTo>
                    <a:pt x="514115" y="2682528"/>
                  </a:lnTo>
                  <a:lnTo>
                    <a:pt x="527645" y="2679294"/>
                  </a:lnTo>
                  <a:lnTo>
                    <a:pt x="541174" y="2676014"/>
                  </a:lnTo>
                  <a:lnTo>
                    <a:pt x="554703" y="2672690"/>
                  </a:lnTo>
                  <a:lnTo>
                    <a:pt x="568233" y="2669318"/>
                  </a:lnTo>
                  <a:lnTo>
                    <a:pt x="581762" y="2665899"/>
                  </a:lnTo>
                  <a:lnTo>
                    <a:pt x="595291" y="2662430"/>
                  </a:lnTo>
                  <a:lnTo>
                    <a:pt x="608821" y="2658911"/>
                  </a:lnTo>
                  <a:lnTo>
                    <a:pt x="622350" y="2655340"/>
                  </a:lnTo>
                  <a:lnTo>
                    <a:pt x="635879" y="2651716"/>
                  </a:lnTo>
                  <a:lnTo>
                    <a:pt x="649409" y="2648038"/>
                  </a:lnTo>
                  <a:lnTo>
                    <a:pt x="662938" y="2644303"/>
                  </a:lnTo>
                  <a:lnTo>
                    <a:pt x="676467" y="2640512"/>
                  </a:lnTo>
                  <a:lnTo>
                    <a:pt x="689997" y="2636661"/>
                  </a:lnTo>
                  <a:lnTo>
                    <a:pt x="703526" y="2632750"/>
                  </a:lnTo>
                  <a:lnTo>
                    <a:pt x="717056" y="2628777"/>
                  </a:lnTo>
                  <a:lnTo>
                    <a:pt x="730585" y="2624741"/>
                  </a:lnTo>
                  <a:lnTo>
                    <a:pt x="744114" y="2620640"/>
                  </a:lnTo>
                  <a:lnTo>
                    <a:pt x="757644" y="2616473"/>
                  </a:lnTo>
                  <a:lnTo>
                    <a:pt x="771173" y="2612237"/>
                  </a:lnTo>
                  <a:lnTo>
                    <a:pt x="784702" y="2607933"/>
                  </a:lnTo>
                  <a:lnTo>
                    <a:pt x="798232" y="2603557"/>
                  </a:lnTo>
                  <a:lnTo>
                    <a:pt x="811761" y="2599110"/>
                  </a:lnTo>
                  <a:lnTo>
                    <a:pt x="825290" y="2594588"/>
                  </a:lnTo>
                  <a:lnTo>
                    <a:pt x="838820" y="2589992"/>
                  </a:lnTo>
                  <a:lnTo>
                    <a:pt x="852349" y="2585320"/>
                  </a:lnTo>
                  <a:lnTo>
                    <a:pt x="865879" y="2580570"/>
                  </a:lnTo>
                  <a:lnTo>
                    <a:pt x="879408" y="2575741"/>
                  </a:lnTo>
                  <a:lnTo>
                    <a:pt x="892937" y="2570834"/>
                  </a:lnTo>
                  <a:lnTo>
                    <a:pt x="906467" y="2565845"/>
                  </a:lnTo>
                  <a:lnTo>
                    <a:pt x="919996" y="2560776"/>
                  </a:lnTo>
                  <a:lnTo>
                    <a:pt x="933525" y="2555626"/>
                  </a:lnTo>
                  <a:lnTo>
                    <a:pt x="947055" y="2550393"/>
                  </a:lnTo>
                  <a:lnTo>
                    <a:pt x="960584" y="2545078"/>
                  </a:lnTo>
                  <a:lnTo>
                    <a:pt x="974113" y="2539681"/>
                  </a:lnTo>
                  <a:lnTo>
                    <a:pt x="987643" y="2534201"/>
                  </a:lnTo>
                  <a:lnTo>
                    <a:pt x="1001172" y="2528640"/>
                  </a:lnTo>
                  <a:lnTo>
                    <a:pt x="1014701" y="2522996"/>
                  </a:lnTo>
                  <a:lnTo>
                    <a:pt x="1028231" y="2517271"/>
                  </a:lnTo>
                  <a:lnTo>
                    <a:pt x="1041760" y="2511466"/>
                  </a:lnTo>
                  <a:lnTo>
                    <a:pt x="1055290" y="2505581"/>
                  </a:lnTo>
                  <a:lnTo>
                    <a:pt x="1068819" y="2499617"/>
                  </a:lnTo>
                  <a:lnTo>
                    <a:pt x="1082348" y="2493575"/>
                  </a:lnTo>
                  <a:lnTo>
                    <a:pt x="1095878" y="2487456"/>
                  </a:lnTo>
                  <a:lnTo>
                    <a:pt x="1109407" y="2481261"/>
                  </a:lnTo>
                  <a:lnTo>
                    <a:pt x="1122936" y="2474992"/>
                  </a:lnTo>
                  <a:lnTo>
                    <a:pt x="1136466" y="2468650"/>
                  </a:lnTo>
                  <a:lnTo>
                    <a:pt x="1149995" y="2462237"/>
                  </a:lnTo>
                  <a:lnTo>
                    <a:pt x="1163524" y="2455753"/>
                  </a:lnTo>
                  <a:lnTo>
                    <a:pt x="1177054" y="2449202"/>
                  </a:lnTo>
                  <a:lnTo>
                    <a:pt x="1190583" y="2442583"/>
                  </a:lnTo>
                  <a:lnTo>
                    <a:pt x="1204113" y="2435898"/>
                  </a:lnTo>
                  <a:lnTo>
                    <a:pt x="1217642" y="2429149"/>
                  </a:lnTo>
                  <a:lnTo>
                    <a:pt x="1231171" y="2422337"/>
                  </a:lnTo>
                  <a:lnTo>
                    <a:pt x="1244701" y="2415463"/>
                  </a:lnTo>
                  <a:lnTo>
                    <a:pt x="1258230" y="2408527"/>
                  </a:lnTo>
                  <a:lnTo>
                    <a:pt x="1271759" y="2401533"/>
                  </a:lnTo>
                  <a:lnTo>
                    <a:pt x="1285289" y="2394479"/>
                  </a:lnTo>
                  <a:lnTo>
                    <a:pt x="1298818" y="2387367"/>
                  </a:lnTo>
                  <a:lnTo>
                    <a:pt x="1312347" y="2380200"/>
                  </a:lnTo>
                  <a:lnTo>
                    <a:pt x="1325877" y="2372976"/>
                  </a:lnTo>
                  <a:lnTo>
                    <a:pt x="1339406" y="2365698"/>
                  </a:lnTo>
                  <a:lnTo>
                    <a:pt x="1352935" y="2358366"/>
                  </a:lnTo>
                  <a:lnTo>
                    <a:pt x="1366465" y="2350982"/>
                  </a:lnTo>
                  <a:lnTo>
                    <a:pt x="1379994" y="2343545"/>
                  </a:lnTo>
                  <a:lnTo>
                    <a:pt x="1393524" y="2336059"/>
                  </a:lnTo>
                  <a:lnTo>
                    <a:pt x="1407053" y="2328522"/>
                  </a:lnTo>
                  <a:lnTo>
                    <a:pt x="1420582" y="2320937"/>
                  </a:lnTo>
                  <a:lnTo>
                    <a:pt x="1434112" y="2313304"/>
                  </a:lnTo>
                  <a:lnTo>
                    <a:pt x="1447641" y="2305624"/>
                  </a:lnTo>
                  <a:lnTo>
                    <a:pt x="1461170" y="2296989"/>
                  </a:lnTo>
                  <a:lnTo>
                    <a:pt x="1474700" y="2287461"/>
                  </a:lnTo>
                  <a:lnTo>
                    <a:pt x="1488229" y="2277829"/>
                  </a:lnTo>
                  <a:lnTo>
                    <a:pt x="1501758" y="2268097"/>
                  </a:lnTo>
                  <a:lnTo>
                    <a:pt x="1515288" y="2258266"/>
                  </a:lnTo>
                  <a:lnTo>
                    <a:pt x="1528817" y="2248338"/>
                  </a:lnTo>
                  <a:lnTo>
                    <a:pt x="1542347" y="2238317"/>
                  </a:lnTo>
                  <a:lnTo>
                    <a:pt x="1555876" y="2228204"/>
                  </a:lnTo>
                  <a:lnTo>
                    <a:pt x="1569405" y="2218003"/>
                  </a:lnTo>
                  <a:lnTo>
                    <a:pt x="1582935" y="2207717"/>
                  </a:lnTo>
                  <a:lnTo>
                    <a:pt x="1596464" y="2197349"/>
                  </a:lnTo>
                  <a:lnTo>
                    <a:pt x="1609993" y="2186903"/>
                  </a:lnTo>
                  <a:lnTo>
                    <a:pt x="1623523" y="2176383"/>
                  </a:lnTo>
                  <a:lnTo>
                    <a:pt x="1637052" y="2165792"/>
                  </a:lnTo>
                  <a:lnTo>
                    <a:pt x="1650581" y="2155134"/>
                  </a:lnTo>
                  <a:lnTo>
                    <a:pt x="1664111" y="2144414"/>
                  </a:lnTo>
                  <a:lnTo>
                    <a:pt x="1677640" y="2133637"/>
                  </a:lnTo>
                  <a:lnTo>
                    <a:pt x="1691169" y="2122807"/>
                  </a:lnTo>
                  <a:lnTo>
                    <a:pt x="1704699" y="2111929"/>
                  </a:lnTo>
                  <a:lnTo>
                    <a:pt x="1718228" y="2101008"/>
                  </a:lnTo>
                  <a:lnTo>
                    <a:pt x="1731758" y="2090051"/>
                  </a:lnTo>
                  <a:lnTo>
                    <a:pt x="1745287" y="2079061"/>
                  </a:lnTo>
                  <a:lnTo>
                    <a:pt x="1758816" y="2068045"/>
                  </a:lnTo>
                  <a:lnTo>
                    <a:pt x="1772346" y="2057010"/>
                  </a:lnTo>
                  <a:lnTo>
                    <a:pt x="1785875" y="2045961"/>
                  </a:lnTo>
                  <a:lnTo>
                    <a:pt x="1799404" y="2034904"/>
                  </a:lnTo>
                  <a:lnTo>
                    <a:pt x="1812934" y="2023847"/>
                  </a:lnTo>
                  <a:lnTo>
                    <a:pt x="1826463" y="2012793"/>
                  </a:lnTo>
                  <a:lnTo>
                    <a:pt x="1839992" y="2001743"/>
                  </a:lnTo>
                  <a:lnTo>
                    <a:pt x="1853522" y="1990699"/>
                  </a:lnTo>
                  <a:lnTo>
                    <a:pt x="1867051" y="1979662"/>
                  </a:lnTo>
                  <a:lnTo>
                    <a:pt x="1880581" y="1968634"/>
                  </a:lnTo>
                  <a:lnTo>
                    <a:pt x="1894110" y="1957617"/>
                  </a:lnTo>
                  <a:lnTo>
                    <a:pt x="1907639" y="1946611"/>
                  </a:lnTo>
                  <a:lnTo>
                    <a:pt x="1921169" y="1935618"/>
                  </a:lnTo>
                  <a:lnTo>
                    <a:pt x="1934698" y="1924639"/>
                  </a:lnTo>
                  <a:lnTo>
                    <a:pt x="1948227" y="1913676"/>
                  </a:lnTo>
                  <a:lnTo>
                    <a:pt x="1961757" y="1902729"/>
                  </a:lnTo>
                  <a:lnTo>
                    <a:pt x="1975286" y="1891800"/>
                  </a:lnTo>
                  <a:lnTo>
                    <a:pt x="1988815" y="1880889"/>
                  </a:lnTo>
                  <a:lnTo>
                    <a:pt x="2002345" y="1869998"/>
                  </a:lnTo>
                  <a:lnTo>
                    <a:pt x="2015874" y="1859128"/>
                  </a:lnTo>
                  <a:lnTo>
                    <a:pt x="2029403" y="1848280"/>
                  </a:lnTo>
                  <a:lnTo>
                    <a:pt x="2042933" y="1837453"/>
                  </a:lnTo>
                  <a:lnTo>
                    <a:pt x="2056462" y="1826650"/>
                  </a:lnTo>
                  <a:lnTo>
                    <a:pt x="2069992" y="1815871"/>
                  </a:lnTo>
                  <a:lnTo>
                    <a:pt x="2083521" y="1805117"/>
                  </a:lnTo>
                  <a:lnTo>
                    <a:pt x="2097050" y="1794387"/>
                  </a:lnTo>
                  <a:lnTo>
                    <a:pt x="2110580" y="1783683"/>
                  </a:lnTo>
                  <a:lnTo>
                    <a:pt x="2124109" y="1773005"/>
                  </a:lnTo>
                  <a:lnTo>
                    <a:pt x="2137638" y="1762354"/>
                  </a:lnTo>
                  <a:lnTo>
                    <a:pt x="2151168" y="1751729"/>
                  </a:lnTo>
                  <a:lnTo>
                    <a:pt x="2164697" y="1741132"/>
                  </a:lnTo>
                  <a:lnTo>
                    <a:pt x="2178226" y="1730562"/>
                  </a:lnTo>
                  <a:lnTo>
                    <a:pt x="2191756" y="1720020"/>
                  </a:lnTo>
                  <a:lnTo>
                    <a:pt x="2205285" y="1709505"/>
                  </a:lnTo>
                  <a:lnTo>
                    <a:pt x="2218815" y="1699018"/>
                  </a:lnTo>
                  <a:lnTo>
                    <a:pt x="2232344" y="1688558"/>
                  </a:lnTo>
                  <a:lnTo>
                    <a:pt x="2245873" y="1678126"/>
                  </a:lnTo>
                  <a:lnTo>
                    <a:pt x="2259403" y="1667721"/>
                  </a:lnTo>
                  <a:lnTo>
                    <a:pt x="2272932" y="1657344"/>
                  </a:lnTo>
                  <a:lnTo>
                    <a:pt x="2286461" y="1646992"/>
                  </a:lnTo>
                  <a:lnTo>
                    <a:pt x="2299991" y="1636668"/>
                  </a:lnTo>
                  <a:lnTo>
                    <a:pt x="2313520" y="1626369"/>
                  </a:lnTo>
                  <a:lnTo>
                    <a:pt x="2327049" y="1616096"/>
                  </a:lnTo>
                  <a:lnTo>
                    <a:pt x="2340579" y="1605847"/>
                  </a:lnTo>
                  <a:lnTo>
                    <a:pt x="2354108" y="1595622"/>
                  </a:lnTo>
                  <a:lnTo>
                    <a:pt x="2367637" y="1585421"/>
                  </a:lnTo>
                  <a:lnTo>
                    <a:pt x="2381167" y="1575243"/>
                  </a:lnTo>
                  <a:lnTo>
                    <a:pt x="2394696" y="1565086"/>
                  </a:lnTo>
                  <a:lnTo>
                    <a:pt x="2408226" y="1554951"/>
                  </a:lnTo>
                  <a:lnTo>
                    <a:pt x="2421755" y="1544835"/>
                  </a:lnTo>
                  <a:lnTo>
                    <a:pt x="2435284" y="1534738"/>
                  </a:lnTo>
                  <a:lnTo>
                    <a:pt x="2448814" y="1524659"/>
                  </a:lnTo>
                  <a:lnTo>
                    <a:pt x="2462343" y="1514597"/>
                  </a:lnTo>
                  <a:lnTo>
                    <a:pt x="2475872" y="1504550"/>
                  </a:lnTo>
                  <a:lnTo>
                    <a:pt x="2489402" y="1494517"/>
                  </a:lnTo>
                  <a:lnTo>
                    <a:pt x="2502931" y="1484497"/>
                  </a:lnTo>
                  <a:lnTo>
                    <a:pt x="2516460" y="1474489"/>
                  </a:lnTo>
                  <a:lnTo>
                    <a:pt x="2529990" y="1464490"/>
                  </a:lnTo>
                  <a:lnTo>
                    <a:pt x="2543519" y="1454500"/>
                  </a:lnTo>
                  <a:lnTo>
                    <a:pt x="2557049" y="1444517"/>
                  </a:lnTo>
                  <a:lnTo>
                    <a:pt x="2570578" y="1434539"/>
                  </a:lnTo>
                  <a:lnTo>
                    <a:pt x="2584107" y="1424565"/>
                  </a:lnTo>
                  <a:lnTo>
                    <a:pt x="2597637" y="1414593"/>
                  </a:lnTo>
                  <a:lnTo>
                    <a:pt x="2611166" y="1404621"/>
                  </a:lnTo>
                  <a:lnTo>
                    <a:pt x="2624695" y="1394647"/>
                  </a:lnTo>
                  <a:lnTo>
                    <a:pt x="2638225" y="1384671"/>
                  </a:lnTo>
                  <a:lnTo>
                    <a:pt x="2651754" y="1374689"/>
                  </a:lnTo>
                  <a:lnTo>
                    <a:pt x="2665283" y="1364700"/>
                  </a:lnTo>
                  <a:lnTo>
                    <a:pt x="2678813" y="1354702"/>
                  </a:lnTo>
                  <a:lnTo>
                    <a:pt x="2692342" y="1344693"/>
                  </a:lnTo>
                  <a:lnTo>
                    <a:pt x="2705871" y="1334671"/>
                  </a:lnTo>
                  <a:lnTo>
                    <a:pt x="2719401" y="1324634"/>
                  </a:lnTo>
                  <a:lnTo>
                    <a:pt x="2732930" y="1314580"/>
                  </a:lnTo>
                  <a:lnTo>
                    <a:pt x="2746460" y="1304507"/>
                  </a:lnTo>
                  <a:lnTo>
                    <a:pt x="2759989" y="1294413"/>
                  </a:lnTo>
                  <a:lnTo>
                    <a:pt x="2773518" y="1284296"/>
                  </a:lnTo>
                  <a:lnTo>
                    <a:pt x="2787048" y="1274154"/>
                  </a:lnTo>
                  <a:lnTo>
                    <a:pt x="2800577" y="1263984"/>
                  </a:lnTo>
                  <a:lnTo>
                    <a:pt x="2814106" y="1253784"/>
                  </a:lnTo>
                  <a:lnTo>
                    <a:pt x="2827636" y="1243553"/>
                  </a:lnTo>
                  <a:lnTo>
                    <a:pt x="2841165" y="1233287"/>
                  </a:lnTo>
                  <a:lnTo>
                    <a:pt x="2854694" y="1222986"/>
                  </a:lnTo>
                  <a:lnTo>
                    <a:pt x="2868224" y="1212646"/>
                  </a:lnTo>
                  <a:lnTo>
                    <a:pt x="2881753" y="1202266"/>
                  </a:lnTo>
                  <a:lnTo>
                    <a:pt x="2895283" y="1191843"/>
                  </a:lnTo>
                  <a:lnTo>
                    <a:pt x="2908812" y="1181376"/>
                  </a:lnTo>
                  <a:lnTo>
                    <a:pt x="2922341" y="1170861"/>
                  </a:lnTo>
                  <a:lnTo>
                    <a:pt x="2935871" y="1160297"/>
                  </a:lnTo>
                  <a:lnTo>
                    <a:pt x="2949400" y="1149682"/>
                  </a:lnTo>
                  <a:lnTo>
                    <a:pt x="2962929" y="1139012"/>
                  </a:lnTo>
                  <a:lnTo>
                    <a:pt x="2976459" y="1128287"/>
                  </a:lnTo>
                  <a:lnTo>
                    <a:pt x="2989988" y="1117504"/>
                  </a:lnTo>
                  <a:lnTo>
                    <a:pt x="3003517" y="1106660"/>
                  </a:lnTo>
                  <a:lnTo>
                    <a:pt x="3017047" y="1095753"/>
                  </a:lnTo>
                  <a:lnTo>
                    <a:pt x="3030576" y="1084782"/>
                  </a:lnTo>
                  <a:lnTo>
                    <a:pt x="3044105" y="1073743"/>
                  </a:lnTo>
                  <a:lnTo>
                    <a:pt x="3057635" y="1062635"/>
                  </a:lnTo>
                  <a:lnTo>
                    <a:pt x="3071164" y="1051456"/>
                  </a:lnTo>
                  <a:lnTo>
                    <a:pt x="3084694" y="1040202"/>
                  </a:lnTo>
                  <a:lnTo>
                    <a:pt x="3098223" y="1028872"/>
                  </a:lnTo>
                  <a:lnTo>
                    <a:pt x="3111752" y="1017463"/>
                  </a:lnTo>
                  <a:lnTo>
                    <a:pt x="3125282" y="1005974"/>
                  </a:lnTo>
                  <a:lnTo>
                    <a:pt x="3138811" y="994401"/>
                  </a:lnTo>
                  <a:lnTo>
                    <a:pt x="3152340" y="982743"/>
                  </a:lnTo>
                  <a:lnTo>
                    <a:pt x="3165870" y="970997"/>
                  </a:lnTo>
                  <a:lnTo>
                    <a:pt x="3179399" y="959161"/>
                  </a:lnTo>
                  <a:lnTo>
                    <a:pt x="3192928" y="947237"/>
                  </a:lnTo>
                  <a:lnTo>
                    <a:pt x="3206458" y="935223"/>
                  </a:lnTo>
                  <a:lnTo>
                    <a:pt x="3219987" y="923119"/>
                  </a:lnTo>
                  <a:lnTo>
                    <a:pt x="3233517" y="910925"/>
                  </a:lnTo>
                  <a:lnTo>
                    <a:pt x="3247046" y="898641"/>
                  </a:lnTo>
                  <a:lnTo>
                    <a:pt x="3260575" y="886266"/>
                  </a:lnTo>
                  <a:lnTo>
                    <a:pt x="3274105" y="873800"/>
                  </a:lnTo>
                  <a:lnTo>
                    <a:pt x="3287634" y="861243"/>
                  </a:lnTo>
                  <a:lnTo>
                    <a:pt x="3301163" y="848594"/>
                  </a:lnTo>
                  <a:lnTo>
                    <a:pt x="3314693" y="835853"/>
                  </a:lnTo>
                  <a:lnTo>
                    <a:pt x="3328222" y="823020"/>
                  </a:lnTo>
                  <a:lnTo>
                    <a:pt x="3341751" y="810095"/>
                  </a:lnTo>
                  <a:lnTo>
                    <a:pt x="3355281" y="797077"/>
                  </a:lnTo>
                  <a:lnTo>
                    <a:pt x="3368810" y="783966"/>
                  </a:lnTo>
                  <a:lnTo>
                    <a:pt x="3382339" y="770761"/>
                  </a:lnTo>
                  <a:lnTo>
                    <a:pt x="3395869" y="757462"/>
                  </a:lnTo>
                  <a:lnTo>
                    <a:pt x="3409398" y="744069"/>
                  </a:lnTo>
                  <a:lnTo>
                    <a:pt x="3422928" y="730581"/>
                  </a:lnTo>
                  <a:lnTo>
                    <a:pt x="3436457" y="716998"/>
                  </a:lnTo>
                  <a:lnTo>
                    <a:pt x="3449986" y="703320"/>
                  </a:lnTo>
                  <a:lnTo>
                    <a:pt x="3463516" y="689546"/>
                  </a:lnTo>
                  <a:lnTo>
                    <a:pt x="3477045" y="675676"/>
                  </a:lnTo>
                  <a:lnTo>
                    <a:pt x="3490574" y="661710"/>
                  </a:lnTo>
                  <a:lnTo>
                    <a:pt x="3504104" y="647646"/>
                  </a:lnTo>
                  <a:lnTo>
                    <a:pt x="3517633" y="633485"/>
                  </a:lnTo>
                  <a:lnTo>
                    <a:pt x="3531162" y="619226"/>
                  </a:lnTo>
                  <a:lnTo>
                    <a:pt x="3544692" y="604869"/>
                  </a:lnTo>
                  <a:lnTo>
                    <a:pt x="3558221" y="590413"/>
                  </a:lnTo>
                  <a:lnTo>
                    <a:pt x="3571751" y="575859"/>
                  </a:lnTo>
                  <a:lnTo>
                    <a:pt x="3585280" y="561204"/>
                  </a:lnTo>
                  <a:lnTo>
                    <a:pt x="3598809" y="546449"/>
                  </a:lnTo>
                  <a:lnTo>
                    <a:pt x="3612339" y="531594"/>
                  </a:lnTo>
                  <a:lnTo>
                    <a:pt x="3625868" y="516638"/>
                  </a:lnTo>
                  <a:lnTo>
                    <a:pt x="3639397" y="501581"/>
                  </a:lnTo>
                  <a:lnTo>
                    <a:pt x="3652927" y="486421"/>
                  </a:lnTo>
                  <a:lnTo>
                    <a:pt x="3666456" y="471159"/>
                  </a:lnTo>
                  <a:lnTo>
                    <a:pt x="3679985" y="455794"/>
                  </a:lnTo>
                  <a:lnTo>
                    <a:pt x="3693515" y="440326"/>
                  </a:lnTo>
                  <a:lnTo>
                    <a:pt x="3707044" y="424753"/>
                  </a:lnTo>
                  <a:lnTo>
                    <a:pt x="3720573" y="409076"/>
                  </a:lnTo>
                  <a:lnTo>
                    <a:pt x="3734103" y="393294"/>
                  </a:lnTo>
                  <a:lnTo>
                    <a:pt x="3747632" y="377406"/>
                  </a:lnTo>
                  <a:lnTo>
                    <a:pt x="3761162" y="361413"/>
                  </a:lnTo>
                  <a:lnTo>
                    <a:pt x="3774691" y="345312"/>
                  </a:lnTo>
                  <a:lnTo>
                    <a:pt x="3788220" y="329104"/>
                  </a:lnTo>
                  <a:lnTo>
                    <a:pt x="3801750" y="312789"/>
                  </a:lnTo>
                  <a:lnTo>
                    <a:pt x="3815279" y="296365"/>
                  </a:lnTo>
                  <a:lnTo>
                    <a:pt x="3828808" y="279832"/>
                  </a:lnTo>
                  <a:lnTo>
                    <a:pt x="3842338" y="263190"/>
                  </a:lnTo>
                  <a:lnTo>
                    <a:pt x="3855867" y="246438"/>
                  </a:lnTo>
                  <a:lnTo>
                    <a:pt x="3869396" y="229575"/>
                  </a:lnTo>
                  <a:lnTo>
                    <a:pt x="3882926" y="212600"/>
                  </a:lnTo>
                  <a:lnTo>
                    <a:pt x="3896455" y="195514"/>
                  </a:lnTo>
                  <a:lnTo>
                    <a:pt x="3909985" y="178315"/>
                  </a:lnTo>
                  <a:lnTo>
                    <a:pt x="3923514" y="161003"/>
                  </a:lnTo>
                  <a:lnTo>
                    <a:pt x="3937043" y="143578"/>
                  </a:lnTo>
                  <a:lnTo>
                    <a:pt x="3950573" y="126037"/>
                  </a:lnTo>
                  <a:lnTo>
                    <a:pt x="3964102" y="108382"/>
                  </a:lnTo>
                  <a:lnTo>
                    <a:pt x="3977631" y="90612"/>
                  </a:lnTo>
                  <a:lnTo>
                    <a:pt x="3991161" y="72724"/>
                  </a:lnTo>
                  <a:lnTo>
                    <a:pt x="4004690" y="54720"/>
                  </a:lnTo>
                  <a:lnTo>
                    <a:pt x="4018219" y="36599"/>
                  </a:lnTo>
                  <a:lnTo>
                    <a:pt x="4031749" y="18359"/>
                  </a:lnTo>
                  <a:lnTo>
                    <a:pt x="4045278" y="0"/>
                  </a:ln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959543" y="4175294"/>
              <a:ext cx="4045278" cy="2165290"/>
            </a:xfrm>
            <a:custGeom>
              <a:avLst/>
              <a:pathLst>
                <a:path w="4045278" h="2165290">
                  <a:moveTo>
                    <a:pt x="4045278" y="0"/>
                  </a:moveTo>
                  <a:lnTo>
                    <a:pt x="4031749" y="9900"/>
                  </a:lnTo>
                  <a:lnTo>
                    <a:pt x="4018219" y="19763"/>
                  </a:lnTo>
                  <a:lnTo>
                    <a:pt x="4004690" y="29588"/>
                  </a:lnTo>
                  <a:lnTo>
                    <a:pt x="3991161" y="39376"/>
                  </a:lnTo>
                  <a:lnTo>
                    <a:pt x="3977631" y="49126"/>
                  </a:lnTo>
                  <a:lnTo>
                    <a:pt x="3964102" y="58840"/>
                  </a:lnTo>
                  <a:lnTo>
                    <a:pt x="3950573" y="68517"/>
                  </a:lnTo>
                  <a:lnTo>
                    <a:pt x="3937043" y="78157"/>
                  </a:lnTo>
                  <a:lnTo>
                    <a:pt x="3923514" y="87761"/>
                  </a:lnTo>
                  <a:lnTo>
                    <a:pt x="3909985" y="97329"/>
                  </a:lnTo>
                  <a:lnTo>
                    <a:pt x="3896455" y="106862"/>
                  </a:lnTo>
                  <a:lnTo>
                    <a:pt x="3882926" y="116358"/>
                  </a:lnTo>
                  <a:lnTo>
                    <a:pt x="3869396" y="125819"/>
                  </a:lnTo>
                  <a:lnTo>
                    <a:pt x="3855867" y="135246"/>
                  </a:lnTo>
                  <a:lnTo>
                    <a:pt x="3842338" y="144637"/>
                  </a:lnTo>
                  <a:lnTo>
                    <a:pt x="3828808" y="153994"/>
                  </a:lnTo>
                  <a:lnTo>
                    <a:pt x="3815279" y="163316"/>
                  </a:lnTo>
                  <a:lnTo>
                    <a:pt x="3801750" y="172604"/>
                  </a:lnTo>
                  <a:lnTo>
                    <a:pt x="3788220" y="181858"/>
                  </a:lnTo>
                  <a:lnTo>
                    <a:pt x="3774691" y="191079"/>
                  </a:lnTo>
                  <a:lnTo>
                    <a:pt x="3761162" y="200266"/>
                  </a:lnTo>
                  <a:lnTo>
                    <a:pt x="3747632" y="209420"/>
                  </a:lnTo>
                  <a:lnTo>
                    <a:pt x="3734103" y="218541"/>
                  </a:lnTo>
                  <a:lnTo>
                    <a:pt x="3720573" y="227630"/>
                  </a:lnTo>
                  <a:lnTo>
                    <a:pt x="3707044" y="236686"/>
                  </a:lnTo>
                  <a:lnTo>
                    <a:pt x="3693515" y="245710"/>
                  </a:lnTo>
                  <a:lnTo>
                    <a:pt x="3679985" y="254702"/>
                  </a:lnTo>
                  <a:lnTo>
                    <a:pt x="3666456" y="263662"/>
                  </a:lnTo>
                  <a:lnTo>
                    <a:pt x="3652927" y="272591"/>
                  </a:lnTo>
                  <a:lnTo>
                    <a:pt x="3639397" y="281489"/>
                  </a:lnTo>
                  <a:lnTo>
                    <a:pt x="3625868" y="290356"/>
                  </a:lnTo>
                  <a:lnTo>
                    <a:pt x="3612339" y="299192"/>
                  </a:lnTo>
                  <a:lnTo>
                    <a:pt x="3598809" y="307999"/>
                  </a:lnTo>
                  <a:lnTo>
                    <a:pt x="3585280" y="316775"/>
                  </a:lnTo>
                  <a:lnTo>
                    <a:pt x="3571751" y="325521"/>
                  </a:lnTo>
                  <a:lnTo>
                    <a:pt x="3558221" y="334238"/>
                  </a:lnTo>
                  <a:lnTo>
                    <a:pt x="3544692" y="342926"/>
                  </a:lnTo>
                  <a:lnTo>
                    <a:pt x="3531162" y="351585"/>
                  </a:lnTo>
                  <a:lnTo>
                    <a:pt x="3517633" y="360215"/>
                  </a:lnTo>
                  <a:lnTo>
                    <a:pt x="3504104" y="368817"/>
                  </a:lnTo>
                  <a:lnTo>
                    <a:pt x="3490574" y="377391"/>
                  </a:lnTo>
                  <a:lnTo>
                    <a:pt x="3477045" y="385937"/>
                  </a:lnTo>
                  <a:lnTo>
                    <a:pt x="3463516" y="394456"/>
                  </a:lnTo>
                  <a:lnTo>
                    <a:pt x="3449986" y="402947"/>
                  </a:lnTo>
                  <a:lnTo>
                    <a:pt x="3436457" y="411412"/>
                  </a:lnTo>
                  <a:lnTo>
                    <a:pt x="3422928" y="419850"/>
                  </a:lnTo>
                  <a:lnTo>
                    <a:pt x="3409398" y="428263"/>
                  </a:lnTo>
                  <a:lnTo>
                    <a:pt x="3395869" y="436649"/>
                  </a:lnTo>
                  <a:lnTo>
                    <a:pt x="3382339" y="445009"/>
                  </a:lnTo>
                  <a:lnTo>
                    <a:pt x="3368810" y="453345"/>
                  </a:lnTo>
                  <a:lnTo>
                    <a:pt x="3355281" y="461655"/>
                  </a:lnTo>
                  <a:lnTo>
                    <a:pt x="3341751" y="469941"/>
                  </a:lnTo>
                  <a:lnTo>
                    <a:pt x="3328222" y="478203"/>
                  </a:lnTo>
                  <a:lnTo>
                    <a:pt x="3314693" y="486440"/>
                  </a:lnTo>
                  <a:lnTo>
                    <a:pt x="3301163" y="494654"/>
                  </a:lnTo>
                  <a:lnTo>
                    <a:pt x="3287634" y="502845"/>
                  </a:lnTo>
                  <a:lnTo>
                    <a:pt x="3274105" y="511013"/>
                  </a:lnTo>
                  <a:lnTo>
                    <a:pt x="3260575" y="519158"/>
                  </a:lnTo>
                  <a:lnTo>
                    <a:pt x="3247046" y="527281"/>
                  </a:lnTo>
                  <a:lnTo>
                    <a:pt x="3233517" y="535383"/>
                  </a:lnTo>
                  <a:lnTo>
                    <a:pt x="3219987" y="543462"/>
                  </a:lnTo>
                  <a:lnTo>
                    <a:pt x="3206458" y="551521"/>
                  </a:lnTo>
                  <a:lnTo>
                    <a:pt x="3192928" y="559558"/>
                  </a:lnTo>
                  <a:lnTo>
                    <a:pt x="3179399" y="567576"/>
                  </a:lnTo>
                  <a:lnTo>
                    <a:pt x="3165870" y="575573"/>
                  </a:lnTo>
                  <a:lnTo>
                    <a:pt x="3152340" y="583550"/>
                  </a:lnTo>
                  <a:lnTo>
                    <a:pt x="3138811" y="591509"/>
                  </a:lnTo>
                  <a:lnTo>
                    <a:pt x="3125282" y="599451"/>
                  </a:lnTo>
                  <a:lnTo>
                    <a:pt x="3111752" y="607379"/>
                  </a:lnTo>
                  <a:lnTo>
                    <a:pt x="3098223" y="615294"/>
                  </a:lnTo>
                  <a:lnTo>
                    <a:pt x="3084694" y="623199"/>
                  </a:lnTo>
                  <a:lnTo>
                    <a:pt x="3071164" y="631095"/>
                  </a:lnTo>
                  <a:lnTo>
                    <a:pt x="3057635" y="638984"/>
                  </a:lnTo>
                  <a:lnTo>
                    <a:pt x="3044105" y="646868"/>
                  </a:lnTo>
                  <a:lnTo>
                    <a:pt x="3030576" y="654749"/>
                  </a:lnTo>
                  <a:lnTo>
                    <a:pt x="3017047" y="662629"/>
                  </a:lnTo>
                  <a:lnTo>
                    <a:pt x="3003517" y="670508"/>
                  </a:lnTo>
                  <a:lnTo>
                    <a:pt x="2989988" y="678389"/>
                  </a:lnTo>
                  <a:lnTo>
                    <a:pt x="2976459" y="686272"/>
                  </a:lnTo>
                  <a:lnTo>
                    <a:pt x="2962929" y="694160"/>
                  </a:lnTo>
                  <a:lnTo>
                    <a:pt x="2949400" y="702053"/>
                  </a:lnTo>
                  <a:lnTo>
                    <a:pt x="2935871" y="709953"/>
                  </a:lnTo>
                  <a:lnTo>
                    <a:pt x="2922341" y="717860"/>
                  </a:lnTo>
                  <a:lnTo>
                    <a:pt x="2908812" y="725777"/>
                  </a:lnTo>
                  <a:lnTo>
                    <a:pt x="2895283" y="733704"/>
                  </a:lnTo>
                  <a:lnTo>
                    <a:pt x="2881753" y="741641"/>
                  </a:lnTo>
                  <a:lnTo>
                    <a:pt x="2868224" y="749590"/>
                  </a:lnTo>
                  <a:lnTo>
                    <a:pt x="2854694" y="757552"/>
                  </a:lnTo>
                  <a:lnTo>
                    <a:pt x="2841165" y="765527"/>
                  </a:lnTo>
                  <a:lnTo>
                    <a:pt x="2827636" y="773516"/>
                  </a:lnTo>
                  <a:lnTo>
                    <a:pt x="2814106" y="781520"/>
                  </a:lnTo>
                  <a:lnTo>
                    <a:pt x="2800577" y="789540"/>
                  </a:lnTo>
                  <a:lnTo>
                    <a:pt x="2787048" y="797574"/>
                  </a:lnTo>
                  <a:lnTo>
                    <a:pt x="2773518" y="805625"/>
                  </a:lnTo>
                  <a:lnTo>
                    <a:pt x="2759989" y="813693"/>
                  </a:lnTo>
                  <a:lnTo>
                    <a:pt x="2746460" y="821778"/>
                  </a:lnTo>
                  <a:lnTo>
                    <a:pt x="2732930" y="829879"/>
                  </a:lnTo>
                  <a:lnTo>
                    <a:pt x="2719401" y="837999"/>
                  </a:lnTo>
                  <a:lnTo>
                    <a:pt x="2705871" y="846135"/>
                  </a:lnTo>
                  <a:lnTo>
                    <a:pt x="2692342" y="854290"/>
                  </a:lnTo>
                  <a:lnTo>
                    <a:pt x="2678813" y="862462"/>
                  </a:lnTo>
                  <a:lnTo>
                    <a:pt x="2665283" y="870652"/>
                  </a:lnTo>
                  <a:lnTo>
                    <a:pt x="2651754" y="878860"/>
                  </a:lnTo>
                  <a:lnTo>
                    <a:pt x="2638225" y="887086"/>
                  </a:lnTo>
                  <a:lnTo>
                    <a:pt x="2624695" y="895329"/>
                  </a:lnTo>
                  <a:lnTo>
                    <a:pt x="2611166" y="903590"/>
                  </a:lnTo>
                  <a:lnTo>
                    <a:pt x="2597637" y="911869"/>
                  </a:lnTo>
                  <a:lnTo>
                    <a:pt x="2584107" y="920165"/>
                  </a:lnTo>
                  <a:lnTo>
                    <a:pt x="2570578" y="928477"/>
                  </a:lnTo>
                  <a:lnTo>
                    <a:pt x="2557049" y="936807"/>
                  </a:lnTo>
                  <a:lnTo>
                    <a:pt x="2543519" y="945153"/>
                  </a:lnTo>
                  <a:lnTo>
                    <a:pt x="2529990" y="953516"/>
                  </a:lnTo>
                  <a:lnTo>
                    <a:pt x="2516460" y="961894"/>
                  </a:lnTo>
                  <a:lnTo>
                    <a:pt x="2502931" y="970288"/>
                  </a:lnTo>
                  <a:lnTo>
                    <a:pt x="2489402" y="978697"/>
                  </a:lnTo>
                  <a:lnTo>
                    <a:pt x="2475872" y="987121"/>
                  </a:lnTo>
                  <a:lnTo>
                    <a:pt x="2462343" y="995559"/>
                  </a:lnTo>
                  <a:lnTo>
                    <a:pt x="2448814" y="1004012"/>
                  </a:lnTo>
                  <a:lnTo>
                    <a:pt x="2435284" y="1012478"/>
                  </a:lnTo>
                  <a:lnTo>
                    <a:pt x="2421755" y="1020957"/>
                  </a:lnTo>
                  <a:lnTo>
                    <a:pt x="2408226" y="1029449"/>
                  </a:lnTo>
                  <a:lnTo>
                    <a:pt x="2394696" y="1037953"/>
                  </a:lnTo>
                  <a:lnTo>
                    <a:pt x="2381167" y="1046470"/>
                  </a:lnTo>
                  <a:lnTo>
                    <a:pt x="2367637" y="1054997"/>
                  </a:lnTo>
                  <a:lnTo>
                    <a:pt x="2354108" y="1063536"/>
                  </a:lnTo>
                  <a:lnTo>
                    <a:pt x="2340579" y="1072084"/>
                  </a:lnTo>
                  <a:lnTo>
                    <a:pt x="2327049" y="1080643"/>
                  </a:lnTo>
                  <a:lnTo>
                    <a:pt x="2313520" y="1089211"/>
                  </a:lnTo>
                  <a:lnTo>
                    <a:pt x="2299991" y="1097788"/>
                  </a:lnTo>
                  <a:lnTo>
                    <a:pt x="2286461" y="1106373"/>
                  </a:lnTo>
                  <a:lnTo>
                    <a:pt x="2272932" y="1114966"/>
                  </a:lnTo>
                  <a:lnTo>
                    <a:pt x="2259403" y="1123567"/>
                  </a:lnTo>
                  <a:lnTo>
                    <a:pt x="2245873" y="1132174"/>
                  </a:lnTo>
                  <a:lnTo>
                    <a:pt x="2232344" y="1140787"/>
                  </a:lnTo>
                  <a:lnTo>
                    <a:pt x="2218815" y="1149407"/>
                  </a:lnTo>
                  <a:lnTo>
                    <a:pt x="2205285" y="1158031"/>
                  </a:lnTo>
                  <a:lnTo>
                    <a:pt x="2191756" y="1166660"/>
                  </a:lnTo>
                  <a:lnTo>
                    <a:pt x="2178226" y="1175293"/>
                  </a:lnTo>
                  <a:lnTo>
                    <a:pt x="2164697" y="1183930"/>
                  </a:lnTo>
                  <a:lnTo>
                    <a:pt x="2151168" y="1192569"/>
                  </a:lnTo>
                  <a:lnTo>
                    <a:pt x="2137638" y="1201211"/>
                  </a:lnTo>
                  <a:lnTo>
                    <a:pt x="2124109" y="1209855"/>
                  </a:lnTo>
                  <a:lnTo>
                    <a:pt x="2110580" y="1218501"/>
                  </a:lnTo>
                  <a:lnTo>
                    <a:pt x="2097050" y="1227147"/>
                  </a:lnTo>
                  <a:lnTo>
                    <a:pt x="2083521" y="1235793"/>
                  </a:lnTo>
                  <a:lnTo>
                    <a:pt x="2069992" y="1244439"/>
                  </a:lnTo>
                  <a:lnTo>
                    <a:pt x="2056462" y="1253083"/>
                  </a:lnTo>
                  <a:lnTo>
                    <a:pt x="2042933" y="1261727"/>
                  </a:lnTo>
                  <a:lnTo>
                    <a:pt x="2029403" y="1270368"/>
                  </a:lnTo>
                  <a:lnTo>
                    <a:pt x="2015874" y="1279006"/>
                  </a:lnTo>
                  <a:lnTo>
                    <a:pt x="2002345" y="1287642"/>
                  </a:lnTo>
                  <a:lnTo>
                    <a:pt x="1988815" y="1296273"/>
                  </a:lnTo>
                  <a:lnTo>
                    <a:pt x="1975286" y="1304900"/>
                  </a:lnTo>
                  <a:lnTo>
                    <a:pt x="1961757" y="1313522"/>
                  </a:lnTo>
                  <a:lnTo>
                    <a:pt x="1948227" y="1322138"/>
                  </a:lnTo>
                  <a:lnTo>
                    <a:pt x="1934698" y="1330748"/>
                  </a:lnTo>
                  <a:lnTo>
                    <a:pt x="1921169" y="1339351"/>
                  </a:lnTo>
                  <a:lnTo>
                    <a:pt x="1907639" y="1347947"/>
                  </a:lnTo>
                  <a:lnTo>
                    <a:pt x="1894110" y="1356535"/>
                  </a:lnTo>
                  <a:lnTo>
                    <a:pt x="1880581" y="1365114"/>
                  </a:lnTo>
                  <a:lnTo>
                    <a:pt x="1867051" y="1373684"/>
                  </a:lnTo>
                  <a:lnTo>
                    <a:pt x="1853522" y="1382243"/>
                  </a:lnTo>
                  <a:lnTo>
                    <a:pt x="1839992" y="1390793"/>
                  </a:lnTo>
                  <a:lnTo>
                    <a:pt x="1826463" y="1399331"/>
                  </a:lnTo>
                  <a:lnTo>
                    <a:pt x="1812934" y="1407857"/>
                  </a:lnTo>
                  <a:lnTo>
                    <a:pt x="1799404" y="1416371"/>
                  </a:lnTo>
                  <a:lnTo>
                    <a:pt x="1785875" y="1424872"/>
                  </a:lnTo>
                  <a:lnTo>
                    <a:pt x="1772346" y="1433358"/>
                  </a:lnTo>
                  <a:lnTo>
                    <a:pt x="1758816" y="1441827"/>
                  </a:lnTo>
                  <a:lnTo>
                    <a:pt x="1745287" y="1450278"/>
                  </a:lnTo>
                  <a:lnTo>
                    <a:pt x="1731758" y="1458709"/>
                  </a:lnTo>
                  <a:lnTo>
                    <a:pt x="1718228" y="1467120"/>
                  </a:lnTo>
                  <a:lnTo>
                    <a:pt x="1704699" y="1475508"/>
                  </a:lnTo>
                  <a:lnTo>
                    <a:pt x="1691169" y="1483872"/>
                  </a:lnTo>
                  <a:lnTo>
                    <a:pt x="1677640" y="1492211"/>
                  </a:lnTo>
                  <a:lnTo>
                    <a:pt x="1664111" y="1500524"/>
                  </a:lnTo>
                  <a:lnTo>
                    <a:pt x="1650581" y="1508808"/>
                  </a:lnTo>
                  <a:lnTo>
                    <a:pt x="1637052" y="1517064"/>
                  </a:lnTo>
                  <a:lnTo>
                    <a:pt x="1623523" y="1525289"/>
                  </a:lnTo>
                  <a:lnTo>
                    <a:pt x="1609993" y="1533482"/>
                  </a:lnTo>
                  <a:lnTo>
                    <a:pt x="1596464" y="1541643"/>
                  </a:lnTo>
                  <a:lnTo>
                    <a:pt x="1582935" y="1549769"/>
                  </a:lnTo>
                  <a:lnTo>
                    <a:pt x="1569405" y="1557861"/>
                  </a:lnTo>
                  <a:lnTo>
                    <a:pt x="1555876" y="1565916"/>
                  </a:lnTo>
                  <a:lnTo>
                    <a:pt x="1542347" y="1573934"/>
                  </a:lnTo>
                  <a:lnTo>
                    <a:pt x="1528817" y="1581913"/>
                  </a:lnTo>
                  <a:lnTo>
                    <a:pt x="1515288" y="1589852"/>
                  </a:lnTo>
                  <a:lnTo>
                    <a:pt x="1501758" y="1597751"/>
                  </a:lnTo>
                  <a:lnTo>
                    <a:pt x="1488229" y="1605608"/>
                  </a:lnTo>
                  <a:lnTo>
                    <a:pt x="1474700" y="1613422"/>
                  </a:lnTo>
                  <a:lnTo>
                    <a:pt x="1461170" y="1621193"/>
                  </a:lnTo>
                  <a:lnTo>
                    <a:pt x="1447641" y="1629706"/>
                  </a:lnTo>
                  <a:lnTo>
                    <a:pt x="1434112" y="1639023"/>
                  </a:lnTo>
                  <a:lnTo>
                    <a:pt x="1420582" y="1648231"/>
                  </a:lnTo>
                  <a:lnTo>
                    <a:pt x="1407053" y="1657329"/>
                  </a:lnTo>
                  <a:lnTo>
                    <a:pt x="1393524" y="1666317"/>
                  </a:lnTo>
                  <a:lnTo>
                    <a:pt x="1379994" y="1675193"/>
                  </a:lnTo>
                  <a:lnTo>
                    <a:pt x="1366465" y="1683956"/>
                  </a:lnTo>
                  <a:lnTo>
                    <a:pt x="1352935" y="1692605"/>
                  </a:lnTo>
                  <a:lnTo>
                    <a:pt x="1339406" y="1701141"/>
                  </a:lnTo>
                  <a:lnTo>
                    <a:pt x="1325877" y="1709562"/>
                  </a:lnTo>
                  <a:lnTo>
                    <a:pt x="1312347" y="1717867"/>
                  </a:lnTo>
                  <a:lnTo>
                    <a:pt x="1298818" y="1726058"/>
                  </a:lnTo>
                  <a:lnTo>
                    <a:pt x="1285289" y="1734134"/>
                  </a:lnTo>
                  <a:lnTo>
                    <a:pt x="1271759" y="1742095"/>
                  </a:lnTo>
                  <a:lnTo>
                    <a:pt x="1258230" y="1749941"/>
                  </a:lnTo>
                  <a:lnTo>
                    <a:pt x="1244701" y="1757672"/>
                  </a:lnTo>
                  <a:lnTo>
                    <a:pt x="1231171" y="1765290"/>
                  </a:lnTo>
                  <a:lnTo>
                    <a:pt x="1217642" y="1772795"/>
                  </a:lnTo>
                  <a:lnTo>
                    <a:pt x="1204113" y="1780187"/>
                  </a:lnTo>
                  <a:lnTo>
                    <a:pt x="1190583" y="1787467"/>
                  </a:lnTo>
                  <a:lnTo>
                    <a:pt x="1177054" y="1794638"/>
                  </a:lnTo>
                  <a:lnTo>
                    <a:pt x="1163524" y="1801699"/>
                  </a:lnTo>
                  <a:lnTo>
                    <a:pt x="1149995" y="1808652"/>
                  </a:lnTo>
                  <a:lnTo>
                    <a:pt x="1136466" y="1815499"/>
                  </a:lnTo>
                  <a:lnTo>
                    <a:pt x="1122936" y="1822241"/>
                  </a:lnTo>
                  <a:lnTo>
                    <a:pt x="1109407" y="1828881"/>
                  </a:lnTo>
                  <a:lnTo>
                    <a:pt x="1095878" y="1835422"/>
                  </a:lnTo>
                  <a:lnTo>
                    <a:pt x="1082348" y="1841867"/>
                  </a:lnTo>
                  <a:lnTo>
                    <a:pt x="1068819" y="1848220"/>
                  </a:lnTo>
                  <a:lnTo>
                    <a:pt x="1055290" y="1854484"/>
                  </a:lnTo>
                  <a:lnTo>
                    <a:pt x="1041760" y="1860663"/>
                  </a:lnTo>
                  <a:lnTo>
                    <a:pt x="1028231" y="1866760"/>
                  </a:lnTo>
                  <a:lnTo>
                    <a:pt x="1014701" y="1872778"/>
                  </a:lnTo>
                  <a:lnTo>
                    <a:pt x="1001172" y="1878720"/>
                  </a:lnTo>
                  <a:lnTo>
                    <a:pt x="987643" y="1884588"/>
                  </a:lnTo>
                  <a:lnTo>
                    <a:pt x="974113" y="1890384"/>
                  </a:lnTo>
                  <a:lnTo>
                    <a:pt x="960584" y="1896111"/>
                  </a:lnTo>
                  <a:lnTo>
                    <a:pt x="947055" y="1901771"/>
                  </a:lnTo>
                  <a:lnTo>
                    <a:pt x="933525" y="1907367"/>
                  </a:lnTo>
                  <a:lnTo>
                    <a:pt x="919996" y="1912898"/>
                  </a:lnTo>
                  <a:lnTo>
                    <a:pt x="906467" y="1918368"/>
                  </a:lnTo>
                  <a:lnTo>
                    <a:pt x="892937" y="1923777"/>
                  </a:lnTo>
                  <a:lnTo>
                    <a:pt x="879408" y="1929127"/>
                  </a:lnTo>
                  <a:lnTo>
                    <a:pt x="865879" y="1934418"/>
                  </a:lnTo>
                  <a:lnTo>
                    <a:pt x="852349" y="1939651"/>
                  </a:lnTo>
                  <a:lnTo>
                    <a:pt x="838820" y="1944828"/>
                  </a:lnTo>
                  <a:lnTo>
                    <a:pt x="825290" y="1949949"/>
                  </a:lnTo>
                  <a:lnTo>
                    <a:pt x="811761" y="1955013"/>
                  </a:lnTo>
                  <a:lnTo>
                    <a:pt x="798232" y="1960023"/>
                  </a:lnTo>
                  <a:lnTo>
                    <a:pt x="784702" y="1964977"/>
                  </a:lnTo>
                  <a:lnTo>
                    <a:pt x="771173" y="1969877"/>
                  </a:lnTo>
                  <a:lnTo>
                    <a:pt x="757644" y="1974722"/>
                  </a:lnTo>
                  <a:lnTo>
                    <a:pt x="744114" y="1979513"/>
                  </a:lnTo>
                  <a:lnTo>
                    <a:pt x="730585" y="1984249"/>
                  </a:lnTo>
                  <a:lnTo>
                    <a:pt x="717056" y="1988932"/>
                  </a:lnTo>
                  <a:lnTo>
                    <a:pt x="703526" y="1993560"/>
                  </a:lnTo>
                  <a:lnTo>
                    <a:pt x="689997" y="1998135"/>
                  </a:lnTo>
                  <a:lnTo>
                    <a:pt x="676467" y="2002655"/>
                  </a:lnTo>
                  <a:lnTo>
                    <a:pt x="662938" y="2007122"/>
                  </a:lnTo>
                  <a:lnTo>
                    <a:pt x="649409" y="2011535"/>
                  </a:lnTo>
                  <a:lnTo>
                    <a:pt x="635879" y="2015895"/>
                  </a:lnTo>
                  <a:lnTo>
                    <a:pt x="622350" y="2020200"/>
                  </a:lnTo>
                  <a:lnTo>
                    <a:pt x="608821" y="2024453"/>
                  </a:lnTo>
                  <a:lnTo>
                    <a:pt x="595291" y="2028652"/>
                  </a:lnTo>
                  <a:lnTo>
                    <a:pt x="581762" y="2032798"/>
                  </a:lnTo>
                  <a:lnTo>
                    <a:pt x="568233" y="2036891"/>
                  </a:lnTo>
                  <a:lnTo>
                    <a:pt x="554703" y="2040930"/>
                  </a:lnTo>
                  <a:lnTo>
                    <a:pt x="541174" y="2044918"/>
                  </a:lnTo>
                  <a:lnTo>
                    <a:pt x="527645" y="2048852"/>
                  </a:lnTo>
                  <a:lnTo>
                    <a:pt x="514115" y="2052735"/>
                  </a:lnTo>
                  <a:lnTo>
                    <a:pt x="500586" y="2056565"/>
                  </a:lnTo>
                  <a:lnTo>
                    <a:pt x="487056" y="2060344"/>
                  </a:lnTo>
                  <a:lnTo>
                    <a:pt x="473527" y="2064071"/>
                  </a:lnTo>
                  <a:lnTo>
                    <a:pt x="459998" y="2067747"/>
                  </a:lnTo>
                  <a:lnTo>
                    <a:pt x="446468" y="2071373"/>
                  </a:lnTo>
                  <a:lnTo>
                    <a:pt x="432939" y="2074947"/>
                  </a:lnTo>
                  <a:lnTo>
                    <a:pt x="419410" y="2078472"/>
                  </a:lnTo>
                  <a:lnTo>
                    <a:pt x="405880" y="2081946"/>
                  </a:lnTo>
                  <a:lnTo>
                    <a:pt x="392351" y="2085371"/>
                  </a:lnTo>
                  <a:lnTo>
                    <a:pt x="378822" y="2088747"/>
                  </a:lnTo>
                  <a:lnTo>
                    <a:pt x="365292" y="2092074"/>
                  </a:lnTo>
                  <a:lnTo>
                    <a:pt x="351763" y="2095352"/>
                  </a:lnTo>
                  <a:lnTo>
                    <a:pt x="338233" y="2098583"/>
                  </a:lnTo>
                  <a:lnTo>
                    <a:pt x="324704" y="2101766"/>
                  </a:lnTo>
                  <a:lnTo>
                    <a:pt x="311175" y="2104902"/>
                  </a:lnTo>
                  <a:lnTo>
                    <a:pt x="297645" y="2107991"/>
                  </a:lnTo>
                  <a:lnTo>
                    <a:pt x="284116" y="2111034"/>
                  </a:lnTo>
                  <a:lnTo>
                    <a:pt x="270587" y="2114031"/>
                  </a:lnTo>
                  <a:lnTo>
                    <a:pt x="257057" y="2116983"/>
                  </a:lnTo>
                  <a:lnTo>
                    <a:pt x="243528" y="2119891"/>
                  </a:lnTo>
                  <a:lnTo>
                    <a:pt x="229999" y="2122754"/>
                  </a:lnTo>
                  <a:lnTo>
                    <a:pt x="216469" y="2125575"/>
                  </a:lnTo>
                  <a:lnTo>
                    <a:pt x="202940" y="2128353"/>
                  </a:lnTo>
                  <a:lnTo>
                    <a:pt x="189411" y="2131088"/>
                  </a:lnTo>
                  <a:lnTo>
                    <a:pt x="175881" y="2133782"/>
                  </a:lnTo>
                  <a:lnTo>
                    <a:pt x="162352" y="2136436"/>
                  </a:lnTo>
                  <a:lnTo>
                    <a:pt x="148822" y="2139049"/>
                  </a:lnTo>
                  <a:lnTo>
                    <a:pt x="135293" y="2141622"/>
                  </a:lnTo>
                  <a:lnTo>
                    <a:pt x="121764" y="2144156"/>
                  </a:lnTo>
                  <a:lnTo>
                    <a:pt x="108234" y="2146651"/>
                  </a:lnTo>
                  <a:lnTo>
                    <a:pt x="94705" y="2149109"/>
                  </a:lnTo>
                  <a:lnTo>
                    <a:pt x="81176" y="2151528"/>
                  </a:lnTo>
                  <a:lnTo>
                    <a:pt x="67646" y="2153911"/>
                  </a:lnTo>
                  <a:lnTo>
                    <a:pt x="54117" y="2156258"/>
                  </a:lnTo>
                  <a:lnTo>
                    <a:pt x="40588" y="2158568"/>
                  </a:lnTo>
                  <a:lnTo>
                    <a:pt x="27058" y="2160844"/>
                  </a:lnTo>
                  <a:lnTo>
                    <a:pt x="13529" y="2163084"/>
                  </a:lnTo>
                  <a:lnTo>
                    <a:pt x="0" y="2165290"/>
                  </a:lnTo>
                  <a:lnTo>
                    <a:pt x="0" y="2165290"/>
                  </a:lnTo>
                  <a:lnTo>
                    <a:pt x="0" y="21652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959543" y="3858678"/>
              <a:ext cx="4045278" cy="2454081"/>
            </a:xfrm>
            <a:custGeom>
              <a:avLst/>
              <a:pathLst>
                <a:path w="4045278" h="2454081">
                  <a:moveTo>
                    <a:pt x="0" y="2454081"/>
                  </a:moveTo>
                  <a:lnTo>
                    <a:pt x="13529" y="2451884"/>
                  </a:lnTo>
                  <a:lnTo>
                    <a:pt x="27058" y="2449659"/>
                  </a:lnTo>
                  <a:lnTo>
                    <a:pt x="40588" y="2447404"/>
                  </a:lnTo>
                  <a:lnTo>
                    <a:pt x="54117" y="2445120"/>
                  </a:lnTo>
                  <a:lnTo>
                    <a:pt x="67646" y="2442806"/>
                  </a:lnTo>
                  <a:lnTo>
                    <a:pt x="81176" y="2440462"/>
                  </a:lnTo>
                  <a:lnTo>
                    <a:pt x="94705" y="2438088"/>
                  </a:lnTo>
                  <a:lnTo>
                    <a:pt x="108234" y="2435682"/>
                  </a:lnTo>
                  <a:lnTo>
                    <a:pt x="121764" y="2433245"/>
                  </a:lnTo>
                  <a:lnTo>
                    <a:pt x="135293" y="2430776"/>
                  </a:lnTo>
                  <a:lnTo>
                    <a:pt x="148822" y="2428276"/>
                  </a:lnTo>
                  <a:lnTo>
                    <a:pt x="162352" y="2425742"/>
                  </a:lnTo>
                  <a:lnTo>
                    <a:pt x="175881" y="2423175"/>
                  </a:lnTo>
                  <a:lnTo>
                    <a:pt x="189411" y="2420575"/>
                  </a:lnTo>
                  <a:lnTo>
                    <a:pt x="202940" y="2417942"/>
                  </a:lnTo>
                  <a:lnTo>
                    <a:pt x="216469" y="2415273"/>
                  </a:lnTo>
                  <a:lnTo>
                    <a:pt x="229999" y="2412570"/>
                  </a:lnTo>
                  <a:lnTo>
                    <a:pt x="243528" y="2409832"/>
                  </a:lnTo>
                  <a:lnTo>
                    <a:pt x="257057" y="2407058"/>
                  </a:lnTo>
                  <a:lnTo>
                    <a:pt x="270587" y="2404248"/>
                  </a:lnTo>
                  <a:lnTo>
                    <a:pt x="284116" y="2401401"/>
                  </a:lnTo>
                  <a:lnTo>
                    <a:pt x="297645" y="2398517"/>
                  </a:lnTo>
                  <a:lnTo>
                    <a:pt x="311175" y="2395595"/>
                  </a:lnTo>
                  <a:lnTo>
                    <a:pt x="324704" y="2392636"/>
                  </a:lnTo>
                  <a:lnTo>
                    <a:pt x="338233" y="2389637"/>
                  </a:lnTo>
                  <a:lnTo>
                    <a:pt x="351763" y="2386600"/>
                  </a:lnTo>
                  <a:lnTo>
                    <a:pt x="365292" y="2383522"/>
                  </a:lnTo>
                  <a:lnTo>
                    <a:pt x="378822" y="2380405"/>
                  </a:lnTo>
                  <a:lnTo>
                    <a:pt x="392351" y="2377247"/>
                  </a:lnTo>
                  <a:lnTo>
                    <a:pt x="405880" y="2374047"/>
                  </a:lnTo>
                  <a:lnTo>
                    <a:pt x="419410" y="2370805"/>
                  </a:lnTo>
                  <a:lnTo>
                    <a:pt x="432939" y="2367521"/>
                  </a:lnTo>
                  <a:lnTo>
                    <a:pt x="446468" y="2364194"/>
                  </a:lnTo>
                  <a:lnTo>
                    <a:pt x="459998" y="2360823"/>
                  </a:lnTo>
                  <a:lnTo>
                    <a:pt x="473527" y="2357408"/>
                  </a:lnTo>
                  <a:lnTo>
                    <a:pt x="487056" y="2353948"/>
                  </a:lnTo>
                  <a:lnTo>
                    <a:pt x="500586" y="2350443"/>
                  </a:lnTo>
                  <a:lnTo>
                    <a:pt x="514115" y="2346891"/>
                  </a:lnTo>
                  <a:lnTo>
                    <a:pt x="527645" y="2343293"/>
                  </a:lnTo>
                  <a:lnTo>
                    <a:pt x="541174" y="2339647"/>
                  </a:lnTo>
                  <a:lnTo>
                    <a:pt x="554703" y="2335953"/>
                  </a:lnTo>
                  <a:lnTo>
                    <a:pt x="568233" y="2332211"/>
                  </a:lnTo>
                  <a:lnTo>
                    <a:pt x="581762" y="2328419"/>
                  </a:lnTo>
                  <a:lnTo>
                    <a:pt x="595291" y="2324577"/>
                  </a:lnTo>
                  <a:lnTo>
                    <a:pt x="608821" y="2320684"/>
                  </a:lnTo>
                  <a:lnTo>
                    <a:pt x="622350" y="2316739"/>
                  </a:lnTo>
                  <a:lnTo>
                    <a:pt x="635879" y="2312743"/>
                  </a:lnTo>
                  <a:lnTo>
                    <a:pt x="649409" y="2308693"/>
                  </a:lnTo>
                  <a:lnTo>
                    <a:pt x="662938" y="2304590"/>
                  </a:lnTo>
                  <a:lnTo>
                    <a:pt x="676467" y="2300432"/>
                  </a:lnTo>
                  <a:lnTo>
                    <a:pt x="689997" y="2296219"/>
                  </a:lnTo>
                  <a:lnTo>
                    <a:pt x="703526" y="2291950"/>
                  </a:lnTo>
                  <a:lnTo>
                    <a:pt x="717056" y="2287625"/>
                  </a:lnTo>
                  <a:lnTo>
                    <a:pt x="730585" y="2283241"/>
                  </a:lnTo>
                  <a:lnTo>
                    <a:pt x="744114" y="2278800"/>
                  </a:lnTo>
                  <a:lnTo>
                    <a:pt x="757644" y="2274299"/>
                  </a:lnTo>
                  <a:lnTo>
                    <a:pt x="771173" y="2269738"/>
                  </a:lnTo>
                  <a:lnTo>
                    <a:pt x="784702" y="2265117"/>
                  </a:lnTo>
                  <a:lnTo>
                    <a:pt x="798232" y="2260433"/>
                  </a:lnTo>
                  <a:lnTo>
                    <a:pt x="811761" y="2255687"/>
                  </a:lnTo>
                  <a:lnTo>
                    <a:pt x="825290" y="2250878"/>
                  </a:lnTo>
                  <a:lnTo>
                    <a:pt x="838820" y="2246004"/>
                  </a:lnTo>
                  <a:lnTo>
                    <a:pt x="852349" y="2241064"/>
                  </a:lnTo>
                  <a:lnTo>
                    <a:pt x="865879" y="2236059"/>
                  </a:lnTo>
                  <a:lnTo>
                    <a:pt x="879408" y="2230986"/>
                  </a:lnTo>
                  <a:lnTo>
                    <a:pt x="892937" y="2225846"/>
                  </a:lnTo>
                  <a:lnTo>
                    <a:pt x="906467" y="2220636"/>
                  </a:lnTo>
                  <a:lnTo>
                    <a:pt x="919996" y="2215356"/>
                  </a:lnTo>
                  <a:lnTo>
                    <a:pt x="933525" y="2210005"/>
                  </a:lnTo>
                  <a:lnTo>
                    <a:pt x="947055" y="2204581"/>
                  </a:lnTo>
                  <a:lnTo>
                    <a:pt x="960584" y="2199085"/>
                  </a:lnTo>
                  <a:lnTo>
                    <a:pt x="974113" y="2193515"/>
                  </a:lnTo>
                  <a:lnTo>
                    <a:pt x="987643" y="2187869"/>
                  </a:lnTo>
                  <a:lnTo>
                    <a:pt x="1001172" y="2182147"/>
                  </a:lnTo>
                  <a:lnTo>
                    <a:pt x="1014701" y="2176347"/>
                  </a:lnTo>
                  <a:lnTo>
                    <a:pt x="1028231" y="2170469"/>
                  </a:lnTo>
                  <a:lnTo>
                    <a:pt x="1041760" y="2164511"/>
                  </a:lnTo>
                  <a:lnTo>
                    <a:pt x="1055290" y="2158473"/>
                  </a:lnTo>
                  <a:lnTo>
                    <a:pt x="1068819" y="2152352"/>
                  </a:lnTo>
                  <a:lnTo>
                    <a:pt x="1082348" y="2146148"/>
                  </a:lnTo>
                  <a:lnTo>
                    <a:pt x="1095878" y="2139860"/>
                  </a:lnTo>
                  <a:lnTo>
                    <a:pt x="1109407" y="2133486"/>
                  </a:lnTo>
                  <a:lnTo>
                    <a:pt x="1122936" y="2127025"/>
                  </a:lnTo>
                  <a:lnTo>
                    <a:pt x="1136466" y="2120476"/>
                  </a:lnTo>
                  <a:lnTo>
                    <a:pt x="1149995" y="2113839"/>
                  </a:lnTo>
                  <a:lnTo>
                    <a:pt x="1163524" y="2107114"/>
                  </a:lnTo>
                  <a:lnTo>
                    <a:pt x="1177054" y="2100300"/>
                  </a:lnTo>
                  <a:lnTo>
                    <a:pt x="1190583" y="2093399"/>
                  </a:lnTo>
                  <a:lnTo>
                    <a:pt x="1204113" y="2086409"/>
                  </a:lnTo>
                  <a:lnTo>
                    <a:pt x="1217642" y="2079331"/>
                  </a:lnTo>
                  <a:lnTo>
                    <a:pt x="1231171" y="2072165"/>
                  </a:lnTo>
                  <a:lnTo>
                    <a:pt x="1244701" y="2064911"/>
                  </a:lnTo>
                  <a:lnTo>
                    <a:pt x="1258230" y="2057570"/>
                  </a:lnTo>
                  <a:lnTo>
                    <a:pt x="1271759" y="2050142"/>
                  </a:lnTo>
                  <a:lnTo>
                    <a:pt x="1285289" y="2042628"/>
                  </a:lnTo>
                  <a:lnTo>
                    <a:pt x="1298818" y="2035027"/>
                  </a:lnTo>
                  <a:lnTo>
                    <a:pt x="1312347" y="2027340"/>
                  </a:lnTo>
                  <a:lnTo>
                    <a:pt x="1325877" y="2019569"/>
                  </a:lnTo>
                  <a:lnTo>
                    <a:pt x="1339406" y="2011713"/>
                  </a:lnTo>
                  <a:lnTo>
                    <a:pt x="1352935" y="2003773"/>
                  </a:lnTo>
                  <a:lnTo>
                    <a:pt x="1366465" y="1995751"/>
                  </a:lnTo>
                  <a:lnTo>
                    <a:pt x="1379994" y="1987646"/>
                  </a:lnTo>
                  <a:lnTo>
                    <a:pt x="1393524" y="1979461"/>
                  </a:lnTo>
                  <a:lnTo>
                    <a:pt x="1407053" y="1971195"/>
                  </a:lnTo>
                  <a:lnTo>
                    <a:pt x="1420582" y="1962850"/>
                  </a:lnTo>
                  <a:lnTo>
                    <a:pt x="1434112" y="1954428"/>
                  </a:lnTo>
                  <a:lnTo>
                    <a:pt x="1447641" y="1945929"/>
                  </a:lnTo>
                  <a:lnTo>
                    <a:pt x="1461170" y="1937354"/>
                  </a:lnTo>
                  <a:lnTo>
                    <a:pt x="1474700" y="1928706"/>
                  </a:lnTo>
                  <a:lnTo>
                    <a:pt x="1488229" y="1919986"/>
                  </a:lnTo>
                  <a:lnTo>
                    <a:pt x="1501758" y="1911195"/>
                  </a:lnTo>
                  <a:lnTo>
                    <a:pt x="1515288" y="1902334"/>
                  </a:lnTo>
                  <a:lnTo>
                    <a:pt x="1528817" y="1893407"/>
                  </a:lnTo>
                  <a:lnTo>
                    <a:pt x="1542347" y="1884414"/>
                  </a:lnTo>
                  <a:lnTo>
                    <a:pt x="1555876" y="1875358"/>
                  </a:lnTo>
                  <a:lnTo>
                    <a:pt x="1569405" y="1866241"/>
                  </a:lnTo>
                  <a:lnTo>
                    <a:pt x="1582935" y="1857064"/>
                  </a:lnTo>
                  <a:lnTo>
                    <a:pt x="1596464" y="1847831"/>
                  </a:lnTo>
                  <a:lnTo>
                    <a:pt x="1609993" y="1838543"/>
                  </a:lnTo>
                  <a:lnTo>
                    <a:pt x="1623523" y="1829203"/>
                  </a:lnTo>
                  <a:lnTo>
                    <a:pt x="1637052" y="1819813"/>
                  </a:lnTo>
                  <a:lnTo>
                    <a:pt x="1650581" y="1810377"/>
                  </a:lnTo>
                  <a:lnTo>
                    <a:pt x="1664111" y="1800896"/>
                  </a:lnTo>
                  <a:lnTo>
                    <a:pt x="1677640" y="1791375"/>
                  </a:lnTo>
                  <a:lnTo>
                    <a:pt x="1691169" y="1781815"/>
                  </a:lnTo>
                  <a:lnTo>
                    <a:pt x="1704699" y="1772221"/>
                  </a:lnTo>
                  <a:lnTo>
                    <a:pt x="1718228" y="1762594"/>
                  </a:lnTo>
                  <a:lnTo>
                    <a:pt x="1731758" y="1752939"/>
                  </a:lnTo>
                  <a:lnTo>
                    <a:pt x="1745287" y="1743259"/>
                  </a:lnTo>
                  <a:lnTo>
                    <a:pt x="1758816" y="1733558"/>
                  </a:lnTo>
                  <a:lnTo>
                    <a:pt x="1772346" y="1723839"/>
                  </a:lnTo>
                  <a:lnTo>
                    <a:pt x="1785875" y="1714105"/>
                  </a:lnTo>
                  <a:lnTo>
                    <a:pt x="1799404" y="1704362"/>
                  </a:lnTo>
                  <a:lnTo>
                    <a:pt x="1812934" y="1694612"/>
                  </a:lnTo>
                  <a:lnTo>
                    <a:pt x="1826463" y="1684858"/>
                  </a:lnTo>
                  <a:lnTo>
                    <a:pt x="1839992" y="1675101"/>
                  </a:lnTo>
                  <a:lnTo>
                    <a:pt x="1853522" y="1665342"/>
                  </a:lnTo>
                  <a:lnTo>
                    <a:pt x="1867051" y="1655583"/>
                  </a:lnTo>
                  <a:lnTo>
                    <a:pt x="1880581" y="1645823"/>
                  </a:lnTo>
                  <a:lnTo>
                    <a:pt x="1894110" y="1636064"/>
                  </a:lnTo>
                  <a:lnTo>
                    <a:pt x="1907639" y="1626306"/>
                  </a:lnTo>
                  <a:lnTo>
                    <a:pt x="1921169" y="1616552"/>
                  </a:lnTo>
                  <a:lnTo>
                    <a:pt x="1934698" y="1606801"/>
                  </a:lnTo>
                  <a:lnTo>
                    <a:pt x="1948227" y="1597054"/>
                  </a:lnTo>
                  <a:lnTo>
                    <a:pt x="1961757" y="1587313"/>
                  </a:lnTo>
                  <a:lnTo>
                    <a:pt x="1975286" y="1577578"/>
                  </a:lnTo>
                  <a:lnTo>
                    <a:pt x="1988815" y="1567849"/>
                  </a:lnTo>
                  <a:lnTo>
                    <a:pt x="2002345" y="1558128"/>
                  </a:lnTo>
                  <a:lnTo>
                    <a:pt x="2015874" y="1548416"/>
                  </a:lnTo>
                  <a:lnTo>
                    <a:pt x="2029403" y="1538712"/>
                  </a:lnTo>
                  <a:lnTo>
                    <a:pt x="2042933" y="1529019"/>
                  </a:lnTo>
                  <a:lnTo>
                    <a:pt x="2056462" y="1519335"/>
                  </a:lnTo>
                  <a:lnTo>
                    <a:pt x="2069992" y="1509662"/>
                  </a:lnTo>
                  <a:lnTo>
                    <a:pt x="2083521" y="1500001"/>
                  </a:lnTo>
                  <a:lnTo>
                    <a:pt x="2097050" y="1490352"/>
                  </a:lnTo>
                  <a:lnTo>
                    <a:pt x="2110580" y="1480716"/>
                  </a:lnTo>
                  <a:lnTo>
                    <a:pt x="2124109" y="1471093"/>
                  </a:lnTo>
                  <a:lnTo>
                    <a:pt x="2137638" y="1461483"/>
                  </a:lnTo>
                  <a:lnTo>
                    <a:pt x="2151168" y="1451887"/>
                  </a:lnTo>
                  <a:lnTo>
                    <a:pt x="2164697" y="1442306"/>
                  </a:lnTo>
                  <a:lnTo>
                    <a:pt x="2178226" y="1432739"/>
                  </a:lnTo>
                  <a:lnTo>
                    <a:pt x="2191756" y="1423188"/>
                  </a:lnTo>
                  <a:lnTo>
                    <a:pt x="2205285" y="1413652"/>
                  </a:lnTo>
                  <a:lnTo>
                    <a:pt x="2218815" y="1404132"/>
                  </a:lnTo>
                  <a:lnTo>
                    <a:pt x="2232344" y="1394627"/>
                  </a:lnTo>
                  <a:lnTo>
                    <a:pt x="2245873" y="1385139"/>
                  </a:lnTo>
                  <a:lnTo>
                    <a:pt x="2259403" y="1375668"/>
                  </a:lnTo>
                  <a:lnTo>
                    <a:pt x="2272932" y="1366212"/>
                  </a:lnTo>
                  <a:lnTo>
                    <a:pt x="2286461" y="1356774"/>
                  </a:lnTo>
                  <a:lnTo>
                    <a:pt x="2299991" y="1347352"/>
                  </a:lnTo>
                  <a:lnTo>
                    <a:pt x="2313520" y="1337947"/>
                  </a:lnTo>
                  <a:lnTo>
                    <a:pt x="2327049" y="1328559"/>
                  </a:lnTo>
                  <a:lnTo>
                    <a:pt x="2340579" y="1319187"/>
                  </a:lnTo>
                  <a:lnTo>
                    <a:pt x="2354108" y="1309832"/>
                  </a:lnTo>
                  <a:lnTo>
                    <a:pt x="2367637" y="1300494"/>
                  </a:lnTo>
                  <a:lnTo>
                    <a:pt x="2381167" y="1291173"/>
                  </a:lnTo>
                  <a:lnTo>
                    <a:pt x="2394696" y="1281868"/>
                  </a:lnTo>
                  <a:lnTo>
                    <a:pt x="2408226" y="1272579"/>
                  </a:lnTo>
                  <a:lnTo>
                    <a:pt x="2421755" y="1263306"/>
                  </a:lnTo>
                  <a:lnTo>
                    <a:pt x="2435284" y="1254049"/>
                  </a:lnTo>
                  <a:lnTo>
                    <a:pt x="2448814" y="1244807"/>
                  </a:lnTo>
                  <a:lnTo>
                    <a:pt x="2462343" y="1235580"/>
                  </a:lnTo>
                  <a:lnTo>
                    <a:pt x="2475872" y="1226368"/>
                  </a:lnTo>
                  <a:lnTo>
                    <a:pt x="2489402" y="1217171"/>
                  </a:lnTo>
                  <a:lnTo>
                    <a:pt x="2502931" y="1207987"/>
                  </a:lnTo>
                  <a:lnTo>
                    <a:pt x="2516460" y="1198817"/>
                  </a:lnTo>
                  <a:lnTo>
                    <a:pt x="2529990" y="1189660"/>
                  </a:lnTo>
                  <a:lnTo>
                    <a:pt x="2543519" y="1180516"/>
                  </a:lnTo>
                  <a:lnTo>
                    <a:pt x="2557049" y="1171383"/>
                  </a:lnTo>
                  <a:lnTo>
                    <a:pt x="2570578" y="1162262"/>
                  </a:lnTo>
                  <a:lnTo>
                    <a:pt x="2584107" y="1153152"/>
                  </a:lnTo>
                  <a:lnTo>
                    <a:pt x="2597637" y="1144051"/>
                  </a:lnTo>
                  <a:lnTo>
                    <a:pt x="2611166" y="1134960"/>
                  </a:lnTo>
                  <a:lnTo>
                    <a:pt x="2624695" y="1125878"/>
                  </a:lnTo>
                  <a:lnTo>
                    <a:pt x="2638225" y="1116803"/>
                  </a:lnTo>
                  <a:lnTo>
                    <a:pt x="2651754" y="1107735"/>
                  </a:lnTo>
                  <a:lnTo>
                    <a:pt x="2665283" y="1098674"/>
                  </a:lnTo>
                  <a:lnTo>
                    <a:pt x="2678813" y="1089618"/>
                  </a:lnTo>
                  <a:lnTo>
                    <a:pt x="2692342" y="1080566"/>
                  </a:lnTo>
                  <a:lnTo>
                    <a:pt x="2705871" y="1071517"/>
                  </a:lnTo>
                  <a:lnTo>
                    <a:pt x="2719401" y="1062472"/>
                  </a:lnTo>
                  <a:lnTo>
                    <a:pt x="2732930" y="1053427"/>
                  </a:lnTo>
                  <a:lnTo>
                    <a:pt x="2746460" y="1044383"/>
                  </a:lnTo>
                  <a:lnTo>
                    <a:pt x="2759989" y="1035339"/>
                  </a:lnTo>
                  <a:lnTo>
                    <a:pt x="2773518" y="1026292"/>
                  </a:lnTo>
                  <a:lnTo>
                    <a:pt x="2787048" y="1017243"/>
                  </a:lnTo>
                  <a:lnTo>
                    <a:pt x="2800577" y="1008190"/>
                  </a:lnTo>
                  <a:lnTo>
                    <a:pt x="2814106" y="999131"/>
                  </a:lnTo>
                  <a:lnTo>
                    <a:pt x="2827636" y="990065"/>
                  </a:lnTo>
                  <a:lnTo>
                    <a:pt x="2841165" y="980992"/>
                  </a:lnTo>
                  <a:lnTo>
                    <a:pt x="2854694" y="971909"/>
                  </a:lnTo>
                  <a:lnTo>
                    <a:pt x="2868224" y="962816"/>
                  </a:lnTo>
                  <a:lnTo>
                    <a:pt x="2881753" y="953711"/>
                  </a:lnTo>
                  <a:lnTo>
                    <a:pt x="2895283" y="944592"/>
                  </a:lnTo>
                  <a:lnTo>
                    <a:pt x="2908812" y="935458"/>
                  </a:lnTo>
                  <a:lnTo>
                    <a:pt x="2922341" y="926308"/>
                  </a:lnTo>
                  <a:lnTo>
                    <a:pt x="2935871" y="917140"/>
                  </a:lnTo>
                  <a:lnTo>
                    <a:pt x="2949400" y="907952"/>
                  </a:lnTo>
                  <a:lnTo>
                    <a:pt x="2962929" y="898743"/>
                  </a:lnTo>
                  <a:lnTo>
                    <a:pt x="2976459" y="889511"/>
                  </a:lnTo>
                  <a:lnTo>
                    <a:pt x="2989988" y="880255"/>
                  </a:lnTo>
                  <a:lnTo>
                    <a:pt x="3003517" y="870972"/>
                  </a:lnTo>
                  <a:lnTo>
                    <a:pt x="3017047" y="861661"/>
                  </a:lnTo>
                  <a:lnTo>
                    <a:pt x="3030576" y="852321"/>
                  </a:lnTo>
                  <a:lnTo>
                    <a:pt x="3044105" y="842948"/>
                  </a:lnTo>
                  <a:lnTo>
                    <a:pt x="3057635" y="833542"/>
                  </a:lnTo>
                  <a:lnTo>
                    <a:pt x="3071164" y="824100"/>
                  </a:lnTo>
                  <a:lnTo>
                    <a:pt x="3084694" y="814621"/>
                  </a:lnTo>
                  <a:lnTo>
                    <a:pt x="3098223" y="805102"/>
                  </a:lnTo>
                  <a:lnTo>
                    <a:pt x="3111752" y="795542"/>
                  </a:lnTo>
                  <a:lnTo>
                    <a:pt x="3125282" y="785937"/>
                  </a:lnTo>
                  <a:lnTo>
                    <a:pt x="3138811" y="776288"/>
                  </a:lnTo>
                  <a:lnTo>
                    <a:pt x="3152340" y="766590"/>
                  </a:lnTo>
                  <a:lnTo>
                    <a:pt x="3165870" y="756842"/>
                  </a:lnTo>
                  <a:lnTo>
                    <a:pt x="3179399" y="747042"/>
                  </a:lnTo>
                  <a:lnTo>
                    <a:pt x="3192928" y="737192"/>
                  </a:lnTo>
                  <a:lnTo>
                    <a:pt x="3206458" y="727289"/>
                  </a:lnTo>
                  <a:lnTo>
                    <a:pt x="3219987" y="717335"/>
                  </a:lnTo>
                  <a:lnTo>
                    <a:pt x="3233517" y="707328"/>
                  </a:lnTo>
                  <a:lnTo>
                    <a:pt x="3247046" y="697268"/>
                  </a:lnTo>
                  <a:lnTo>
                    <a:pt x="3260575" y="687156"/>
                  </a:lnTo>
                  <a:lnTo>
                    <a:pt x="3274105" y="676991"/>
                  </a:lnTo>
                  <a:lnTo>
                    <a:pt x="3287634" y="666772"/>
                  </a:lnTo>
                  <a:lnTo>
                    <a:pt x="3301163" y="656500"/>
                  </a:lnTo>
                  <a:lnTo>
                    <a:pt x="3314693" y="646174"/>
                  </a:lnTo>
                  <a:lnTo>
                    <a:pt x="3328222" y="635793"/>
                  </a:lnTo>
                  <a:lnTo>
                    <a:pt x="3341751" y="625358"/>
                  </a:lnTo>
                  <a:lnTo>
                    <a:pt x="3355281" y="614868"/>
                  </a:lnTo>
                  <a:lnTo>
                    <a:pt x="3368810" y="604323"/>
                  </a:lnTo>
                  <a:lnTo>
                    <a:pt x="3382339" y="593723"/>
                  </a:lnTo>
                  <a:lnTo>
                    <a:pt x="3395869" y="583067"/>
                  </a:lnTo>
                  <a:lnTo>
                    <a:pt x="3409398" y="572355"/>
                  </a:lnTo>
                  <a:lnTo>
                    <a:pt x="3422928" y="561587"/>
                  </a:lnTo>
                  <a:lnTo>
                    <a:pt x="3436457" y="550762"/>
                  </a:lnTo>
                  <a:lnTo>
                    <a:pt x="3449986" y="539880"/>
                  </a:lnTo>
                  <a:lnTo>
                    <a:pt x="3463516" y="528941"/>
                  </a:lnTo>
                  <a:lnTo>
                    <a:pt x="3477045" y="517945"/>
                  </a:lnTo>
                  <a:lnTo>
                    <a:pt x="3490574" y="506891"/>
                  </a:lnTo>
                  <a:lnTo>
                    <a:pt x="3504104" y="495779"/>
                  </a:lnTo>
                  <a:lnTo>
                    <a:pt x="3517633" y="484609"/>
                  </a:lnTo>
                  <a:lnTo>
                    <a:pt x="3531162" y="473379"/>
                  </a:lnTo>
                  <a:lnTo>
                    <a:pt x="3544692" y="462091"/>
                  </a:lnTo>
                  <a:lnTo>
                    <a:pt x="3558221" y="450744"/>
                  </a:lnTo>
                  <a:lnTo>
                    <a:pt x="3571751" y="439337"/>
                  </a:lnTo>
                  <a:lnTo>
                    <a:pt x="3585280" y="427870"/>
                  </a:lnTo>
                  <a:lnTo>
                    <a:pt x="3598809" y="416343"/>
                  </a:lnTo>
                  <a:lnTo>
                    <a:pt x="3612339" y="404755"/>
                  </a:lnTo>
                  <a:lnTo>
                    <a:pt x="3625868" y="393107"/>
                  </a:lnTo>
                  <a:lnTo>
                    <a:pt x="3639397" y="381397"/>
                  </a:lnTo>
                  <a:lnTo>
                    <a:pt x="3652927" y="369626"/>
                  </a:lnTo>
                  <a:lnTo>
                    <a:pt x="3666456" y="357793"/>
                  </a:lnTo>
                  <a:lnTo>
                    <a:pt x="3679985" y="345898"/>
                  </a:lnTo>
                  <a:lnTo>
                    <a:pt x="3693515" y="333940"/>
                  </a:lnTo>
                  <a:lnTo>
                    <a:pt x="3707044" y="321919"/>
                  </a:lnTo>
                  <a:lnTo>
                    <a:pt x="3720573" y="309836"/>
                  </a:lnTo>
                  <a:lnTo>
                    <a:pt x="3734103" y="297689"/>
                  </a:lnTo>
                  <a:lnTo>
                    <a:pt x="3747632" y="285478"/>
                  </a:lnTo>
                  <a:lnTo>
                    <a:pt x="3761162" y="273203"/>
                  </a:lnTo>
                  <a:lnTo>
                    <a:pt x="3774691" y="260863"/>
                  </a:lnTo>
                  <a:lnTo>
                    <a:pt x="3788220" y="248459"/>
                  </a:lnTo>
                  <a:lnTo>
                    <a:pt x="3801750" y="235990"/>
                  </a:lnTo>
                  <a:lnTo>
                    <a:pt x="3815279" y="223455"/>
                  </a:lnTo>
                  <a:lnTo>
                    <a:pt x="3828808" y="210854"/>
                  </a:lnTo>
                  <a:lnTo>
                    <a:pt x="3842338" y="198187"/>
                  </a:lnTo>
                  <a:lnTo>
                    <a:pt x="3855867" y="185453"/>
                  </a:lnTo>
                  <a:lnTo>
                    <a:pt x="3869396" y="172653"/>
                  </a:lnTo>
                  <a:lnTo>
                    <a:pt x="3882926" y="159785"/>
                  </a:lnTo>
                  <a:lnTo>
                    <a:pt x="3896455" y="146850"/>
                  </a:lnTo>
                  <a:lnTo>
                    <a:pt x="3909985" y="133847"/>
                  </a:lnTo>
                  <a:lnTo>
                    <a:pt x="3923514" y="120776"/>
                  </a:lnTo>
                  <a:lnTo>
                    <a:pt x="3937043" y="107635"/>
                  </a:lnTo>
                  <a:lnTo>
                    <a:pt x="3950573" y="94426"/>
                  </a:lnTo>
                  <a:lnTo>
                    <a:pt x="3964102" y="81148"/>
                  </a:lnTo>
                  <a:lnTo>
                    <a:pt x="3977631" y="67800"/>
                  </a:lnTo>
                  <a:lnTo>
                    <a:pt x="3991161" y="54381"/>
                  </a:lnTo>
                  <a:lnTo>
                    <a:pt x="4004690" y="40893"/>
                  </a:lnTo>
                  <a:lnTo>
                    <a:pt x="4018219" y="27333"/>
                  </a:lnTo>
                  <a:lnTo>
                    <a:pt x="4031749" y="13702"/>
                  </a:ln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959543" y="5800598"/>
              <a:ext cx="4045278" cy="0"/>
            </a:xfrm>
            <a:custGeom>
              <a:avLst/>
              <a:pathLst>
                <a:path w="4045278" h="0">
                  <a:moveTo>
                    <a:pt x="0" y="0"/>
                  </a:moveTo>
                  <a:lnTo>
                    <a:pt x="4045278" y="0"/>
                  </a:lnTo>
                  <a:lnTo>
                    <a:pt x="404527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959543" y="3498589"/>
              <a:ext cx="4045278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tx139"/>
            <p:cNvSpPr/>
            <p:nvPr/>
          </p:nvSpPr>
          <p:spPr>
            <a:xfrm>
              <a:off x="4825864" y="5753553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825864" y="5072931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2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4825864" y="4392309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4825864" y="3711687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4</a:t>
              </a:r>
            </a:p>
          </p:txBody>
        </p:sp>
        <p:sp>
          <p:nvSpPr>
            <p:cNvPr id="143" name="pl143"/>
            <p:cNvSpPr/>
            <p:nvPr/>
          </p:nvSpPr>
          <p:spPr>
            <a:xfrm>
              <a:off x="4924748" y="58005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924748" y="51199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924748" y="443935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924748" y="37587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845080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027613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21014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50"/>
            <p:cNvSpPr/>
            <p:nvPr/>
          </p:nvSpPr>
          <p:spPr>
            <a:xfrm>
              <a:off x="5774031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956564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40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8139097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50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6626709" y="6562733"/>
              <a:ext cx="71094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</a:t>
              </a:r>
            </a:p>
          </p:txBody>
        </p:sp>
        <p:sp>
          <p:nvSpPr>
            <p:cNvPr id="154" name="tx154"/>
            <p:cNvSpPr/>
            <p:nvPr/>
          </p:nvSpPr>
          <p:spPr>
            <a:xfrm rot="-5400000">
              <a:off x="-565047" y="3181039"/>
              <a:ext cx="1526133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Weighted Odds Ratio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597852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667441" y="69589"/>
              <a:ext cx="4406969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3429000"/>
              <a:ext cx="4597852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667441" y="3429000"/>
              <a:ext cx="4406969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70358" y="139178"/>
              <a:ext cx="4027493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0358" y="2957039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0358" y="2301635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70358" y="1646231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0358" y="990828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70358" y="335424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227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8581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40488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0358" y="2629337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70358" y="1973933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0358" y="1318530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70358" y="663126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05428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7173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03803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570358" y="139178"/>
              <a:ext cx="4027493" cy="2841995"/>
            </a:xfrm>
            <a:custGeom>
              <a:avLst/>
              <a:pathLst>
                <a:path w="4027493" h="2841995">
                  <a:moveTo>
                    <a:pt x="0" y="2674798"/>
                  </a:moveTo>
                  <a:lnTo>
                    <a:pt x="13469" y="2671085"/>
                  </a:lnTo>
                  <a:lnTo>
                    <a:pt x="26939" y="2667341"/>
                  </a:lnTo>
                  <a:lnTo>
                    <a:pt x="40409" y="2663568"/>
                  </a:lnTo>
                  <a:lnTo>
                    <a:pt x="53879" y="2659763"/>
                  </a:lnTo>
                  <a:lnTo>
                    <a:pt x="67349" y="2655928"/>
                  </a:lnTo>
                  <a:lnTo>
                    <a:pt x="80819" y="2652062"/>
                  </a:lnTo>
                  <a:lnTo>
                    <a:pt x="94289" y="2648164"/>
                  </a:lnTo>
                  <a:lnTo>
                    <a:pt x="107759" y="2644235"/>
                  </a:lnTo>
                  <a:lnTo>
                    <a:pt x="121228" y="2640273"/>
                  </a:lnTo>
                  <a:lnTo>
                    <a:pt x="134698" y="2636279"/>
                  </a:lnTo>
                  <a:lnTo>
                    <a:pt x="148168" y="2632252"/>
                  </a:lnTo>
                  <a:lnTo>
                    <a:pt x="161638" y="2628192"/>
                  </a:lnTo>
                  <a:lnTo>
                    <a:pt x="175108" y="2624099"/>
                  </a:lnTo>
                  <a:lnTo>
                    <a:pt x="188578" y="2619972"/>
                  </a:lnTo>
                  <a:lnTo>
                    <a:pt x="202048" y="2615811"/>
                  </a:lnTo>
                  <a:lnTo>
                    <a:pt x="215518" y="2611615"/>
                  </a:lnTo>
                  <a:lnTo>
                    <a:pt x="228987" y="2607385"/>
                  </a:lnTo>
                  <a:lnTo>
                    <a:pt x="242457" y="2603119"/>
                  </a:lnTo>
                  <a:lnTo>
                    <a:pt x="255927" y="2598818"/>
                  </a:lnTo>
                  <a:lnTo>
                    <a:pt x="269397" y="2594481"/>
                  </a:lnTo>
                  <a:lnTo>
                    <a:pt x="282867" y="2590107"/>
                  </a:lnTo>
                  <a:lnTo>
                    <a:pt x="296337" y="2585697"/>
                  </a:lnTo>
                  <a:lnTo>
                    <a:pt x="309807" y="2581249"/>
                  </a:lnTo>
                  <a:lnTo>
                    <a:pt x="323277" y="2576764"/>
                  </a:lnTo>
                  <a:lnTo>
                    <a:pt x="336746" y="2572240"/>
                  </a:lnTo>
                  <a:lnTo>
                    <a:pt x="350216" y="2567678"/>
                  </a:lnTo>
                  <a:lnTo>
                    <a:pt x="363686" y="2563076"/>
                  </a:lnTo>
                  <a:lnTo>
                    <a:pt x="377156" y="2558435"/>
                  </a:lnTo>
                  <a:lnTo>
                    <a:pt x="390626" y="2553754"/>
                  </a:lnTo>
                  <a:lnTo>
                    <a:pt x="404096" y="2549032"/>
                  </a:lnTo>
                  <a:lnTo>
                    <a:pt x="417566" y="2544268"/>
                  </a:lnTo>
                  <a:lnTo>
                    <a:pt x="431036" y="2539462"/>
                  </a:lnTo>
                  <a:lnTo>
                    <a:pt x="444505" y="2534614"/>
                  </a:lnTo>
                  <a:lnTo>
                    <a:pt x="457975" y="2529721"/>
                  </a:lnTo>
                  <a:lnTo>
                    <a:pt x="471445" y="2524782"/>
                  </a:lnTo>
                  <a:lnTo>
                    <a:pt x="484915" y="2519797"/>
                  </a:lnTo>
                  <a:lnTo>
                    <a:pt x="498385" y="2514765"/>
                  </a:lnTo>
                  <a:lnTo>
                    <a:pt x="511855" y="2509683"/>
                  </a:lnTo>
                  <a:lnTo>
                    <a:pt x="525325" y="2504551"/>
                  </a:lnTo>
                  <a:lnTo>
                    <a:pt x="538795" y="2499368"/>
                  </a:lnTo>
                  <a:lnTo>
                    <a:pt x="552264" y="2494131"/>
                  </a:lnTo>
                  <a:lnTo>
                    <a:pt x="565734" y="2488841"/>
                  </a:lnTo>
                  <a:lnTo>
                    <a:pt x="579204" y="2483494"/>
                  </a:lnTo>
                  <a:lnTo>
                    <a:pt x="592674" y="2478090"/>
                  </a:lnTo>
                  <a:lnTo>
                    <a:pt x="606144" y="2472628"/>
                  </a:lnTo>
                  <a:lnTo>
                    <a:pt x="619614" y="2467105"/>
                  </a:lnTo>
                  <a:lnTo>
                    <a:pt x="633084" y="2461521"/>
                  </a:lnTo>
                  <a:lnTo>
                    <a:pt x="646554" y="2455873"/>
                  </a:lnTo>
                  <a:lnTo>
                    <a:pt x="660024" y="2450159"/>
                  </a:lnTo>
                  <a:lnTo>
                    <a:pt x="673493" y="2444379"/>
                  </a:lnTo>
                  <a:lnTo>
                    <a:pt x="686963" y="2438530"/>
                  </a:lnTo>
                  <a:lnTo>
                    <a:pt x="700433" y="2432611"/>
                  </a:lnTo>
                  <a:lnTo>
                    <a:pt x="713903" y="2426619"/>
                  </a:lnTo>
                  <a:lnTo>
                    <a:pt x="727373" y="2420553"/>
                  </a:lnTo>
                  <a:lnTo>
                    <a:pt x="740843" y="2414411"/>
                  </a:lnTo>
                  <a:lnTo>
                    <a:pt x="754313" y="2408191"/>
                  </a:lnTo>
                  <a:lnTo>
                    <a:pt x="767783" y="2401891"/>
                  </a:lnTo>
                  <a:lnTo>
                    <a:pt x="781252" y="2395508"/>
                  </a:lnTo>
                  <a:lnTo>
                    <a:pt x="794722" y="2389042"/>
                  </a:lnTo>
                  <a:lnTo>
                    <a:pt x="808192" y="2382489"/>
                  </a:lnTo>
                  <a:lnTo>
                    <a:pt x="821662" y="2375848"/>
                  </a:lnTo>
                  <a:lnTo>
                    <a:pt x="835132" y="2369116"/>
                  </a:lnTo>
                  <a:lnTo>
                    <a:pt x="848602" y="2362292"/>
                  </a:lnTo>
                  <a:lnTo>
                    <a:pt x="862072" y="2355374"/>
                  </a:lnTo>
                  <a:lnTo>
                    <a:pt x="875542" y="2348359"/>
                  </a:lnTo>
                  <a:lnTo>
                    <a:pt x="889011" y="2341245"/>
                  </a:lnTo>
                  <a:lnTo>
                    <a:pt x="902481" y="2334031"/>
                  </a:lnTo>
                  <a:lnTo>
                    <a:pt x="915951" y="2326715"/>
                  </a:lnTo>
                  <a:lnTo>
                    <a:pt x="929421" y="2319295"/>
                  </a:lnTo>
                  <a:lnTo>
                    <a:pt x="942891" y="2311769"/>
                  </a:lnTo>
                  <a:lnTo>
                    <a:pt x="956361" y="2304137"/>
                  </a:lnTo>
                  <a:lnTo>
                    <a:pt x="969831" y="2296396"/>
                  </a:lnTo>
                  <a:lnTo>
                    <a:pt x="983301" y="2288545"/>
                  </a:lnTo>
                  <a:lnTo>
                    <a:pt x="996770" y="2280584"/>
                  </a:lnTo>
                  <a:lnTo>
                    <a:pt x="1010240" y="2272512"/>
                  </a:lnTo>
                  <a:lnTo>
                    <a:pt x="1023710" y="2264329"/>
                  </a:lnTo>
                  <a:lnTo>
                    <a:pt x="1037180" y="2256035"/>
                  </a:lnTo>
                  <a:lnTo>
                    <a:pt x="1050650" y="2247629"/>
                  </a:lnTo>
                  <a:lnTo>
                    <a:pt x="1064120" y="2239112"/>
                  </a:lnTo>
                  <a:lnTo>
                    <a:pt x="1077590" y="2230486"/>
                  </a:lnTo>
                  <a:lnTo>
                    <a:pt x="1091060" y="2221751"/>
                  </a:lnTo>
                  <a:lnTo>
                    <a:pt x="1104529" y="2212908"/>
                  </a:lnTo>
                  <a:lnTo>
                    <a:pt x="1117999" y="2203960"/>
                  </a:lnTo>
                  <a:lnTo>
                    <a:pt x="1131469" y="2194909"/>
                  </a:lnTo>
                  <a:lnTo>
                    <a:pt x="1144939" y="2185758"/>
                  </a:lnTo>
                  <a:lnTo>
                    <a:pt x="1158409" y="2176508"/>
                  </a:lnTo>
                  <a:lnTo>
                    <a:pt x="1171879" y="2167163"/>
                  </a:lnTo>
                  <a:lnTo>
                    <a:pt x="1185349" y="2157727"/>
                  </a:lnTo>
                  <a:lnTo>
                    <a:pt x="1198819" y="2148203"/>
                  </a:lnTo>
                  <a:lnTo>
                    <a:pt x="1212289" y="2138595"/>
                  </a:lnTo>
                  <a:lnTo>
                    <a:pt x="1225758" y="2128907"/>
                  </a:lnTo>
                  <a:lnTo>
                    <a:pt x="1239228" y="2119142"/>
                  </a:lnTo>
                  <a:lnTo>
                    <a:pt x="1252698" y="2109306"/>
                  </a:lnTo>
                  <a:lnTo>
                    <a:pt x="1266168" y="2099403"/>
                  </a:lnTo>
                  <a:lnTo>
                    <a:pt x="1279638" y="2089438"/>
                  </a:lnTo>
                  <a:lnTo>
                    <a:pt x="1293108" y="2079414"/>
                  </a:lnTo>
                  <a:lnTo>
                    <a:pt x="1306578" y="2069337"/>
                  </a:lnTo>
                  <a:lnTo>
                    <a:pt x="1320048" y="2059211"/>
                  </a:lnTo>
                  <a:lnTo>
                    <a:pt x="1333517" y="2049040"/>
                  </a:lnTo>
                  <a:lnTo>
                    <a:pt x="1346987" y="2038827"/>
                  </a:lnTo>
                  <a:lnTo>
                    <a:pt x="1360457" y="2028577"/>
                  </a:lnTo>
                  <a:lnTo>
                    <a:pt x="1373927" y="2018291"/>
                  </a:lnTo>
                  <a:lnTo>
                    <a:pt x="1387397" y="2007975"/>
                  </a:lnTo>
                  <a:lnTo>
                    <a:pt x="1400867" y="1997630"/>
                  </a:lnTo>
                  <a:lnTo>
                    <a:pt x="1414337" y="1987260"/>
                  </a:lnTo>
                  <a:lnTo>
                    <a:pt x="1427807" y="1976867"/>
                  </a:lnTo>
                  <a:lnTo>
                    <a:pt x="1441276" y="1966454"/>
                  </a:lnTo>
                  <a:lnTo>
                    <a:pt x="1454746" y="1956025"/>
                  </a:lnTo>
                  <a:lnTo>
                    <a:pt x="1468216" y="1945580"/>
                  </a:lnTo>
                  <a:lnTo>
                    <a:pt x="1481686" y="1935123"/>
                  </a:lnTo>
                  <a:lnTo>
                    <a:pt x="1495156" y="1924656"/>
                  </a:lnTo>
                  <a:lnTo>
                    <a:pt x="1508626" y="1914181"/>
                  </a:lnTo>
                  <a:lnTo>
                    <a:pt x="1522096" y="1903700"/>
                  </a:lnTo>
                  <a:lnTo>
                    <a:pt x="1535566" y="1893216"/>
                  </a:lnTo>
                  <a:lnTo>
                    <a:pt x="1549035" y="1882731"/>
                  </a:lnTo>
                  <a:lnTo>
                    <a:pt x="1562505" y="1872246"/>
                  </a:lnTo>
                  <a:lnTo>
                    <a:pt x="1575975" y="1861765"/>
                  </a:lnTo>
                  <a:lnTo>
                    <a:pt x="1589445" y="1851287"/>
                  </a:lnTo>
                  <a:lnTo>
                    <a:pt x="1602915" y="1840817"/>
                  </a:lnTo>
                  <a:lnTo>
                    <a:pt x="1616385" y="1828831"/>
                  </a:lnTo>
                  <a:lnTo>
                    <a:pt x="1629855" y="1814692"/>
                  </a:lnTo>
                  <a:lnTo>
                    <a:pt x="1643325" y="1800471"/>
                  </a:lnTo>
                  <a:lnTo>
                    <a:pt x="1656794" y="1786175"/>
                  </a:lnTo>
                  <a:lnTo>
                    <a:pt x="1670264" y="1771811"/>
                  </a:lnTo>
                  <a:lnTo>
                    <a:pt x="1683734" y="1757384"/>
                  </a:lnTo>
                  <a:lnTo>
                    <a:pt x="1697204" y="1742900"/>
                  </a:lnTo>
                  <a:lnTo>
                    <a:pt x="1710674" y="1728368"/>
                  </a:lnTo>
                  <a:lnTo>
                    <a:pt x="1724144" y="1713794"/>
                  </a:lnTo>
                  <a:lnTo>
                    <a:pt x="1737614" y="1699185"/>
                  </a:lnTo>
                  <a:lnTo>
                    <a:pt x="1751084" y="1684549"/>
                  </a:lnTo>
                  <a:lnTo>
                    <a:pt x="1764554" y="1669894"/>
                  </a:lnTo>
                  <a:lnTo>
                    <a:pt x="1778023" y="1655229"/>
                  </a:lnTo>
                  <a:lnTo>
                    <a:pt x="1791493" y="1640561"/>
                  </a:lnTo>
                  <a:lnTo>
                    <a:pt x="1804963" y="1625900"/>
                  </a:lnTo>
                  <a:lnTo>
                    <a:pt x="1818433" y="1611256"/>
                  </a:lnTo>
                  <a:lnTo>
                    <a:pt x="1831903" y="1596636"/>
                  </a:lnTo>
                  <a:lnTo>
                    <a:pt x="1845373" y="1582051"/>
                  </a:lnTo>
                  <a:lnTo>
                    <a:pt x="1858843" y="1567510"/>
                  </a:lnTo>
                  <a:lnTo>
                    <a:pt x="1872313" y="1553025"/>
                  </a:lnTo>
                  <a:lnTo>
                    <a:pt x="1885782" y="1538604"/>
                  </a:lnTo>
                  <a:lnTo>
                    <a:pt x="1899252" y="1524259"/>
                  </a:lnTo>
                  <a:lnTo>
                    <a:pt x="1912722" y="1510000"/>
                  </a:lnTo>
                  <a:lnTo>
                    <a:pt x="1926192" y="1495839"/>
                  </a:lnTo>
                  <a:lnTo>
                    <a:pt x="1939662" y="1481786"/>
                  </a:lnTo>
                  <a:lnTo>
                    <a:pt x="1953132" y="1467851"/>
                  </a:lnTo>
                  <a:lnTo>
                    <a:pt x="1966602" y="1454036"/>
                  </a:lnTo>
                  <a:lnTo>
                    <a:pt x="1980072" y="1440344"/>
                  </a:lnTo>
                  <a:lnTo>
                    <a:pt x="1993541" y="1426776"/>
                  </a:lnTo>
                  <a:lnTo>
                    <a:pt x="2007011" y="1413333"/>
                  </a:lnTo>
                  <a:lnTo>
                    <a:pt x="2020481" y="1400018"/>
                  </a:lnTo>
                  <a:lnTo>
                    <a:pt x="2033951" y="1386831"/>
                  </a:lnTo>
                  <a:lnTo>
                    <a:pt x="2047421" y="1373774"/>
                  </a:lnTo>
                  <a:lnTo>
                    <a:pt x="2060891" y="1360847"/>
                  </a:lnTo>
                  <a:lnTo>
                    <a:pt x="2074361" y="1348052"/>
                  </a:lnTo>
                  <a:lnTo>
                    <a:pt x="2087831" y="1335389"/>
                  </a:lnTo>
                  <a:lnTo>
                    <a:pt x="2101300" y="1322859"/>
                  </a:lnTo>
                  <a:lnTo>
                    <a:pt x="2114770" y="1310463"/>
                  </a:lnTo>
                  <a:lnTo>
                    <a:pt x="2128240" y="1298201"/>
                  </a:lnTo>
                  <a:lnTo>
                    <a:pt x="2141710" y="1286074"/>
                  </a:lnTo>
                  <a:lnTo>
                    <a:pt x="2155180" y="1274080"/>
                  </a:lnTo>
                  <a:lnTo>
                    <a:pt x="2168650" y="1262222"/>
                  </a:lnTo>
                  <a:lnTo>
                    <a:pt x="2182120" y="1250498"/>
                  </a:lnTo>
                  <a:lnTo>
                    <a:pt x="2195590" y="1238908"/>
                  </a:lnTo>
                  <a:lnTo>
                    <a:pt x="2209059" y="1227451"/>
                  </a:lnTo>
                  <a:lnTo>
                    <a:pt x="2222529" y="1216128"/>
                  </a:lnTo>
                  <a:lnTo>
                    <a:pt x="2235999" y="1204938"/>
                  </a:lnTo>
                  <a:lnTo>
                    <a:pt x="2249469" y="1193880"/>
                  </a:lnTo>
                  <a:lnTo>
                    <a:pt x="2262939" y="1182953"/>
                  </a:lnTo>
                  <a:lnTo>
                    <a:pt x="2276409" y="1172157"/>
                  </a:lnTo>
                  <a:lnTo>
                    <a:pt x="2289879" y="1161489"/>
                  </a:lnTo>
                  <a:lnTo>
                    <a:pt x="2303349" y="1150949"/>
                  </a:lnTo>
                  <a:lnTo>
                    <a:pt x="2316819" y="1140536"/>
                  </a:lnTo>
                  <a:lnTo>
                    <a:pt x="2330288" y="1130248"/>
                  </a:lnTo>
                  <a:lnTo>
                    <a:pt x="2343758" y="1120083"/>
                  </a:lnTo>
                  <a:lnTo>
                    <a:pt x="2357228" y="1110040"/>
                  </a:lnTo>
                  <a:lnTo>
                    <a:pt x="2370698" y="1100117"/>
                  </a:lnTo>
                  <a:lnTo>
                    <a:pt x="2384168" y="1090312"/>
                  </a:lnTo>
                  <a:lnTo>
                    <a:pt x="2397638" y="1080623"/>
                  </a:lnTo>
                  <a:lnTo>
                    <a:pt x="2411108" y="1071048"/>
                  </a:lnTo>
                  <a:lnTo>
                    <a:pt x="2424578" y="1061584"/>
                  </a:lnTo>
                  <a:lnTo>
                    <a:pt x="2438047" y="1052230"/>
                  </a:lnTo>
                  <a:lnTo>
                    <a:pt x="2451517" y="1042983"/>
                  </a:lnTo>
                  <a:lnTo>
                    <a:pt x="2464987" y="1033840"/>
                  </a:lnTo>
                  <a:lnTo>
                    <a:pt x="2478457" y="1024798"/>
                  </a:lnTo>
                  <a:lnTo>
                    <a:pt x="2491927" y="1015856"/>
                  </a:lnTo>
                  <a:lnTo>
                    <a:pt x="2505397" y="1007010"/>
                  </a:lnTo>
                  <a:lnTo>
                    <a:pt x="2518867" y="998257"/>
                  </a:lnTo>
                  <a:lnTo>
                    <a:pt x="2532337" y="989594"/>
                  </a:lnTo>
                  <a:lnTo>
                    <a:pt x="2545806" y="981019"/>
                  </a:lnTo>
                  <a:lnTo>
                    <a:pt x="2559276" y="972528"/>
                  </a:lnTo>
                  <a:lnTo>
                    <a:pt x="2572746" y="964118"/>
                  </a:lnTo>
                  <a:lnTo>
                    <a:pt x="2586216" y="955785"/>
                  </a:lnTo>
                  <a:lnTo>
                    <a:pt x="2599686" y="947528"/>
                  </a:lnTo>
                  <a:lnTo>
                    <a:pt x="2613156" y="939341"/>
                  </a:lnTo>
                  <a:lnTo>
                    <a:pt x="2626626" y="931222"/>
                  </a:lnTo>
                  <a:lnTo>
                    <a:pt x="2640096" y="923168"/>
                  </a:lnTo>
                  <a:lnTo>
                    <a:pt x="2653565" y="915175"/>
                  </a:lnTo>
                  <a:lnTo>
                    <a:pt x="2667035" y="907239"/>
                  </a:lnTo>
                  <a:lnTo>
                    <a:pt x="2680505" y="899358"/>
                  </a:lnTo>
                  <a:lnTo>
                    <a:pt x="2693975" y="891526"/>
                  </a:lnTo>
                  <a:lnTo>
                    <a:pt x="2707445" y="883742"/>
                  </a:lnTo>
                  <a:lnTo>
                    <a:pt x="2720915" y="876002"/>
                  </a:lnTo>
                  <a:lnTo>
                    <a:pt x="2734385" y="868301"/>
                  </a:lnTo>
                  <a:lnTo>
                    <a:pt x="2747855" y="860637"/>
                  </a:lnTo>
                  <a:lnTo>
                    <a:pt x="2761324" y="853005"/>
                  </a:lnTo>
                  <a:lnTo>
                    <a:pt x="2774794" y="845403"/>
                  </a:lnTo>
                  <a:lnTo>
                    <a:pt x="2788264" y="837827"/>
                  </a:lnTo>
                  <a:lnTo>
                    <a:pt x="2801734" y="830274"/>
                  </a:lnTo>
                  <a:lnTo>
                    <a:pt x="2815204" y="822739"/>
                  </a:lnTo>
                  <a:lnTo>
                    <a:pt x="2828674" y="815220"/>
                  </a:lnTo>
                  <a:lnTo>
                    <a:pt x="2842144" y="807714"/>
                  </a:lnTo>
                  <a:lnTo>
                    <a:pt x="2855614" y="800216"/>
                  </a:lnTo>
                  <a:lnTo>
                    <a:pt x="2869084" y="792723"/>
                  </a:lnTo>
                  <a:lnTo>
                    <a:pt x="2882553" y="785234"/>
                  </a:lnTo>
                  <a:lnTo>
                    <a:pt x="2896023" y="777743"/>
                  </a:lnTo>
                  <a:lnTo>
                    <a:pt x="2909493" y="770248"/>
                  </a:lnTo>
                  <a:lnTo>
                    <a:pt x="2922963" y="762746"/>
                  </a:lnTo>
                  <a:lnTo>
                    <a:pt x="2936433" y="755233"/>
                  </a:lnTo>
                  <a:lnTo>
                    <a:pt x="2949903" y="747707"/>
                  </a:lnTo>
                  <a:lnTo>
                    <a:pt x="2963373" y="740165"/>
                  </a:lnTo>
                  <a:lnTo>
                    <a:pt x="2976843" y="732604"/>
                  </a:lnTo>
                  <a:lnTo>
                    <a:pt x="2990312" y="725020"/>
                  </a:lnTo>
                  <a:lnTo>
                    <a:pt x="3003782" y="717412"/>
                  </a:lnTo>
                  <a:lnTo>
                    <a:pt x="3017252" y="709775"/>
                  </a:lnTo>
                  <a:lnTo>
                    <a:pt x="3030722" y="702108"/>
                  </a:lnTo>
                  <a:lnTo>
                    <a:pt x="3044192" y="694408"/>
                  </a:lnTo>
                  <a:lnTo>
                    <a:pt x="3057662" y="686671"/>
                  </a:lnTo>
                  <a:lnTo>
                    <a:pt x="3071132" y="678896"/>
                  </a:lnTo>
                  <a:lnTo>
                    <a:pt x="3084602" y="671080"/>
                  </a:lnTo>
                  <a:lnTo>
                    <a:pt x="3098071" y="663219"/>
                  </a:lnTo>
                  <a:lnTo>
                    <a:pt x="3111541" y="655312"/>
                  </a:lnTo>
                  <a:lnTo>
                    <a:pt x="3125011" y="647356"/>
                  </a:lnTo>
                  <a:lnTo>
                    <a:pt x="3138481" y="639349"/>
                  </a:lnTo>
                  <a:lnTo>
                    <a:pt x="3151951" y="631287"/>
                  </a:lnTo>
                  <a:lnTo>
                    <a:pt x="3165421" y="623170"/>
                  </a:lnTo>
                  <a:lnTo>
                    <a:pt x="3178891" y="614997"/>
                  </a:lnTo>
                  <a:lnTo>
                    <a:pt x="3192361" y="606768"/>
                  </a:lnTo>
                  <a:lnTo>
                    <a:pt x="3205830" y="598485"/>
                  </a:lnTo>
                  <a:lnTo>
                    <a:pt x="3219300" y="590147"/>
                  </a:lnTo>
                  <a:lnTo>
                    <a:pt x="3232770" y="581755"/>
                  </a:lnTo>
                  <a:lnTo>
                    <a:pt x="3246240" y="573310"/>
                  </a:lnTo>
                  <a:lnTo>
                    <a:pt x="3259710" y="564812"/>
                  </a:lnTo>
                  <a:lnTo>
                    <a:pt x="3273180" y="556260"/>
                  </a:lnTo>
                  <a:lnTo>
                    <a:pt x="3286650" y="547657"/>
                  </a:lnTo>
                  <a:lnTo>
                    <a:pt x="3300120" y="539001"/>
                  </a:lnTo>
                  <a:lnTo>
                    <a:pt x="3313589" y="530293"/>
                  </a:lnTo>
                  <a:lnTo>
                    <a:pt x="3327059" y="521535"/>
                  </a:lnTo>
                  <a:lnTo>
                    <a:pt x="3340529" y="512725"/>
                  </a:lnTo>
                  <a:lnTo>
                    <a:pt x="3353999" y="503864"/>
                  </a:lnTo>
                  <a:lnTo>
                    <a:pt x="3367469" y="494953"/>
                  </a:lnTo>
                  <a:lnTo>
                    <a:pt x="3380939" y="485992"/>
                  </a:lnTo>
                  <a:lnTo>
                    <a:pt x="3394409" y="476980"/>
                  </a:lnTo>
                  <a:lnTo>
                    <a:pt x="3407879" y="467920"/>
                  </a:lnTo>
                  <a:lnTo>
                    <a:pt x="3421349" y="458809"/>
                  </a:lnTo>
                  <a:lnTo>
                    <a:pt x="3434818" y="449650"/>
                  </a:lnTo>
                  <a:lnTo>
                    <a:pt x="3448288" y="440442"/>
                  </a:lnTo>
                  <a:lnTo>
                    <a:pt x="3461758" y="431185"/>
                  </a:lnTo>
                  <a:lnTo>
                    <a:pt x="3475228" y="421879"/>
                  </a:lnTo>
                  <a:lnTo>
                    <a:pt x="3488698" y="412526"/>
                  </a:lnTo>
                  <a:lnTo>
                    <a:pt x="3502168" y="403124"/>
                  </a:lnTo>
                  <a:lnTo>
                    <a:pt x="3515638" y="393674"/>
                  </a:lnTo>
                  <a:lnTo>
                    <a:pt x="3529108" y="384177"/>
                  </a:lnTo>
                  <a:lnTo>
                    <a:pt x="3542577" y="374632"/>
                  </a:lnTo>
                  <a:lnTo>
                    <a:pt x="3556047" y="365039"/>
                  </a:lnTo>
                  <a:lnTo>
                    <a:pt x="3569517" y="355399"/>
                  </a:lnTo>
                  <a:lnTo>
                    <a:pt x="3582987" y="345712"/>
                  </a:lnTo>
                  <a:lnTo>
                    <a:pt x="3596457" y="335978"/>
                  </a:lnTo>
                  <a:lnTo>
                    <a:pt x="3609927" y="326197"/>
                  </a:lnTo>
                  <a:lnTo>
                    <a:pt x="3623397" y="316369"/>
                  </a:lnTo>
                  <a:lnTo>
                    <a:pt x="3636867" y="306495"/>
                  </a:lnTo>
                  <a:lnTo>
                    <a:pt x="3650336" y="296573"/>
                  </a:lnTo>
                  <a:lnTo>
                    <a:pt x="3663806" y="286606"/>
                  </a:lnTo>
                  <a:lnTo>
                    <a:pt x="3677276" y="276591"/>
                  </a:lnTo>
                  <a:lnTo>
                    <a:pt x="3690746" y="266531"/>
                  </a:lnTo>
                  <a:lnTo>
                    <a:pt x="3704216" y="256424"/>
                  </a:lnTo>
                  <a:lnTo>
                    <a:pt x="3717686" y="246270"/>
                  </a:lnTo>
                  <a:lnTo>
                    <a:pt x="3731156" y="236070"/>
                  </a:lnTo>
                  <a:lnTo>
                    <a:pt x="3744626" y="225825"/>
                  </a:lnTo>
                  <a:lnTo>
                    <a:pt x="3758095" y="215533"/>
                  </a:lnTo>
                  <a:lnTo>
                    <a:pt x="3771565" y="205194"/>
                  </a:lnTo>
                  <a:lnTo>
                    <a:pt x="3785035" y="194810"/>
                  </a:lnTo>
                  <a:lnTo>
                    <a:pt x="3798505" y="184380"/>
                  </a:lnTo>
                  <a:lnTo>
                    <a:pt x="3811975" y="173903"/>
                  </a:lnTo>
                  <a:lnTo>
                    <a:pt x="3825445" y="163380"/>
                  </a:lnTo>
                  <a:lnTo>
                    <a:pt x="3838915" y="152812"/>
                  </a:lnTo>
                  <a:lnTo>
                    <a:pt x="3852385" y="142197"/>
                  </a:lnTo>
                  <a:lnTo>
                    <a:pt x="3865854" y="131536"/>
                  </a:lnTo>
                  <a:lnTo>
                    <a:pt x="3879324" y="120829"/>
                  </a:lnTo>
                  <a:lnTo>
                    <a:pt x="3892794" y="110076"/>
                  </a:lnTo>
                  <a:lnTo>
                    <a:pt x="3906264" y="99276"/>
                  </a:lnTo>
                  <a:lnTo>
                    <a:pt x="3919734" y="88431"/>
                  </a:lnTo>
                  <a:lnTo>
                    <a:pt x="3933204" y="77539"/>
                  </a:lnTo>
                  <a:lnTo>
                    <a:pt x="3946674" y="66601"/>
                  </a:lnTo>
                  <a:lnTo>
                    <a:pt x="3960144" y="55617"/>
                  </a:lnTo>
                  <a:lnTo>
                    <a:pt x="3973614" y="44586"/>
                  </a:lnTo>
                  <a:lnTo>
                    <a:pt x="3987083" y="33509"/>
                  </a:lnTo>
                  <a:lnTo>
                    <a:pt x="4000553" y="22386"/>
                  </a:lnTo>
                  <a:lnTo>
                    <a:pt x="4014023" y="11216"/>
                  </a:lnTo>
                  <a:lnTo>
                    <a:pt x="4027493" y="0"/>
                  </a:lnTo>
                  <a:lnTo>
                    <a:pt x="4027493" y="734688"/>
                  </a:lnTo>
                  <a:lnTo>
                    <a:pt x="4014023" y="738295"/>
                  </a:lnTo>
                  <a:lnTo>
                    <a:pt x="4000553" y="741901"/>
                  </a:lnTo>
                  <a:lnTo>
                    <a:pt x="3987083" y="745508"/>
                  </a:lnTo>
                  <a:lnTo>
                    <a:pt x="3973614" y="749114"/>
                  </a:lnTo>
                  <a:lnTo>
                    <a:pt x="3960144" y="752720"/>
                  </a:lnTo>
                  <a:lnTo>
                    <a:pt x="3946674" y="756327"/>
                  </a:lnTo>
                  <a:lnTo>
                    <a:pt x="3933204" y="759933"/>
                  </a:lnTo>
                  <a:lnTo>
                    <a:pt x="3919734" y="763540"/>
                  </a:lnTo>
                  <a:lnTo>
                    <a:pt x="3906264" y="767147"/>
                  </a:lnTo>
                  <a:lnTo>
                    <a:pt x="3892794" y="770755"/>
                  </a:lnTo>
                  <a:lnTo>
                    <a:pt x="3879324" y="774364"/>
                  </a:lnTo>
                  <a:lnTo>
                    <a:pt x="3865854" y="777973"/>
                  </a:lnTo>
                  <a:lnTo>
                    <a:pt x="3852385" y="781583"/>
                  </a:lnTo>
                  <a:lnTo>
                    <a:pt x="3838915" y="785195"/>
                  </a:lnTo>
                  <a:lnTo>
                    <a:pt x="3825445" y="788808"/>
                  </a:lnTo>
                  <a:lnTo>
                    <a:pt x="3811975" y="792422"/>
                  </a:lnTo>
                  <a:lnTo>
                    <a:pt x="3798505" y="796038"/>
                  </a:lnTo>
                  <a:lnTo>
                    <a:pt x="3785035" y="799655"/>
                  </a:lnTo>
                  <a:lnTo>
                    <a:pt x="3771565" y="803274"/>
                  </a:lnTo>
                  <a:lnTo>
                    <a:pt x="3758095" y="806896"/>
                  </a:lnTo>
                  <a:lnTo>
                    <a:pt x="3744626" y="810519"/>
                  </a:lnTo>
                  <a:lnTo>
                    <a:pt x="3731156" y="814145"/>
                  </a:lnTo>
                  <a:lnTo>
                    <a:pt x="3717686" y="817774"/>
                  </a:lnTo>
                  <a:lnTo>
                    <a:pt x="3704216" y="821406"/>
                  </a:lnTo>
                  <a:lnTo>
                    <a:pt x="3690746" y="825040"/>
                  </a:lnTo>
                  <a:lnTo>
                    <a:pt x="3677276" y="828678"/>
                  </a:lnTo>
                  <a:lnTo>
                    <a:pt x="3663806" y="832319"/>
                  </a:lnTo>
                  <a:lnTo>
                    <a:pt x="3650336" y="835964"/>
                  </a:lnTo>
                  <a:lnTo>
                    <a:pt x="3636867" y="839612"/>
                  </a:lnTo>
                  <a:lnTo>
                    <a:pt x="3623397" y="843265"/>
                  </a:lnTo>
                  <a:lnTo>
                    <a:pt x="3609927" y="846922"/>
                  </a:lnTo>
                  <a:lnTo>
                    <a:pt x="3596457" y="850583"/>
                  </a:lnTo>
                  <a:lnTo>
                    <a:pt x="3582987" y="854250"/>
                  </a:lnTo>
                  <a:lnTo>
                    <a:pt x="3569517" y="857921"/>
                  </a:lnTo>
                  <a:lnTo>
                    <a:pt x="3556047" y="861598"/>
                  </a:lnTo>
                  <a:lnTo>
                    <a:pt x="3542577" y="865280"/>
                  </a:lnTo>
                  <a:lnTo>
                    <a:pt x="3529108" y="868969"/>
                  </a:lnTo>
                  <a:lnTo>
                    <a:pt x="3515638" y="872663"/>
                  </a:lnTo>
                  <a:lnTo>
                    <a:pt x="3502168" y="876364"/>
                  </a:lnTo>
                  <a:lnTo>
                    <a:pt x="3488698" y="880072"/>
                  </a:lnTo>
                  <a:lnTo>
                    <a:pt x="3475228" y="883787"/>
                  </a:lnTo>
                  <a:lnTo>
                    <a:pt x="3461758" y="887509"/>
                  </a:lnTo>
                  <a:lnTo>
                    <a:pt x="3448288" y="891239"/>
                  </a:lnTo>
                  <a:lnTo>
                    <a:pt x="3434818" y="894977"/>
                  </a:lnTo>
                  <a:lnTo>
                    <a:pt x="3421349" y="898724"/>
                  </a:lnTo>
                  <a:lnTo>
                    <a:pt x="3407879" y="902480"/>
                  </a:lnTo>
                  <a:lnTo>
                    <a:pt x="3394409" y="906244"/>
                  </a:lnTo>
                  <a:lnTo>
                    <a:pt x="3380939" y="910019"/>
                  </a:lnTo>
                  <a:lnTo>
                    <a:pt x="3367469" y="913803"/>
                  </a:lnTo>
                  <a:lnTo>
                    <a:pt x="3353999" y="917598"/>
                  </a:lnTo>
                  <a:lnTo>
                    <a:pt x="3340529" y="921404"/>
                  </a:lnTo>
                  <a:lnTo>
                    <a:pt x="3327059" y="925221"/>
                  </a:lnTo>
                  <a:lnTo>
                    <a:pt x="3313589" y="929050"/>
                  </a:lnTo>
                  <a:lnTo>
                    <a:pt x="3300120" y="932891"/>
                  </a:lnTo>
                  <a:lnTo>
                    <a:pt x="3286650" y="936745"/>
                  </a:lnTo>
                  <a:lnTo>
                    <a:pt x="3273180" y="940612"/>
                  </a:lnTo>
                  <a:lnTo>
                    <a:pt x="3259710" y="944492"/>
                  </a:lnTo>
                  <a:lnTo>
                    <a:pt x="3246240" y="948387"/>
                  </a:lnTo>
                  <a:lnTo>
                    <a:pt x="3232770" y="952296"/>
                  </a:lnTo>
                  <a:lnTo>
                    <a:pt x="3219300" y="956221"/>
                  </a:lnTo>
                  <a:lnTo>
                    <a:pt x="3205830" y="960161"/>
                  </a:lnTo>
                  <a:lnTo>
                    <a:pt x="3192361" y="964117"/>
                  </a:lnTo>
                  <a:lnTo>
                    <a:pt x="3178891" y="968091"/>
                  </a:lnTo>
                  <a:lnTo>
                    <a:pt x="3165421" y="972081"/>
                  </a:lnTo>
                  <a:lnTo>
                    <a:pt x="3151951" y="976090"/>
                  </a:lnTo>
                  <a:lnTo>
                    <a:pt x="3138481" y="980118"/>
                  </a:lnTo>
                  <a:lnTo>
                    <a:pt x="3125011" y="984167"/>
                  </a:lnTo>
                  <a:lnTo>
                    <a:pt x="3111541" y="988240"/>
                  </a:lnTo>
                  <a:lnTo>
                    <a:pt x="3098071" y="992341"/>
                  </a:lnTo>
                  <a:lnTo>
                    <a:pt x="3084602" y="996472"/>
                  </a:lnTo>
                  <a:lnTo>
                    <a:pt x="3071132" y="1000637"/>
                  </a:lnTo>
                  <a:lnTo>
                    <a:pt x="3057662" y="1004838"/>
                  </a:lnTo>
                  <a:lnTo>
                    <a:pt x="3044192" y="1009078"/>
                  </a:lnTo>
                  <a:lnTo>
                    <a:pt x="3030722" y="1013359"/>
                  </a:lnTo>
                  <a:lnTo>
                    <a:pt x="3017252" y="1017685"/>
                  </a:lnTo>
                  <a:lnTo>
                    <a:pt x="3003782" y="1022057"/>
                  </a:lnTo>
                  <a:lnTo>
                    <a:pt x="2990312" y="1026479"/>
                  </a:lnTo>
                  <a:lnTo>
                    <a:pt x="2976843" y="1030951"/>
                  </a:lnTo>
                  <a:lnTo>
                    <a:pt x="2963373" y="1035478"/>
                  </a:lnTo>
                  <a:lnTo>
                    <a:pt x="2949903" y="1040059"/>
                  </a:lnTo>
                  <a:lnTo>
                    <a:pt x="2936433" y="1044699"/>
                  </a:lnTo>
                  <a:lnTo>
                    <a:pt x="2922963" y="1049398"/>
                  </a:lnTo>
                  <a:lnTo>
                    <a:pt x="2909493" y="1054159"/>
                  </a:lnTo>
                  <a:lnTo>
                    <a:pt x="2896023" y="1058982"/>
                  </a:lnTo>
                  <a:lnTo>
                    <a:pt x="2882553" y="1063871"/>
                  </a:lnTo>
                  <a:lnTo>
                    <a:pt x="2869084" y="1068826"/>
                  </a:lnTo>
                  <a:lnTo>
                    <a:pt x="2855614" y="1073848"/>
                  </a:lnTo>
                  <a:lnTo>
                    <a:pt x="2842144" y="1078940"/>
                  </a:lnTo>
                  <a:lnTo>
                    <a:pt x="2828674" y="1084101"/>
                  </a:lnTo>
                  <a:lnTo>
                    <a:pt x="2815204" y="1089334"/>
                  </a:lnTo>
                  <a:lnTo>
                    <a:pt x="2801734" y="1094640"/>
                  </a:lnTo>
                  <a:lnTo>
                    <a:pt x="2788264" y="1100018"/>
                  </a:lnTo>
                  <a:lnTo>
                    <a:pt x="2774794" y="1105471"/>
                  </a:lnTo>
                  <a:lnTo>
                    <a:pt x="2761324" y="1110999"/>
                  </a:lnTo>
                  <a:lnTo>
                    <a:pt x="2747855" y="1116602"/>
                  </a:lnTo>
                  <a:lnTo>
                    <a:pt x="2734385" y="1122281"/>
                  </a:lnTo>
                  <a:lnTo>
                    <a:pt x="2720915" y="1128037"/>
                  </a:lnTo>
                  <a:lnTo>
                    <a:pt x="2707445" y="1133870"/>
                  </a:lnTo>
                  <a:lnTo>
                    <a:pt x="2693975" y="1139780"/>
                  </a:lnTo>
                  <a:lnTo>
                    <a:pt x="2680505" y="1145768"/>
                  </a:lnTo>
                  <a:lnTo>
                    <a:pt x="2667035" y="1151834"/>
                  </a:lnTo>
                  <a:lnTo>
                    <a:pt x="2653565" y="1157977"/>
                  </a:lnTo>
                  <a:lnTo>
                    <a:pt x="2640096" y="1164198"/>
                  </a:lnTo>
                  <a:lnTo>
                    <a:pt x="2626626" y="1170498"/>
                  </a:lnTo>
                  <a:lnTo>
                    <a:pt x="2613156" y="1176875"/>
                  </a:lnTo>
                  <a:lnTo>
                    <a:pt x="2599686" y="1183330"/>
                  </a:lnTo>
                  <a:lnTo>
                    <a:pt x="2586216" y="1189863"/>
                  </a:lnTo>
                  <a:lnTo>
                    <a:pt x="2572746" y="1196473"/>
                  </a:lnTo>
                  <a:lnTo>
                    <a:pt x="2559276" y="1203160"/>
                  </a:lnTo>
                  <a:lnTo>
                    <a:pt x="2545806" y="1209925"/>
                  </a:lnTo>
                  <a:lnTo>
                    <a:pt x="2532337" y="1216766"/>
                  </a:lnTo>
                  <a:lnTo>
                    <a:pt x="2518867" y="1223684"/>
                  </a:lnTo>
                  <a:lnTo>
                    <a:pt x="2505397" y="1230677"/>
                  </a:lnTo>
                  <a:lnTo>
                    <a:pt x="2491927" y="1237747"/>
                  </a:lnTo>
                  <a:lnTo>
                    <a:pt x="2478457" y="1244891"/>
                  </a:lnTo>
                  <a:lnTo>
                    <a:pt x="2464987" y="1252110"/>
                  </a:lnTo>
                  <a:lnTo>
                    <a:pt x="2451517" y="1259404"/>
                  </a:lnTo>
                  <a:lnTo>
                    <a:pt x="2438047" y="1266772"/>
                  </a:lnTo>
                  <a:lnTo>
                    <a:pt x="2424578" y="1274213"/>
                  </a:lnTo>
                  <a:lnTo>
                    <a:pt x="2411108" y="1281727"/>
                  </a:lnTo>
                  <a:lnTo>
                    <a:pt x="2397638" y="1289313"/>
                  </a:lnTo>
                  <a:lnTo>
                    <a:pt x="2384168" y="1296971"/>
                  </a:lnTo>
                  <a:lnTo>
                    <a:pt x="2370698" y="1304701"/>
                  </a:lnTo>
                  <a:lnTo>
                    <a:pt x="2357228" y="1312502"/>
                  </a:lnTo>
                  <a:lnTo>
                    <a:pt x="2343758" y="1320373"/>
                  </a:lnTo>
                  <a:lnTo>
                    <a:pt x="2330288" y="1328313"/>
                  </a:lnTo>
                  <a:lnTo>
                    <a:pt x="2316819" y="1336323"/>
                  </a:lnTo>
                  <a:lnTo>
                    <a:pt x="2303349" y="1344402"/>
                  </a:lnTo>
                  <a:lnTo>
                    <a:pt x="2289879" y="1352549"/>
                  </a:lnTo>
                  <a:lnTo>
                    <a:pt x="2276409" y="1360763"/>
                  </a:lnTo>
                  <a:lnTo>
                    <a:pt x="2262939" y="1369044"/>
                  </a:lnTo>
                  <a:lnTo>
                    <a:pt x="2249469" y="1377392"/>
                  </a:lnTo>
                  <a:lnTo>
                    <a:pt x="2235999" y="1385805"/>
                  </a:lnTo>
                  <a:lnTo>
                    <a:pt x="2222529" y="1394284"/>
                  </a:lnTo>
                  <a:lnTo>
                    <a:pt x="2209059" y="1402827"/>
                  </a:lnTo>
                  <a:lnTo>
                    <a:pt x="2195590" y="1411435"/>
                  </a:lnTo>
                  <a:lnTo>
                    <a:pt x="2182120" y="1420105"/>
                  </a:lnTo>
                  <a:lnTo>
                    <a:pt x="2168650" y="1428839"/>
                  </a:lnTo>
                  <a:lnTo>
                    <a:pt x="2155180" y="1437634"/>
                  </a:lnTo>
                  <a:lnTo>
                    <a:pt x="2141710" y="1446491"/>
                  </a:lnTo>
                  <a:lnTo>
                    <a:pt x="2128240" y="1455409"/>
                  </a:lnTo>
                  <a:lnTo>
                    <a:pt x="2114770" y="1464387"/>
                  </a:lnTo>
                  <a:lnTo>
                    <a:pt x="2101300" y="1473425"/>
                  </a:lnTo>
                  <a:lnTo>
                    <a:pt x="2087831" y="1482522"/>
                  </a:lnTo>
                  <a:lnTo>
                    <a:pt x="2074361" y="1491677"/>
                  </a:lnTo>
                  <a:lnTo>
                    <a:pt x="2060891" y="1500889"/>
                  </a:lnTo>
                  <a:lnTo>
                    <a:pt x="2047421" y="1510159"/>
                  </a:lnTo>
                  <a:lnTo>
                    <a:pt x="2033951" y="1519484"/>
                  </a:lnTo>
                  <a:lnTo>
                    <a:pt x="2020481" y="1528865"/>
                  </a:lnTo>
                  <a:lnTo>
                    <a:pt x="2007011" y="1538301"/>
                  </a:lnTo>
                  <a:lnTo>
                    <a:pt x="1993541" y="1547791"/>
                  </a:lnTo>
                  <a:lnTo>
                    <a:pt x="1980072" y="1557334"/>
                  </a:lnTo>
                  <a:lnTo>
                    <a:pt x="1966602" y="1566930"/>
                  </a:lnTo>
                  <a:lnTo>
                    <a:pt x="1953132" y="1576577"/>
                  </a:lnTo>
                  <a:lnTo>
                    <a:pt x="1939662" y="1586275"/>
                  </a:lnTo>
                  <a:lnTo>
                    <a:pt x="1926192" y="1596024"/>
                  </a:lnTo>
                  <a:lnTo>
                    <a:pt x="1912722" y="1605821"/>
                  </a:lnTo>
                  <a:lnTo>
                    <a:pt x="1899252" y="1615666"/>
                  </a:lnTo>
                  <a:lnTo>
                    <a:pt x="1885782" y="1625556"/>
                  </a:lnTo>
                  <a:lnTo>
                    <a:pt x="1872313" y="1635489"/>
                  </a:lnTo>
                  <a:lnTo>
                    <a:pt x="1858843" y="1645464"/>
                  </a:lnTo>
                  <a:lnTo>
                    <a:pt x="1845373" y="1655480"/>
                  </a:lnTo>
                  <a:lnTo>
                    <a:pt x="1831903" y="1665535"/>
                  </a:lnTo>
                  <a:lnTo>
                    <a:pt x="1818433" y="1675627"/>
                  </a:lnTo>
                  <a:lnTo>
                    <a:pt x="1804963" y="1685754"/>
                  </a:lnTo>
                  <a:lnTo>
                    <a:pt x="1791493" y="1695915"/>
                  </a:lnTo>
                  <a:lnTo>
                    <a:pt x="1778023" y="1706109"/>
                  </a:lnTo>
                  <a:lnTo>
                    <a:pt x="1764554" y="1716333"/>
                  </a:lnTo>
                  <a:lnTo>
                    <a:pt x="1751084" y="1726587"/>
                  </a:lnTo>
                  <a:lnTo>
                    <a:pt x="1737614" y="1736868"/>
                  </a:lnTo>
                  <a:lnTo>
                    <a:pt x="1724144" y="1747174"/>
                  </a:lnTo>
                  <a:lnTo>
                    <a:pt x="1710674" y="1757505"/>
                  </a:lnTo>
                  <a:lnTo>
                    <a:pt x="1697204" y="1767858"/>
                  </a:lnTo>
                  <a:lnTo>
                    <a:pt x="1683734" y="1778232"/>
                  </a:lnTo>
                  <a:lnTo>
                    <a:pt x="1670264" y="1788626"/>
                  </a:lnTo>
                  <a:lnTo>
                    <a:pt x="1656794" y="1799036"/>
                  </a:lnTo>
                  <a:lnTo>
                    <a:pt x="1643325" y="1809462"/>
                  </a:lnTo>
                  <a:lnTo>
                    <a:pt x="1629855" y="1819902"/>
                  </a:lnTo>
                  <a:lnTo>
                    <a:pt x="1616385" y="1830354"/>
                  </a:lnTo>
                  <a:lnTo>
                    <a:pt x="1602915" y="1842885"/>
                  </a:lnTo>
                  <a:lnTo>
                    <a:pt x="1589445" y="1856847"/>
                  </a:lnTo>
                  <a:lnTo>
                    <a:pt x="1575975" y="1870712"/>
                  </a:lnTo>
                  <a:lnTo>
                    <a:pt x="1562505" y="1884477"/>
                  </a:lnTo>
                  <a:lnTo>
                    <a:pt x="1549035" y="1898136"/>
                  </a:lnTo>
                  <a:lnTo>
                    <a:pt x="1535566" y="1911685"/>
                  </a:lnTo>
                  <a:lnTo>
                    <a:pt x="1522096" y="1925121"/>
                  </a:lnTo>
                  <a:lnTo>
                    <a:pt x="1508626" y="1938440"/>
                  </a:lnTo>
                  <a:lnTo>
                    <a:pt x="1495156" y="1951638"/>
                  </a:lnTo>
                  <a:lnTo>
                    <a:pt x="1481686" y="1964713"/>
                  </a:lnTo>
                  <a:lnTo>
                    <a:pt x="1468216" y="1977661"/>
                  </a:lnTo>
                  <a:lnTo>
                    <a:pt x="1454746" y="1990481"/>
                  </a:lnTo>
                  <a:lnTo>
                    <a:pt x="1441276" y="2003170"/>
                  </a:lnTo>
                  <a:lnTo>
                    <a:pt x="1427807" y="2015727"/>
                  </a:lnTo>
                  <a:lnTo>
                    <a:pt x="1414337" y="2028148"/>
                  </a:lnTo>
                  <a:lnTo>
                    <a:pt x="1400867" y="2040434"/>
                  </a:lnTo>
                  <a:lnTo>
                    <a:pt x="1387397" y="2052582"/>
                  </a:lnTo>
                  <a:lnTo>
                    <a:pt x="1373927" y="2064593"/>
                  </a:lnTo>
                  <a:lnTo>
                    <a:pt x="1360457" y="2076465"/>
                  </a:lnTo>
                  <a:lnTo>
                    <a:pt x="1346987" y="2088198"/>
                  </a:lnTo>
                  <a:lnTo>
                    <a:pt x="1333517" y="2099793"/>
                  </a:lnTo>
                  <a:lnTo>
                    <a:pt x="1320048" y="2111250"/>
                  </a:lnTo>
                  <a:lnTo>
                    <a:pt x="1306578" y="2122569"/>
                  </a:lnTo>
                  <a:lnTo>
                    <a:pt x="1293108" y="2133751"/>
                  </a:lnTo>
                  <a:lnTo>
                    <a:pt x="1279638" y="2144799"/>
                  </a:lnTo>
                  <a:lnTo>
                    <a:pt x="1266168" y="2155717"/>
                  </a:lnTo>
                  <a:lnTo>
                    <a:pt x="1252698" y="2166511"/>
                  </a:lnTo>
                  <a:lnTo>
                    <a:pt x="1239228" y="2177185"/>
                  </a:lnTo>
                  <a:lnTo>
                    <a:pt x="1225758" y="2187745"/>
                  </a:lnTo>
                  <a:lnTo>
                    <a:pt x="1212289" y="2198197"/>
                  </a:lnTo>
                  <a:lnTo>
                    <a:pt x="1198819" y="2208544"/>
                  </a:lnTo>
                  <a:lnTo>
                    <a:pt x="1185349" y="2218793"/>
                  </a:lnTo>
                  <a:lnTo>
                    <a:pt x="1171879" y="2228947"/>
                  </a:lnTo>
                  <a:lnTo>
                    <a:pt x="1158409" y="2239012"/>
                  </a:lnTo>
                  <a:lnTo>
                    <a:pt x="1144939" y="2248990"/>
                  </a:lnTo>
                  <a:lnTo>
                    <a:pt x="1131469" y="2258887"/>
                  </a:lnTo>
                  <a:lnTo>
                    <a:pt x="1117999" y="2268705"/>
                  </a:lnTo>
                  <a:lnTo>
                    <a:pt x="1104529" y="2278448"/>
                  </a:lnTo>
                  <a:lnTo>
                    <a:pt x="1091060" y="2288119"/>
                  </a:lnTo>
                  <a:lnTo>
                    <a:pt x="1077590" y="2297720"/>
                  </a:lnTo>
                  <a:lnTo>
                    <a:pt x="1064120" y="2307254"/>
                  </a:lnTo>
                  <a:lnTo>
                    <a:pt x="1050650" y="2316723"/>
                  </a:lnTo>
                  <a:lnTo>
                    <a:pt x="1037180" y="2326128"/>
                  </a:lnTo>
                  <a:lnTo>
                    <a:pt x="1023710" y="2335471"/>
                  </a:lnTo>
                  <a:lnTo>
                    <a:pt x="1010240" y="2344754"/>
                  </a:lnTo>
                  <a:lnTo>
                    <a:pt x="996770" y="2353975"/>
                  </a:lnTo>
                  <a:lnTo>
                    <a:pt x="983301" y="2363137"/>
                  </a:lnTo>
                  <a:lnTo>
                    <a:pt x="969831" y="2372240"/>
                  </a:lnTo>
                  <a:lnTo>
                    <a:pt x="956361" y="2381283"/>
                  </a:lnTo>
                  <a:lnTo>
                    <a:pt x="942891" y="2390266"/>
                  </a:lnTo>
                  <a:lnTo>
                    <a:pt x="929421" y="2399190"/>
                  </a:lnTo>
                  <a:lnTo>
                    <a:pt x="915951" y="2408052"/>
                  </a:lnTo>
                  <a:lnTo>
                    <a:pt x="902481" y="2416854"/>
                  </a:lnTo>
                  <a:lnTo>
                    <a:pt x="889011" y="2425594"/>
                  </a:lnTo>
                  <a:lnTo>
                    <a:pt x="875542" y="2434271"/>
                  </a:lnTo>
                  <a:lnTo>
                    <a:pt x="862072" y="2442885"/>
                  </a:lnTo>
                  <a:lnTo>
                    <a:pt x="848602" y="2451434"/>
                  </a:lnTo>
                  <a:lnTo>
                    <a:pt x="835132" y="2459918"/>
                  </a:lnTo>
                  <a:lnTo>
                    <a:pt x="821662" y="2468336"/>
                  </a:lnTo>
                  <a:lnTo>
                    <a:pt x="808192" y="2476686"/>
                  </a:lnTo>
                  <a:lnTo>
                    <a:pt x="794722" y="2484967"/>
                  </a:lnTo>
                  <a:lnTo>
                    <a:pt x="781252" y="2493180"/>
                  </a:lnTo>
                  <a:lnTo>
                    <a:pt x="767783" y="2501322"/>
                  </a:lnTo>
                  <a:lnTo>
                    <a:pt x="754313" y="2509393"/>
                  </a:lnTo>
                  <a:lnTo>
                    <a:pt x="740843" y="2517392"/>
                  </a:lnTo>
                  <a:lnTo>
                    <a:pt x="727373" y="2525318"/>
                  </a:lnTo>
                  <a:lnTo>
                    <a:pt x="713903" y="2533171"/>
                  </a:lnTo>
                  <a:lnTo>
                    <a:pt x="700433" y="2540950"/>
                  </a:lnTo>
                  <a:lnTo>
                    <a:pt x="686963" y="2548653"/>
                  </a:lnTo>
                  <a:lnTo>
                    <a:pt x="673493" y="2556281"/>
                  </a:lnTo>
                  <a:lnTo>
                    <a:pt x="660024" y="2563833"/>
                  </a:lnTo>
                  <a:lnTo>
                    <a:pt x="646554" y="2571308"/>
                  </a:lnTo>
                  <a:lnTo>
                    <a:pt x="633084" y="2578706"/>
                  </a:lnTo>
                  <a:lnTo>
                    <a:pt x="619614" y="2586027"/>
                  </a:lnTo>
                  <a:lnTo>
                    <a:pt x="606144" y="2593269"/>
                  </a:lnTo>
                  <a:lnTo>
                    <a:pt x="592674" y="2600433"/>
                  </a:lnTo>
                  <a:lnTo>
                    <a:pt x="579204" y="2607519"/>
                  </a:lnTo>
                  <a:lnTo>
                    <a:pt x="565734" y="2614526"/>
                  </a:lnTo>
                  <a:lnTo>
                    <a:pt x="552264" y="2621455"/>
                  </a:lnTo>
                  <a:lnTo>
                    <a:pt x="538795" y="2628304"/>
                  </a:lnTo>
                  <a:lnTo>
                    <a:pt x="525325" y="2635074"/>
                  </a:lnTo>
                  <a:lnTo>
                    <a:pt x="511855" y="2641765"/>
                  </a:lnTo>
                  <a:lnTo>
                    <a:pt x="498385" y="2648377"/>
                  </a:lnTo>
                  <a:lnTo>
                    <a:pt x="484915" y="2654910"/>
                  </a:lnTo>
                  <a:lnTo>
                    <a:pt x="471445" y="2661364"/>
                  </a:lnTo>
                  <a:lnTo>
                    <a:pt x="457975" y="2667739"/>
                  </a:lnTo>
                  <a:lnTo>
                    <a:pt x="444505" y="2674036"/>
                  </a:lnTo>
                  <a:lnTo>
                    <a:pt x="431036" y="2680254"/>
                  </a:lnTo>
                  <a:lnTo>
                    <a:pt x="417566" y="2686394"/>
                  </a:lnTo>
                  <a:lnTo>
                    <a:pt x="404096" y="2692455"/>
                  </a:lnTo>
                  <a:lnTo>
                    <a:pt x="390626" y="2698440"/>
                  </a:lnTo>
                  <a:lnTo>
                    <a:pt x="377156" y="2704348"/>
                  </a:lnTo>
                  <a:lnTo>
                    <a:pt x="363686" y="2710180"/>
                  </a:lnTo>
                  <a:lnTo>
                    <a:pt x="350216" y="2715938"/>
                  </a:lnTo>
                  <a:lnTo>
                    <a:pt x="336746" y="2721621"/>
                  </a:lnTo>
                  <a:lnTo>
                    <a:pt x="323277" y="2727231"/>
                  </a:lnTo>
                  <a:lnTo>
                    <a:pt x="309807" y="2732769"/>
                  </a:lnTo>
                  <a:lnTo>
                    <a:pt x="296337" y="2738235"/>
                  </a:lnTo>
                  <a:lnTo>
                    <a:pt x="282867" y="2743631"/>
                  </a:lnTo>
                  <a:lnTo>
                    <a:pt x="269397" y="2748956"/>
                  </a:lnTo>
                  <a:lnTo>
                    <a:pt x="255927" y="2754213"/>
                  </a:lnTo>
                  <a:lnTo>
                    <a:pt x="242457" y="2759400"/>
                  </a:lnTo>
                  <a:lnTo>
                    <a:pt x="228987" y="2764521"/>
                  </a:lnTo>
                  <a:lnTo>
                    <a:pt x="215518" y="2769575"/>
                  </a:lnTo>
                  <a:lnTo>
                    <a:pt x="202048" y="2774562"/>
                  </a:lnTo>
                  <a:lnTo>
                    <a:pt x="188578" y="2779485"/>
                  </a:lnTo>
                  <a:lnTo>
                    <a:pt x="175108" y="2784343"/>
                  </a:lnTo>
                  <a:lnTo>
                    <a:pt x="161638" y="2789138"/>
                  </a:lnTo>
                  <a:lnTo>
                    <a:pt x="148168" y="2793870"/>
                  </a:lnTo>
                  <a:lnTo>
                    <a:pt x="134698" y="2798540"/>
                  </a:lnTo>
                  <a:lnTo>
                    <a:pt x="121228" y="2803149"/>
                  </a:lnTo>
                  <a:lnTo>
                    <a:pt x="107759" y="2807697"/>
                  </a:lnTo>
                  <a:lnTo>
                    <a:pt x="94289" y="2812186"/>
                  </a:lnTo>
                  <a:lnTo>
                    <a:pt x="80819" y="2816615"/>
                  </a:lnTo>
                  <a:lnTo>
                    <a:pt x="67349" y="2820987"/>
                  </a:lnTo>
                  <a:lnTo>
                    <a:pt x="53879" y="2825301"/>
                  </a:lnTo>
                  <a:lnTo>
                    <a:pt x="40409" y="2829558"/>
                  </a:lnTo>
                  <a:lnTo>
                    <a:pt x="26939" y="2833759"/>
                  </a:lnTo>
                  <a:lnTo>
                    <a:pt x="13469" y="2837904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70358" y="139178"/>
              <a:ext cx="4027493" cy="2674798"/>
            </a:xfrm>
            <a:custGeom>
              <a:avLst/>
              <a:pathLst>
                <a:path w="4027493" h="2674798">
                  <a:moveTo>
                    <a:pt x="0" y="2674798"/>
                  </a:moveTo>
                  <a:lnTo>
                    <a:pt x="13469" y="2671085"/>
                  </a:lnTo>
                  <a:lnTo>
                    <a:pt x="26939" y="2667341"/>
                  </a:lnTo>
                  <a:lnTo>
                    <a:pt x="40409" y="2663568"/>
                  </a:lnTo>
                  <a:lnTo>
                    <a:pt x="53879" y="2659763"/>
                  </a:lnTo>
                  <a:lnTo>
                    <a:pt x="67349" y="2655928"/>
                  </a:lnTo>
                  <a:lnTo>
                    <a:pt x="80819" y="2652062"/>
                  </a:lnTo>
                  <a:lnTo>
                    <a:pt x="94289" y="2648164"/>
                  </a:lnTo>
                  <a:lnTo>
                    <a:pt x="107759" y="2644235"/>
                  </a:lnTo>
                  <a:lnTo>
                    <a:pt x="121228" y="2640273"/>
                  </a:lnTo>
                  <a:lnTo>
                    <a:pt x="134698" y="2636279"/>
                  </a:lnTo>
                  <a:lnTo>
                    <a:pt x="148168" y="2632252"/>
                  </a:lnTo>
                  <a:lnTo>
                    <a:pt x="161638" y="2628192"/>
                  </a:lnTo>
                  <a:lnTo>
                    <a:pt x="175108" y="2624099"/>
                  </a:lnTo>
                  <a:lnTo>
                    <a:pt x="188578" y="2619972"/>
                  </a:lnTo>
                  <a:lnTo>
                    <a:pt x="202048" y="2615811"/>
                  </a:lnTo>
                  <a:lnTo>
                    <a:pt x="215518" y="2611615"/>
                  </a:lnTo>
                  <a:lnTo>
                    <a:pt x="228987" y="2607385"/>
                  </a:lnTo>
                  <a:lnTo>
                    <a:pt x="242457" y="2603119"/>
                  </a:lnTo>
                  <a:lnTo>
                    <a:pt x="255927" y="2598818"/>
                  </a:lnTo>
                  <a:lnTo>
                    <a:pt x="269397" y="2594481"/>
                  </a:lnTo>
                  <a:lnTo>
                    <a:pt x="282867" y="2590107"/>
                  </a:lnTo>
                  <a:lnTo>
                    <a:pt x="296337" y="2585697"/>
                  </a:lnTo>
                  <a:lnTo>
                    <a:pt x="309807" y="2581249"/>
                  </a:lnTo>
                  <a:lnTo>
                    <a:pt x="323277" y="2576764"/>
                  </a:lnTo>
                  <a:lnTo>
                    <a:pt x="336746" y="2572240"/>
                  </a:lnTo>
                  <a:lnTo>
                    <a:pt x="350216" y="2567678"/>
                  </a:lnTo>
                  <a:lnTo>
                    <a:pt x="363686" y="2563076"/>
                  </a:lnTo>
                  <a:lnTo>
                    <a:pt x="377156" y="2558435"/>
                  </a:lnTo>
                  <a:lnTo>
                    <a:pt x="390626" y="2553754"/>
                  </a:lnTo>
                  <a:lnTo>
                    <a:pt x="404096" y="2549032"/>
                  </a:lnTo>
                  <a:lnTo>
                    <a:pt x="417566" y="2544268"/>
                  </a:lnTo>
                  <a:lnTo>
                    <a:pt x="431036" y="2539462"/>
                  </a:lnTo>
                  <a:lnTo>
                    <a:pt x="444505" y="2534614"/>
                  </a:lnTo>
                  <a:lnTo>
                    <a:pt x="457975" y="2529721"/>
                  </a:lnTo>
                  <a:lnTo>
                    <a:pt x="471445" y="2524782"/>
                  </a:lnTo>
                  <a:lnTo>
                    <a:pt x="484915" y="2519797"/>
                  </a:lnTo>
                  <a:lnTo>
                    <a:pt x="498385" y="2514765"/>
                  </a:lnTo>
                  <a:lnTo>
                    <a:pt x="511855" y="2509683"/>
                  </a:lnTo>
                  <a:lnTo>
                    <a:pt x="525325" y="2504551"/>
                  </a:lnTo>
                  <a:lnTo>
                    <a:pt x="538795" y="2499368"/>
                  </a:lnTo>
                  <a:lnTo>
                    <a:pt x="552264" y="2494131"/>
                  </a:lnTo>
                  <a:lnTo>
                    <a:pt x="565734" y="2488841"/>
                  </a:lnTo>
                  <a:lnTo>
                    <a:pt x="579204" y="2483494"/>
                  </a:lnTo>
                  <a:lnTo>
                    <a:pt x="592674" y="2478090"/>
                  </a:lnTo>
                  <a:lnTo>
                    <a:pt x="606144" y="2472628"/>
                  </a:lnTo>
                  <a:lnTo>
                    <a:pt x="619614" y="2467105"/>
                  </a:lnTo>
                  <a:lnTo>
                    <a:pt x="633084" y="2461521"/>
                  </a:lnTo>
                  <a:lnTo>
                    <a:pt x="646554" y="2455873"/>
                  </a:lnTo>
                  <a:lnTo>
                    <a:pt x="660024" y="2450159"/>
                  </a:lnTo>
                  <a:lnTo>
                    <a:pt x="673493" y="2444379"/>
                  </a:lnTo>
                  <a:lnTo>
                    <a:pt x="686963" y="2438530"/>
                  </a:lnTo>
                  <a:lnTo>
                    <a:pt x="700433" y="2432611"/>
                  </a:lnTo>
                  <a:lnTo>
                    <a:pt x="713903" y="2426619"/>
                  </a:lnTo>
                  <a:lnTo>
                    <a:pt x="727373" y="2420553"/>
                  </a:lnTo>
                  <a:lnTo>
                    <a:pt x="740843" y="2414411"/>
                  </a:lnTo>
                  <a:lnTo>
                    <a:pt x="754313" y="2408191"/>
                  </a:lnTo>
                  <a:lnTo>
                    <a:pt x="767783" y="2401891"/>
                  </a:lnTo>
                  <a:lnTo>
                    <a:pt x="781252" y="2395508"/>
                  </a:lnTo>
                  <a:lnTo>
                    <a:pt x="794722" y="2389042"/>
                  </a:lnTo>
                  <a:lnTo>
                    <a:pt x="808192" y="2382489"/>
                  </a:lnTo>
                  <a:lnTo>
                    <a:pt x="821662" y="2375848"/>
                  </a:lnTo>
                  <a:lnTo>
                    <a:pt x="835132" y="2369116"/>
                  </a:lnTo>
                  <a:lnTo>
                    <a:pt x="848602" y="2362292"/>
                  </a:lnTo>
                  <a:lnTo>
                    <a:pt x="862072" y="2355374"/>
                  </a:lnTo>
                  <a:lnTo>
                    <a:pt x="875542" y="2348359"/>
                  </a:lnTo>
                  <a:lnTo>
                    <a:pt x="889011" y="2341245"/>
                  </a:lnTo>
                  <a:lnTo>
                    <a:pt x="902481" y="2334031"/>
                  </a:lnTo>
                  <a:lnTo>
                    <a:pt x="915951" y="2326715"/>
                  </a:lnTo>
                  <a:lnTo>
                    <a:pt x="929421" y="2319295"/>
                  </a:lnTo>
                  <a:lnTo>
                    <a:pt x="942891" y="2311769"/>
                  </a:lnTo>
                  <a:lnTo>
                    <a:pt x="956361" y="2304137"/>
                  </a:lnTo>
                  <a:lnTo>
                    <a:pt x="969831" y="2296396"/>
                  </a:lnTo>
                  <a:lnTo>
                    <a:pt x="983301" y="2288545"/>
                  </a:lnTo>
                  <a:lnTo>
                    <a:pt x="996770" y="2280584"/>
                  </a:lnTo>
                  <a:lnTo>
                    <a:pt x="1010240" y="2272512"/>
                  </a:lnTo>
                  <a:lnTo>
                    <a:pt x="1023710" y="2264329"/>
                  </a:lnTo>
                  <a:lnTo>
                    <a:pt x="1037180" y="2256035"/>
                  </a:lnTo>
                  <a:lnTo>
                    <a:pt x="1050650" y="2247629"/>
                  </a:lnTo>
                  <a:lnTo>
                    <a:pt x="1064120" y="2239112"/>
                  </a:lnTo>
                  <a:lnTo>
                    <a:pt x="1077590" y="2230486"/>
                  </a:lnTo>
                  <a:lnTo>
                    <a:pt x="1091060" y="2221751"/>
                  </a:lnTo>
                  <a:lnTo>
                    <a:pt x="1104529" y="2212908"/>
                  </a:lnTo>
                  <a:lnTo>
                    <a:pt x="1117999" y="2203960"/>
                  </a:lnTo>
                  <a:lnTo>
                    <a:pt x="1131469" y="2194909"/>
                  </a:lnTo>
                  <a:lnTo>
                    <a:pt x="1144939" y="2185758"/>
                  </a:lnTo>
                  <a:lnTo>
                    <a:pt x="1158409" y="2176508"/>
                  </a:lnTo>
                  <a:lnTo>
                    <a:pt x="1171879" y="2167163"/>
                  </a:lnTo>
                  <a:lnTo>
                    <a:pt x="1185349" y="2157727"/>
                  </a:lnTo>
                  <a:lnTo>
                    <a:pt x="1198819" y="2148203"/>
                  </a:lnTo>
                  <a:lnTo>
                    <a:pt x="1212289" y="2138595"/>
                  </a:lnTo>
                  <a:lnTo>
                    <a:pt x="1225758" y="2128907"/>
                  </a:lnTo>
                  <a:lnTo>
                    <a:pt x="1239228" y="2119142"/>
                  </a:lnTo>
                  <a:lnTo>
                    <a:pt x="1252698" y="2109306"/>
                  </a:lnTo>
                  <a:lnTo>
                    <a:pt x="1266168" y="2099403"/>
                  </a:lnTo>
                  <a:lnTo>
                    <a:pt x="1279638" y="2089438"/>
                  </a:lnTo>
                  <a:lnTo>
                    <a:pt x="1293108" y="2079414"/>
                  </a:lnTo>
                  <a:lnTo>
                    <a:pt x="1306578" y="2069337"/>
                  </a:lnTo>
                  <a:lnTo>
                    <a:pt x="1320048" y="2059211"/>
                  </a:lnTo>
                  <a:lnTo>
                    <a:pt x="1333517" y="2049040"/>
                  </a:lnTo>
                  <a:lnTo>
                    <a:pt x="1346987" y="2038827"/>
                  </a:lnTo>
                  <a:lnTo>
                    <a:pt x="1360457" y="2028577"/>
                  </a:lnTo>
                  <a:lnTo>
                    <a:pt x="1373927" y="2018291"/>
                  </a:lnTo>
                  <a:lnTo>
                    <a:pt x="1387397" y="2007975"/>
                  </a:lnTo>
                  <a:lnTo>
                    <a:pt x="1400867" y="1997630"/>
                  </a:lnTo>
                  <a:lnTo>
                    <a:pt x="1414337" y="1987260"/>
                  </a:lnTo>
                  <a:lnTo>
                    <a:pt x="1427807" y="1976867"/>
                  </a:lnTo>
                  <a:lnTo>
                    <a:pt x="1441276" y="1966454"/>
                  </a:lnTo>
                  <a:lnTo>
                    <a:pt x="1454746" y="1956025"/>
                  </a:lnTo>
                  <a:lnTo>
                    <a:pt x="1468216" y="1945580"/>
                  </a:lnTo>
                  <a:lnTo>
                    <a:pt x="1481686" y="1935123"/>
                  </a:lnTo>
                  <a:lnTo>
                    <a:pt x="1495156" y="1924656"/>
                  </a:lnTo>
                  <a:lnTo>
                    <a:pt x="1508626" y="1914181"/>
                  </a:lnTo>
                  <a:lnTo>
                    <a:pt x="1522096" y="1903700"/>
                  </a:lnTo>
                  <a:lnTo>
                    <a:pt x="1535566" y="1893216"/>
                  </a:lnTo>
                  <a:lnTo>
                    <a:pt x="1549035" y="1882731"/>
                  </a:lnTo>
                  <a:lnTo>
                    <a:pt x="1562505" y="1872246"/>
                  </a:lnTo>
                  <a:lnTo>
                    <a:pt x="1575975" y="1861765"/>
                  </a:lnTo>
                  <a:lnTo>
                    <a:pt x="1589445" y="1851287"/>
                  </a:lnTo>
                  <a:lnTo>
                    <a:pt x="1602915" y="1840817"/>
                  </a:lnTo>
                  <a:lnTo>
                    <a:pt x="1616385" y="1828831"/>
                  </a:lnTo>
                  <a:lnTo>
                    <a:pt x="1629855" y="1814692"/>
                  </a:lnTo>
                  <a:lnTo>
                    <a:pt x="1643325" y="1800471"/>
                  </a:lnTo>
                  <a:lnTo>
                    <a:pt x="1656794" y="1786175"/>
                  </a:lnTo>
                  <a:lnTo>
                    <a:pt x="1670264" y="1771811"/>
                  </a:lnTo>
                  <a:lnTo>
                    <a:pt x="1683734" y="1757384"/>
                  </a:lnTo>
                  <a:lnTo>
                    <a:pt x="1697204" y="1742900"/>
                  </a:lnTo>
                  <a:lnTo>
                    <a:pt x="1710674" y="1728368"/>
                  </a:lnTo>
                  <a:lnTo>
                    <a:pt x="1724144" y="1713794"/>
                  </a:lnTo>
                  <a:lnTo>
                    <a:pt x="1737614" y="1699185"/>
                  </a:lnTo>
                  <a:lnTo>
                    <a:pt x="1751084" y="1684549"/>
                  </a:lnTo>
                  <a:lnTo>
                    <a:pt x="1764554" y="1669894"/>
                  </a:lnTo>
                  <a:lnTo>
                    <a:pt x="1778023" y="1655229"/>
                  </a:lnTo>
                  <a:lnTo>
                    <a:pt x="1791493" y="1640561"/>
                  </a:lnTo>
                  <a:lnTo>
                    <a:pt x="1804963" y="1625900"/>
                  </a:lnTo>
                  <a:lnTo>
                    <a:pt x="1818433" y="1611256"/>
                  </a:lnTo>
                  <a:lnTo>
                    <a:pt x="1831903" y="1596636"/>
                  </a:lnTo>
                  <a:lnTo>
                    <a:pt x="1845373" y="1582051"/>
                  </a:lnTo>
                  <a:lnTo>
                    <a:pt x="1858843" y="1567510"/>
                  </a:lnTo>
                  <a:lnTo>
                    <a:pt x="1872313" y="1553025"/>
                  </a:lnTo>
                  <a:lnTo>
                    <a:pt x="1885782" y="1538604"/>
                  </a:lnTo>
                  <a:lnTo>
                    <a:pt x="1899252" y="1524259"/>
                  </a:lnTo>
                  <a:lnTo>
                    <a:pt x="1912722" y="1510000"/>
                  </a:lnTo>
                  <a:lnTo>
                    <a:pt x="1926192" y="1495839"/>
                  </a:lnTo>
                  <a:lnTo>
                    <a:pt x="1939662" y="1481786"/>
                  </a:lnTo>
                  <a:lnTo>
                    <a:pt x="1953132" y="1467851"/>
                  </a:lnTo>
                  <a:lnTo>
                    <a:pt x="1966602" y="1454036"/>
                  </a:lnTo>
                  <a:lnTo>
                    <a:pt x="1980072" y="1440344"/>
                  </a:lnTo>
                  <a:lnTo>
                    <a:pt x="1993541" y="1426776"/>
                  </a:lnTo>
                  <a:lnTo>
                    <a:pt x="2007011" y="1413333"/>
                  </a:lnTo>
                  <a:lnTo>
                    <a:pt x="2020481" y="1400018"/>
                  </a:lnTo>
                  <a:lnTo>
                    <a:pt x="2033951" y="1386831"/>
                  </a:lnTo>
                  <a:lnTo>
                    <a:pt x="2047421" y="1373774"/>
                  </a:lnTo>
                  <a:lnTo>
                    <a:pt x="2060891" y="1360847"/>
                  </a:lnTo>
                  <a:lnTo>
                    <a:pt x="2074361" y="1348052"/>
                  </a:lnTo>
                  <a:lnTo>
                    <a:pt x="2087831" y="1335389"/>
                  </a:lnTo>
                  <a:lnTo>
                    <a:pt x="2101300" y="1322859"/>
                  </a:lnTo>
                  <a:lnTo>
                    <a:pt x="2114770" y="1310463"/>
                  </a:lnTo>
                  <a:lnTo>
                    <a:pt x="2128240" y="1298201"/>
                  </a:lnTo>
                  <a:lnTo>
                    <a:pt x="2141710" y="1286074"/>
                  </a:lnTo>
                  <a:lnTo>
                    <a:pt x="2155180" y="1274080"/>
                  </a:lnTo>
                  <a:lnTo>
                    <a:pt x="2168650" y="1262222"/>
                  </a:lnTo>
                  <a:lnTo>
                    <a:pt x="2182120" y="1250498"/>
                  </a:lnTo>
                  <a:lnTo>
                    <a:pt x="2195590" y="1238908"/>
                  </a:lnTo>
                  <a:lnTo>
                    <a:pt x="2209059" y="1227451"/>
                  </a:lnTo>
                  <a:lnTo>
                    <a:pt x="2222529" y="1216128"/>
                  </a:lnTo>
                  <a:lnTo>
                    <a:pt x="2235999" y="1204938"/>
                  </a:lnTo>
                  <a:lnTo>
                    <a:pt x="2249469" y="1193880"/>
                  </a:lnTo>
                  <a:lnTo>
                    <a:pt x="2262939" y="1182953"/>
                  </a:lnTo>
                  <a:lnTo>
                    <a:pt x="2276409" y="1172157"/>
                  </a:lnTo>
                  <a:lnTo>
                    <a:pt x="2289879" y="1161489"/>
                  </a:lnTo>
                  <a:lnTo>
                    <a:pt x="2303349" y="1150949"/>
                  </a:lnTo>
                  <a:lnTo>
                    <a:pt x="2316819" y="1140536"/>
                  </a:lnTo>
                  <a:lnTo>
                    <a:pt x="2330288" y="1130248"/>
                  </a:lnTo>
                  <a:lnTo>
                    <a:pt x="2343758" y="1120083"/>
                  </a:lnTo>
                  <a:lnTo>
                    <a:pt x="2357228" y="1110040"/>
                  </a:lnTo>
                  <a:lnTo>
                    <a:pt x="2370698" y="1100117"/>
                  </a:lnTo>
                  <a:lnTo>
                    <a:pt x="2384168" y="1090312"/>
                  </a:lnTo>
                  <a:lnTo>
                    <a:pt x="2397638" y="1080623"/>
                  </a:lnTo>
                  <a:lnTo>
                    <a:pt x="2411108" y="1071048"/>
                  </a:lnTo>
                  <a:lnTo>
                    <a:pt x="2424578" y="1061584"/>
                  </a:lnTo>
                  <a:lnTo>
                    <a:pt x="2438047" y="1052230"/>
                  </a:lnTo>
                  <a:lnTo>
                    <a:pt x="2451517" y="1042983"/>
                  </a:lnTo>
                  <a:lnTo>
                    <a:pt x="2464987" y="1033840"/>
                  </a:lnTo>
                  <a:lnTo>
                    <a:pt x="2478457" y="1024798"/>
                  </a:lnTo>
                  <a:lnTo>
                    <a:pt x="2491927" y="1015856"/>
                  </a:lnTo>
                  <a:lnTo>
                    <a:pt x="2505397" y="1007010"/>
                  </a:lnTo>
                  <a:lnTo>
                    <a:pt x="2518867" y="998257"/>
                  </a:lnTo>
                  <a:lnTo>
                    <a:pt x="2532337" y="989594"/>
                  </a:lnTo>
                  <a:lnTo>
                    <a:pt x="2545806" y="981019"/>
                  </a:lnTo>
                  <a:lnTo>
                    <a:pt x="2559276" y="972528"/>
                  </a:lnTo>
                  <a:lnTo>
                    <a:pt x="2572746" y="964118"/>
                  </a:lnTo>
                  <a:lnTo>
                    <a:pt x="2586216" y="955785"/>
                  </a:lnTo>
                  <a:lnTo>
                    <a:pt x="2599686" y="947528"/>
                  </a:lnTo>
                  <a:lnTo>
                    <a:pt x="2613156" y="939341"/>
                  </a:lnTo>
                  <a:lnTo>
                    <a:pt x="2626626" y="931222"/>
                  </a:lnTo>
                  <a:lnTo>
                    <a:pt x="2640096" y="923168"/>
                  </a:lnTo>
                  <a:lnTo>
                    <a:pt x="2653565" y="915175"/>
                  </a:lnTo>
                  <a:lnTo>
                    <a:pt x="2667035" y="907239"/>
                  </a:lnTo>
                  <a:lnTo>
                    <a:pt x="2680505" y="899358"/>
                  </a:lnTo>
                  <a:lnTo>
                    <a:pt x="2693975" y="891526"/>
                  </a:lnTo>
                  <a:lnTo>
                    <a:pt x="2707445" y="883742"/>
                  </a:lnTo>
                  <a:lnTo>
                    <a:pt x="2720915" y="876002"/>
                  </a:lnTo>
                  <a:lnTo>
                    <a:pt x="2734385" y="868301"/>
                  </a:lnTo>
                  <a:lnTo>
                    <a:pt x="2747855" y="860637"/>
                  </a:lnTo>
                  <a:lnTo>
                    <a:pt x="2761324" y="853005"/>
                  </a:lnTo>
                  <a:lnTo>
                    <a:pt x="2774794" y="845403"/>
                  </a:lnTo>
                  <a:lnTo>
                    <a:pt x="2788264" y="837827"/>
                  </a:lnTo>
                  <a:lnTo>
                    <a:pt x="2801734" y="830274"/>
                  </a:lnTo>
                  <a:lnTo>
                    <a:pt x="2815204" y="822739"/>
                  </a:lnTo>
                  <a:lnTo>
                    <a:pt x="2828674" y="815220"/>
                  </a:lnTo>
                  <a:lnTo>
                    <a:pt x="2842144" y="807714"/>
                  </a:lnTo>
                  <a:lnTo>
                    <a:pt x="2855614" y="800216"/>
                  </a:lnTo>
                  <a:lnTo>
                    <a:pt x="2869084" y="792723"/>
                  </a:lnTo>
                  <a:lnTo>
                    <a:pt x="2882553" y="785234"/>
                  </a:lnTo>
                  <a:lnTo>
                    <a:pt x="2896023" y="777743"/>
                  </a:lnTo>
                  <a:lnTo>
                    <a:pt x="2909493" y="770248"/>
                  </a:lnTo>
                  <a:lnTo>
                    <a:pt x="2922963" y="762746"/>
                  </a:lnTo>
                  <a:lnTo>
                    <a:pt x="2936433" y="755233"/>
                  </a:lnTo>
                  <a:lnTo>
                    <a:pt x="2949903" y="747707"/>
                  </a:lnTo>
                  <a:lnTo>
                    <a:pt x="2963373" y="740165"/>
                  </a:lnTo>
                  <a:lnTo>
                    <a:pt x="2976843" y="732604"/>
                  </a:lnTo>
                  <a:lnTo>
                    <a:pt x="2990312" y="725020"/>
                  </a:lnTo>
                  <a:lnTo>
                    <a:pt x="3003782" y="717412"/>
                  </a:lnTo>
                  <a:lnTo>
                    <a:pt x="3017252" y="709775"/>
                  </a:lnTo>
                  <a:lnTo>
                    <a:pt x="3030722" y="702108"/>
                  </a:lnTo>
                  <a:lnTo>
                    <a:pt x="3044192" y="694408"/>
                  </a:lnTo>
                  <a:lnTo>
                    <a:pt x="3057662" y="686671"/>
                  </a:lnTo>
                  <a:lnTo>
                    <a:pt x="3071132" y="678896"/>
                  </a:lnTo>
                  <a:lnTo>
                    <a:pt x="3084602" y="671080"/>
                  </a:lnTo>
                  <a:lnTo>
                    <a:pt x="3098071" y="663219"/>
                  </a:lnTo>
                  <a:lnTo>
                    <a:pt x="3111541" y="655312"/>
                  </a:lnTo>
                  <a:lnTo>
                    <a:pt x="3125011" y="647356"/>
                  </a:lnTo>
                  <a:lnTo>
                    <a:pt x="3138481" y="639349"/>
                  </a:lnTo>
                  <a:lnTo>
                    <a:pt x="3151951" y="631287"/>
                  </a:lnTo>
                  <a:lnTo>
                    <a:pt x="3165421" y="623170"/>
                  </a:lnTo>
                  <a:lnTo>
                    <a:pt x="3178891" y="614997"/>
                  </a:lnTo>
                  <a:lnTo>
                    <a:pt x="3192361" y="606768"/>
                  </a:lnTo>
                  <a:lnTo>
                    <a:pt x="3205830" y="598485"/>
                  </a:lnTo>
                  <a:lnTo>
                    <a:pt x="3219300" y="590147"/>
                  </a:lnTo>
                  <a:lnTo>
                    <a:pt x="3232770" y="581755"/>
                  </a:lnTo>
                  <a:lnTo>
                    <a:pt x="3246240" y="573310"/>
                  </a:lnTo>
                  <a:lnTo>
                    <a:pt x="3259710" y="564812"/>
                  </a:lnTo>
                  <a:lnTo>
                    <a:pt x="3273180" y="556260"/>
                  </a:lnTo>
                  <a:lnTo>
                    <a:pt x="3286650" y="547657"/>
                  </a:lnTo>
                  <a:lnTo>
                    <a:pt x="3300120" y="539001"/>
                  </a:lnTo>
                  <a:lnTo>
                    <a:pt x="3313589" y="530293"/>
                  </a:lnTo>
                  <a:lnTo>
                    <a:pt x="3327059" y="521535"/>
                  </a:lnTo>
                  <a:lnTo>
                    <a:pt x="3340529" y="512725"/>
                  </a:lnTo>
                  <a:lnTo>
                    <a:pt x="3353999" y="503864"/>
                  </a:lnTo>
                  <a:lnTo>
                    <a:pt x="3367469" y="494953"/>
                  </a:lnTo>
                  <a:lnTo>
                    <a:pt x="3380939" y="485992"/>
                  </a:lnTo>
                  <a:lnTo>
                    <a:pt x="3394409" y="476980"/>
                  </a:lnTo>
                  <a:lnTo>
                    <a:pt x="3407879" y="467920"/>
                  </a:lnTo>
                  <a:lnTo>
                    <a:pt x="3421349" y="458809"/>
                  </a:lnTo>
                  <a:lnTo>
                    <a:pt x="3434818" y="449650"/>
                  </a:lnTo>
                  <a:lnTo>
                    <a:pt x="3448288" y="440442"/>
                  </a:lnTo>
                  <a:lnTo>
                    <a:pt x="3461758" y="431185"/>
                  </a:lnTo>
                  <a:lnTo>
                    <a:pt x="3475228" y="421879"/>
                  </a:lnTo>
                  <a:lnTo>
                    <a:pt x="3488698" y="412526"/>
                  </a:lnTo>
                  <a:lnTo>
                    <a:pt x="3502168" y="403124"/>
                  </a:lnTo>
                  <a:lnTo>
                    <a:pt x="3515638" y="393674"/>
                  </a:lnTo>
                  <a:lnTo>
                    <a:pt x="3529108" y="384177"/>
                  </a:lnTo>
                  <a:lnTo>
                    <a:pt x="3542577" y="374632"/>
                  </a:lnTo>
                  <a:lnTo>
                    <a:pt x="3556047" y="365039"/>
                  </a:lnTo>
                  <a:lnTo>
                    <a:pt x="3569517" y="355399"/>
                  </a:lnTo>
                  <a:lnTo>
                    <a:pt x="3582987" y="345712"/>
                  </a:lnTo>
                  <a:lnTo>
                    <a:pt x="3596457" y="335978"/>
                  </a:lnTo>
                  <a:lnTo>
                    <a:pt x="3609927" y="326197"/>
                  </a:lnTo>
                  <a:lnTo>
                    <a:pt x="3623397" y="316369"/>
                  </a:lnTo>
                  <a:lnTo>
                    <a:pt x="3636867" y="306495"/>
                  </a:lnTo>
                  <a:lnTo>
                    <a:pt x="3650336" y="296573"/>
                  </a:lnTo>
                  <a:lnTo>
                    <a:pt x="3663806" y="286606"/>
                  </a:lnTo>
                  <a:lnTo>
                    <a:pt x="3677276" y="276591"/>
                  </a:lnTo>
                  <a:lnTo>
                    <a:pt x="3690746" y="266531"/>
                  </a:lnTo>
                  <a:lnTo>
                    <a:pt x="3704216" y="256424"/>
                  </a:lnTo>
                  <a:lnTo>
                    <a:pt x="3717686" y="246270"/>
                  </a:lnTo>
                  <a:lnTo>
                    <a:pt x="3731156" y="236070"/>
                  </a:lnTo>
                  <a:lnTo>
                    <a:pt x="3744626" y="225825"/>
                  </a:lnTo>
                  <a:lnTo>
                    <a:pt x="3758095" y="215533"/>
                  </a:lnTo>
                  <a:lnTo>
                    <a:pt x="3771565" y="205194"/>
                  </a:lnTo>
                  <a:lnTo>
                    <a:pt x="3785035" y="194810"/>
                  </a:lnTo>
                  <a:lnTo>
                    <a:pt x="3798505" y="184380"/>
                  </a:lnTo>
                  <a:lnTo>
                    <a:pt x="3811975" y="173903"/>
                  </a:lnTo>
                  <a:lnTo>
                    <a:pt x="3825445" y="163380"/>
                  </a:lnTo>
                  <a:lnTo>
                    <a:pt x="3838915" y="152812"/>
                  </a:lnTo>
                  <a:lnTo>
                    <a:pt x="3852385" y="142197"/>
                  </a:lnTo>
                  <a:lnTo>
                    <a:pt x="3865854" y="131536"/>
                  </a:lnTo>
                  <a:lnTo>
                    <a:pt x="3879324" y="120829"/>
                  </a:lnTo>
                  <a:lnTo>
                    <a:pt x="3892794" y="110076"/>
                  </a:lnTo>
                  <a:lnTo>
                    <a:pt x="3906264" y="99276"/>
                  </a:lnTo>
                  <a:lnTo>
                    <a:pt x="3919734" y="88431"/>
                  </a:lnTo>
                  <a:lnTo>
                    <a:pt x="3933204" y="77539"/>
                  </a:lnTo>
                  <a:lnTo>
                    <a:pt x="3946674" y="66601"/>
                  </a:lnTo>
                  <a:lnTo>
                    <a:pt x="3960144" y="55617"/>
                  </a:lnTo>
                  <a:lnTo>
                    <a:pt x="3973614" y="44586"/>
                  </a:lnTo>
                  <a:lnTo>
                    <a:pt x="3987083" y="33509"/>
                  </a:lnTo>
                  <a:lnTo>
                    <a:pt x="4000553" y="22386"/>
                  </a:lnTo>
                  <a:lnTo>
                    <a:pt x="4014023" y="11216"/>
                  </a:lnTo>
                  <a:lnTo>
                    <a:pt x="4027493" y="0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70358" y="873866"/>
              <a:ext cx="4027493" cy="2107307"/>
            </a:xfrm>
            <a:custGeom>
              <a:avLst/>
              <a:pathLst>
                <a:path w="4027493" h="2107307">
                  <a:moveTo>
                    <a:pt x="4027493" y="0"/>
                  </a:moveTo>
                  <a:lnTo>
                    <a:pt x="4014023" y="3607"/>
                  </a:lnTo>
                  <a:lnTo>
                    <a:pt x="4000553" y="7213"/>
                  </a:lnTo>
                  <a:lnTo>
                    <a:pt x="3987083" y="10820"/>
                  </a:lnTo>
                  <a:lnTo>
                    <a:pt x="3973614" y="14426"/>
                  </a:lnTo>
                  <a:lnTo>
                    <a:pt x="3960144" y="18032"/>
                  </a:lnTo>
                  <a:lnTo>
                    <a:pt x="3946674" y="21639"/>
                  </a:lnTo>
                  <a:lnTo>
                    <a:pt x="3933204" y="25245"/>
                  </a:lnTo>
                  <a:lnTo>
                    <a:pt x="3919734" y="28852"/>
                  </a:lnTo>
                  <a:lnTo>
                    <a:pt x="3906264" y="32459"/>
                  </a:lnTo>
                  <a:lnTo>
                    <a:pt x="3892794" y="36067"/>
                  </a:lnTo>
                  <a:lnTo>
                    <a:pt x="3879324" y="39676"/>
                  </a:lnTo>
                  <a:lnTo>
                    <a:pt x="3865854" y="43285"/>
                  </a:lnTo>
                  <a:lnTo>
                    <a:pt x="3852385" y="46895"/>
                  </a:lnTo>
                  <a:lnTo>
                    <a:pt x="3838915" y="50507"/>
                  </a:lnTo>
                  <a:lnTo>
                    <a:pt x="3825445" y="54120"/>
                  </a:lnTo>
                  <a:lnTo>
                    <a:pt x="3811975" y="57734"/>
                  </a:lnTo>
                  <a:lnTo>
                    <a:pt x="3798505" y="61349"/>
                  </a:lnTo>
                  <a:lnTo>
                    <a:pt x="3785035" y="64967"/>
                  </a:lnTo>
                  <a:lnTo>
                    <a:pt x="3771565" y="68586"/>
                  </a:lnTo>
                  <a:lnTo>
                    <a:pt x="3758095" y="72208"/>
                  </a:lnTo>
                  <a:lnTo>
                    <a:pt x="3744626" y="75831"/>
                  </a:lnTo>
                  <a:lnTo>
                    <a:pt x="3731156" y="79457"/>
                  </a:lnTo>
                  <a:lnTo>
                    <a:pt x="3717686" y="83086"/>
                  </a:lnTo>
                  <a:lnTo>
                    <a:pt x="3704216" y="86717"/>
                  </a:lnTo>
                  <a:lnTo>
                    <a:pt x="3690746" y="90352"/>
                  </a:lnTo>
                  <a:lnTo>
                    <a:pt x="3677276" y="93990"/>
                  </a:lnTo>
                  <a:lnTo>
                    <a:pt x="3663806" y="97631"/>
                  </a:lnTo>
                  <a:lnTo>
                    <a:pt x="3650336" y="101275"/>
                  </a:lnTo>
                  <a:lnTo>
                    <a:pt x="3636867" y="104924"/>
                  </a:lnTo>
                  <a:lnTo>
                    <a:pt x="3623397" y="108577"/>
                  </a:lnTo>
                  <a:lnTo>
                    <a:pt x="3609927" y="112234"/>
                  </a:lnTo>
                  <a:lnTo>
                    <a:pt x="3596457" y="115895"/>
                  </a:lnTo>
                  <a:lnTo>
                    <a:pt x="3582987" y="119562"/>
                  </a:lnTo>
                  <a:lnTo>
                    <a:pt x="3569517" y="123233"/>
                  </a:lnTo>
                  <a:lnTo>
                    <a:pt x="3556047" y="126910"/>
                  </a:lnTo>
                  <a:lnTo>
                    <a:pt x="3542577" y="130592"/>
                  </a:lnTo>
                  <a:lnTo>
                    <a:pt x="3529108" y="134280"/>
                  </a:lnTo>
                  <a:lnTo>
                    <a:pt x="3515638" y="137975"/>
                  </a:lnTo>
                  <a:lnTo>
                    <a:pt x="3502168" y="141676"/>
                  </a:lnTo>
                  <a:lnTo>
                    <a:pt x="3488698" y="145384"/>
                  </a:lnTo>
                  <a:lnTo>
                    <a:pt x="3475228" y="149099"/>
                  </a:lnTo>
                  <a:lnTo>
                    <a:pt x="3461758" y="152821"/>
                  </a:lnTo>
                  <a:lnTo>
                    <a:pt x="3448288" y="156551"/>
                  </a:lnTo>
                  <a:lnTo>
                    <a:pt x="3434818" y="160289"/>
                  </a:lnTo>
                  <a:lnTo>
                    <a:pt x="3421349" y="164036"/>
                  </a:lnTo>
                  <a:lnTo>
                    <a:pt x="3407879" y="167792"/>
                  </a:lnTo>
                  <a:lnTo>
                    <a:pt x="3394409" y="171556"/>
                  </a:lnTo>
                  <a:lnTo>
                    <a:pt x="3380939" y="175331"/>
                  </a:lnTo>
                  <a:lnTo>
                    <a:pt x="3367469" y="179115"/>
                  </a:lnTo>
                  <a:lnTo>
                    <a:pt x="3353999" y="182910"/>
                  </a:lnTo>
                  <a:lnTo>
                    <a:pt x="3340529" y="186716"/>
                  </a:lnTo>
                  <a:lnTo>
                    <a:pt x="3327059" y="190533"/>
                  </a:lnTo>
                  <a:lnTo>
                    <a:pt x="3313589" y="194362"/>
                  </a:lnTo>
                  <a:lnTo>
                    <a:pt x="3300120" y="198203"/>
                  </a:lnTo>
                  <a:lnTo>
                    <a:pt x="3286650" y="202057"/>
                  </a:lnTo>
                  <a:lnTo>
                    <a:pt x="3273180" y="205924"/>
                  </a:lnTo>
                  <a:lnTo>
                    <a:pt x="3259710" y="209804"/>
                  </a:lnTo>
                  <a:lnTo>
                    <a:pt x="3246240" y="213699"/>
                  </a:lnTo>
                  <a:lnTo>
                    <a:pt x="3232770" y="217608"/>
                  </a:lnTo>
                  <a:lnTo>
                    <a:pt x="3219300" y="221532"/>
                  </a:lnTo>
                  <a:lnTo>
                    <a:pt x="3205830" y="225473"/>
                  </a:lnTo>
                  <a:lnTo>
                    <a:pt x="3192361" y="229429"/>
                  </a:lnTo>
                  <a:lnTo>
                    <a:pt x="3178891" y="233403"/>
                  </a:lnTo>
                  <a:lnTo>
                    <a:pt x="3165421" y="237393"/>
                  </a:lnTo>
                  <a:lnTo>
                    <a:pt x="3151951" y="241402"/>
                  </a:lnTo>
                  <a:lnTo>
                    <a:pt x="3138481" y="245430"/>
                  </a:lnTo>
                  <a:lnTo>
                    <a:pt x="3125011" y="249479"/>
                  </a:lnTo>
                  <a:lnTo>
                    <a:pt x="3111541" y="253552"/>
                  </a:lnTo>
                  <a:lnTo>
                    <a:pt x="3098071" y="257653"/>
                  </a:lnTo>
                  <a:lnTo>
                    <a:pt x="3084602" y="261784"/>
                  </a:lnTo>
                  <a:lnTo>
                    <a:pt x="3071132" y="265949"/>
                  </a:lnTo>
                  <a:lnTo>
                    <a:pt x="3057662" y="270150"/>
                  </a:lnTo>
                  <a:lnTo>
                    <a:pt x="3044192" y="274390"/>
                  </a:lnTo>
                  <a:lnTo>
                    <a:pt x="3030722" y="278671"/>
                  </a:lnTo>
                  <a:lnTo>
                    <a:pt x="3017252" y="282997"/>
                  </a:lnTo>
                  <a:lnTo>
                    <a:pt x="3003782" y="287369"/>
                  </a:lnTo>
                  <a:lnTo>
                    <a:pt x="2990312" y="291791"/>
                  </a:lnTo>
                  <a:lnTo>
                    <a:pt x="2976843" y="296263"/>
                  </a:lnTo>
                  <a:lnTo>
                    <a:pt x="2963373" y="300789"/>
                  </a:lnTo>
                  <a:lnTo>
                    <a:pt x="2949903" y="305371"/>
                  </a:lnTo>
                  <a:lnTo>
                    <a:pt x="2936433" y="310011"/>
                  </a:lnTo>
                  <a:lnTo>
                    <a:pt x="2922963" y="314710"/>
                  </a:lnTo>
                  <a:lnTo>
                    <a:pt x="2909493" y="319471"/>
                  </a:lnTo>
                  <a:lnTo>
                    <a:pt x="2896023" y="324294"/>
                  </a:lnTo>
                  <a:lnTo>
                    <a:pt x="2882553" y="329183"/>
                  </a:lnTo>
                  <a:lnTo>
                    <a:pt x="2869084" y="334138"/>
                  </a:lnTo>
                  <a:lnTo>
                    <a:pt x="2855614" y="339160"/>
                  </a:lnTo>
                  <a:lnTo>
                    <a:pt x="2842144" y="344252"/>
                  </a:lnTo>
                  <a:lnTo>
                    <a:pt x="2828674" y="349413"/>
                  </a:lnTo>
                  <a:lnTo>
                    <a:pt x="2815204" y="354646"/>
                  </a:lnTo>
                  <a:lnTo>
                    <a:pt x="2801734" y="359952"/>
                  </a:lnTo>
                  <a:lnTo>
                    <a:pt x="2788264" y="365330"/>
                  </a:lnTo>
                  <a:lnTo>
                    <a:pt x="2774794" y="370783"/>
                  </a:lnTo>
                  <a:lnTo>
                    <a:pt x="2761324" y="376311"/>
                  </a:lnTo>
                  <a:lnTo>
                    <a:pt x="2747855" y="381914"/>
                  </a:lnTo>
                  <a:lnTo>
                    <a:pt x="2734385" y="387593"/>
                  </a:lnTo>
                  <a:lnTo>
                    <a:pt x="2720915" y="393349"/>
                  </a:lnTo>
                  <a:lnTo>
                    <a:pt x="2707445" y="399182"/>
                  </a:lnTo>
                  <a:lnTo>
                    <a:pt x="2693975" y="405092"/>
                  </a:lnTo>
                  <a:lnTo>
                    <a:pt x="2680505" y="411080"/>
                  </a:lnTo>
                  <a:lnTo>
                    <a:pt x="2667035" y="417145"/>
                  </a:lnTo>
                  <a:lnTo>
                    <a:pt x="2653565" y="423289"/>
                  </a:lnTo>
                  <a:lnTo>
                    <a:pt x="2640096" y="429510"/>
                  </a:lnTo>
                  <a:lnTo>
                    <a:pt x="2626626" y="435810"/>
                  </a:lnTo>
                  <a:lnTo>
                    <a:pt x="2613156" y="442187"/>
                  </a:lnTo>
                  <a:lnTo>
                    <a:pt x="2599686" y="448642"/>
                  </a:lnTo>
                  <a:lnTo>
                    <a:pt x="2586216" y="455175"/>
                  </a:lnTo>
                  <a:lnTo>
                    <a:pt x="2572746" y="461785"/>
                  </a:lnTo>
                  <a:lnTo>
                    <a:pt x="2559276" y="468472"/>
                  </a:lnTo>
                  <a:lnTo>
                    <a:pt x="2545806" y="475237"/>
                  </a:lnTo>
                  <a:lnTo>
                    <a:pt x="2532337" y="482078"/>
                  </a:lnTo>
                  <a:lnTo>
                    <a:pt x="2518867" y="488996"/>
                  </a:lnTo>
                  <a:lnTo>
                    <a:pt x="2505397" y="495989"/>
                  </a:lnTo>
                  <a:lnTo>
                    <a:pt x="2491927" y="503059"/>
                  </a:lnTo>
                  <a:lnTo>
                    <a:pt x="2478457" y="510203"/>
                  </a:lnTo>
                  <a:lnTo>
                    <a:pt x="2464987" y="517422"/>
                  </a:lnTo>
                  <a:lnTo>
                    <a:pt x="2451517" y="524716"/>
                  </a:lnTo>
                  <a:lnTo>
                    <a:pt x="2438047" y="532084"/>
                  </a:lnTo>
                  <a:lnTo>
                    <a:pt x="2424578" y="539525"/>
                  </a:lnTo>
                  <a:lnTo>
                    <a:pt x="2411108" y="547039"/>
                  </a:lnTo>
                  <a:lnTo>
                    <a:pt x="2397638" y="554625"/>
                  </a:lnTo>
                  <a:lnTo>
                    <a:pt x="2384168" y="562283"/>
                  </a:lnTo>
                  <a:lnTo>
                    <a:pt x="2370698" y="570013"/>
                  </a:lnTo>
                  <a:lnTo>
                    <a:pt x="2357228" y="577814"/>
                  </a:lnTo>
                  <a:lnTo>
                    <a:pt x="2343758" y="585685"/>
                  </a:lnTo>
                  <a:lnTo>
                    <a:pt x="2330288" y="593625"/>
                  </a:lnTo>
                  <a:lnTo>
                    <a:pt x="2316819" y="601635"/>
                  </a:lnTo>
                  <a:lnTo>
                    <a:pt x="2303349" y="609714"/>
                  </a:lnTo>
                  <a:lnTo>
                    <a:pt x="2289879" y="617861"/>
                  </a:lnTo>
                  <a:lnTo>
                    <a:pt x="2276409" y="626075"/>
                  </a:lnTo>
                  <a:lnTo>
                    <a:pt x="2262939" y="634356"/>
                  </a:lnTo>
                  <a:lnTo>
                    <a:pt x="2249469" y="642704"/>
                  </a:lnTo>
                  <a:lnTo>
                    <a:pt x="2235999" y="651117"/>
                  </a:lnTo>
                  <a:lnTo>
                    <a:pt x="2222529" y="659596"/>
                  </a:lnTo>
                  <a:lnTo>
                    <a:pt x="2209059" y="668139"/>
                  </a:lnTo>
                  <a:lnTo>
                    <a:pt x="2195590" y="676747"/>
                  </a:lnTo>
                  <a:lnTo>
                    <a:pt x="2182120" y="685417"/>
                  </a:lnTo>
                  <a:lnTo>
                    <a:pt x="2168650" y="694151"/>
                  </a:lnTo>
                  <a:lnTo>
                    <a:pt x="2155180" y="702946"/>
                  </a:lnTo>
                  <a:lnTo>
                    <a:pt x="2141710" y="711803"/>
                  </a:lnTo>
                  <a:lnTo>
                    <a:pt x="2128240" y="720721"/>
                  </a:lnTo>
                  <a:lnTo>
                    <a:pt x="2114770" y="729699"/>
                  </a:lnTo>
                  <a:lnTo>
                    <a:pt x="2101300" y="738737"/>
                  </a:lnTo>
                  <a:lnTo>
                    <a:pt x="2087831" y="747834"/>
                  </a:lnTo>
                  <a:lnTo>
                    <a:pt x="2074361" y="756989"/>
                  </a:lnTo>
                  <a:lnTo>
                    <a:pt x="2060891" y="766201"/>
                  </a:lnTo>
                  <a:lnTo>
                    <a:pt x="2047421" y="775471"/>
                  </a:lnTo>
                  <a:lnTo>
                    <a:pt x="2033951" y="784796"/>
                  </a:lnTo>
                  <a:lnTo>
                    <a:pt x="2020481" y="794177"/>
                  </a:lnTo>
                  <a:lnTo>
                    <a:pt x="2007011" y="803613"/>
                  </a:lnTo>
                  <a:lnTo>
                    <a:pt x="1993541" y="813103"/>
                  </a:lnTo>
                  <a:lnTo>
                    <a:pt x="1980072" y="822646"/>
                  </a:lnTo>
                  <a:lnTo>
                    <a:pt x="1966602" y="832241"/>
                  </a:lnTo>
                  <a:lnTo>
                    <a:pt x="1953132" y="841889"/>
                  </a:lnTo>
                  <a:lnTo>
                    <a:pt x="1939662" y="851587"/>
                  </a:lnTo>
                  <a:lnTo>
                    <a:pt x="1926192" y="861336"/>
                  </a:lnTo>
                  <a:lnTo>
                    <a:pt x="1912722" y="871133"/>
                  </a:lnTo>
                  <a:lnTo>
                    <a:pt x="1899252" y="880978"/>
                  </a:lnTo>
                  <a:lnTo>
                    <a:pt x="1885782" y="890867"/>
                  </a:lnTo>
                  <a:lnTo>
                    <a:pt x="1872313" y="900801"/>
                  </a:lnTo>
                  <a:lnTo>
                    <a:pt x="1858843" y="910776"/>
                  </a:lnTo>
                  <a:lnTo>
                    <a:pt x="1845373" y="920792"/>
                  </a:lnTo>
                  <a:lnTo>
                    <a:pt x="1831903" y="930847"/>
                  </a:lnTo>
                  <a:lnTo>
                    <a:pt x="1818433" y="940939"/>
                  </a:lnTo>
                  <a:lnTo>
                    <a:pt x="1804963" y="951066"/>
                  </a:lnTo>
                  <a:lnTo>
                    <a:pt x="1791493" y="961227"/>
                  </a:lnTo>
                  <a:lnTo>
                    <a:pt x="1778023" y="971421"/>
                  </a:lnTo>
                  <a:lnTo>
                    <a:pt x="1764554" y="981645"/>
                  </a:lnTo>
                  <a:lnTo>
                    <a:pt x="1751084" y="991899"/>
                  </a:lnTo>
                  <a:lnTo>
                    <a:pt x="1737614" y="1002180"/>
                  </a:lnTo>
                  <a:lnTo>
                    <a:pt x="1724144" y="1012486"/>
                  </a:lnTo>
                  <a:lnTo>
                    <a:pt x="1710674" y="1022817"/>
                  </a:lnTo>
                  <a:lnTo>
                    <a:pt x="1697204" y="1033170"/>
                  </a:lnTo>
                  <a:lnTo>
                    <a:pt x="1683734" y="1043544"/>
                  </a:lnTo>
                  <a:lnTo>
                    <a:pt x="1670264" y="1053938"/>
                  </a:lnTo>
                  <a:lnTo>
                    <a:pt x="1656794" y="1064348"/>
                  </a:lnTo>
                  <a:lnTo>
                    <a:pt x="1643325" y="1074774"/>
                  </a:lnTo>
                  <a:lnTo>
                    <a:pt x="1629855" y="1085214"/>
                  </a:lnTo>
                  <a:lnTo>
                    <a:pt x="1616385" y="1095666"/>
                  </a:lnTo>
                  <a:lnTo>
                    <a:pt x="1602915" y="1108197"/>
                  </a:lnTo>
                  <a:lnTo>
                    <a:pt x="1589445" y="1122159"/>
                  </a:lnTo>
                  <a:lnTo>
                    <a:pt x="1575975" y="1136024"/>
                  </a:lnTo>
                  <a:lnTo>
                    <a:pt x="1562505" y="1149789"/>
                  </a:lnTo>
                  <a:lnTo>
                    <a:pt x="1549035" y="1163448"/>
                  </a:lnTo>
                  <a:lnTo>
                    <a:pt x="1535566" y="1176997"/>
                  </a:lnTo>
                  <a:lnTo>
                    <a:pt x="1522096" y="1190433"/>
                  </a:lnTo>
                  <a:lnTo>
                    <a:pt x="1508626" y="1203751"/>
                  </a:lnTo>
                  <a:lnTo>
                    <a:pt x="1495156" y="1216950"/>
                  </a:lnTo>
                  <a:lnTo>
                    <a:pt x="1481686" y="1230025"/>
                  </a:lnTo>
                  <a:lnTo>
                    <a:pt x="1468216" y="1242973"/>
                  </a:lnTo>
                  <a:lnTo>
                    <a:pt x="1454746" y="1255793"/>
                  </a:lnTo>
                  <a:lnTo>
                    <a:pt x="1441276" y="1268482"/>
                  </a:lnTo>
                  <a:lnTo>
                    <a:pt x="1427807" y="1281038"/>
                  </a:lnTo>
                  <a:lnTo>
                    <a:pt x="1414337" y="1293460"/>
                  </a:lnTo>
                  <a:lnTo>
                    <a:pt x="1400867" y="1305746"/>
                  </a:lnTo>
                  <a:lnTo>
                    <a:pt x="1387397" y="1317894"/>
                  </a:lnTo>
                  <a:lnTo>
                    <a:pt x="1373927" y="1329905"/>
                  </a:lnTo>
                  <a:lnTo>
                    <a:pt x="1360457" y="1341777"/>
                  </a:lnTo>
                  <a:lnTo>
                    <a:pt x="1346987" y="1353510"/>
                  </a:lnTo>
                  <a:lnTo>
                    <a:pt x="1333517" y="1365105"/>
                  </a:lnTo>
                  <a:lnTo>
                    <a:pt x="1320048" y="1376561"/>
                  </a:lnTo>
                  <a:lnTo>
                    <a:pt x="1306578" y="1387881"/>
                  </a:lnTo>
                  <a:lnTo>
                    <a:pt x="1293108" y="1399063"/>
                  </a:lnTo>
                  <a:lnTo>
                    <a:pt x="1279638" y="1410111"/>
                  </a:lnTo>
                  <a:lnTo>
                    <a:pt x="1266168" y="1421029"/>
                  </a:lnTo>
                  <a:lnTo>
                    <a:pt x="1252698" y="1431823"/>
                  </a:lnTo>
                  <a:lnTo>
                    <a:pt x="1239228" y="1442497"/>
                  </a:lnTo>
                  <a:lnTo>
                    <a:pt x="1225758" y="1453057"/>
                  </a:lnTo>
                  <a:lnTo>
                    <a:pt x="1212289" y="1463508"/>
                  </a:lnTo>
                  <a:lnTo>
                    <a:pt x="1198819" y="1473856"/>
                  </a:lnTo>
                  <a:lnTo>
                    <a:pt x="1185349" y="1484105"/>
                  </a:lnTo>
                  <a:lnTo>
                    <a:pt x="1171879" y="1494259"/>
                  </a:lnTo>
                  <a:lnTo>
                    <a:pt x="1158409" y="1504324"/>
                  </a:lnTo>
                  <a:lnTo>
                    <a:pt x="1144939" y="1514302"/>
                  </a:lnTo>
                  <a:lnTo>
                    <a:pt x="1131469" y="1524199"/>
                  </a:lnTo>
                  <a:lnTo>
                    <a:pt x="1117999" y="1534017"/>
                  </a:lnTo>
                  <a:lnTo>
                    <a:pt x="1104529" y="1543760"/>
                  </a:lnTo>
                  <a:lnTo>
                    <a:pt x="1091060" y="1553431"/>
                  </a:lnTo>
                  <a:lnTo>
                    <a:pt x="1077590" y="1563032"/>
                  </a:lnTo>
                  <a:lnTo>
                    <a:pt x="1064120" y="1572566"/>
                  </a:lnTo>
                  <a:lnTo>
                    <a:pt x="1050650" y="1582035"/>
                  </a:lnTo>
                  <a:lnTo>
                    <a:pt x="1037180" y="1591440"/>
                  </a:lnTo>
                  <a:lnTo>
                    <a:pt x="1023710" y="1600783"/>
                  </a:lnTo>
                  <a:lnTo>
                    <a:pt x="1010240" y="1610065"/>
                  </a:lnTo>
                  <a:lnTo>
                    <a:pt x="996770" y="1619287"/>
                  </a:lnTo>
                  <a:lnTo>
                    <a:pt x="983301" y="1628449"/>
                  </a:lnTo>
                  <a:lnTo>
                    <a:pt x="969831" y="1637552"/>
                  </a:lnTo>
                  <a:lnTo>
                    <a:pt x="956361" y="1646595"/>
                  </a:lnTo>
                  <a:lnTo>
                    <a:pt x="942891" y="1655578"/>
                  </a:lnTo>
                  <a:lnTo>
                    <a:pt x="929421" y="1664502"/>
                  </a:lnTo>
                  <a:lnTo>
                    <a:pt x="915951" y="1673364"/>
                  </a:lnTo>
                  <a:lnTo>
                    <a:pt x="902481" y="1682166"/>
                  </a:lnTo>
                  <a:lnTo>
                    <a:pt x="889011" y="1690906"/>
                  </a:lnTo>
                  <a:lnTo>
                    <a:pt x="875542" y="1699583"/>
                  </a:lnTo>
                  <a:lnTo>
                    <a:pt x="862072" y="1708197"/>
                  </a:lnTo>
                  <a:lnTo>
                    <a:pt x="848602" y="1716746"/>
                  </a:lnTo>
                  <a:lnTo>
                    <a:pt x="835132" y="1725230"/>
                  </a:lnTo>
                  <a:lnTo>
                    <a:pt x="821662" y="1733647"/>
                  </a:lnTo>
                  <a:lnTo>
                    <a:pt x="808192" y="1741998"/>
                  </a:lnTo>
                  <a:lnTo>
                    <a:pt x="794722" y="1750279"/>
                  </a:lnTo>
                  <a:lnTo>
                    <a:pt x="781252" y="1758492"/>
                  </a:lnTo>
                  <a:lnTo>
                    <a:pt x="767783" y="1766634"/>
                  </a:lnTo>
                  <a:lnTo>
                    <a:pt x="754313" y="1774705"/>
                  </a:lnTo>
                  <a:lnTo>
                    <a:pt x="740843" y="1782704"/>
                  </a:lnTo>
                  <a:lnTo>
                    <a:pt x="727373" y="1790630"/>
                  </a:lnTo>
                  <a:lnTo>
                    <a:pt x="713903" y="1798483"/>
                  </a:lnTo>
                  <a:lnTo>
                    <a:pt x="700433" y="1806262"/>
                  </a:lnTo>
                  <a:lnTo>
                    <a:pt x="686963" y="1813965"/>
                  </a:lnTo>
                  <a:lnTo>
                    <a:pt x="673493" y="1821593"/>
                  </a:lnTo>
                  <a:lnTo>
                    <a:pt x="660024" y="1829145"/>
                  </a:lnTo>
                  <a:lnTo>
                    <a:pt x="646554" y="1836620"/>
                  </a:lnTo>
                  <a:lnTo>
                    <a:pt x="633084" y="1844018"/>
                  </a:lnTo>
                  <a:lnTo>
                    <a:pt x="619614" y="1851338"/>
                  </a:lnTo>
                  <a:lnTo>
                    <a:pt x="606144" y="1858581"/>
                  </a:lnTo>
                  <a:lnTo>
                    <a:pt x="592674" y="1865745"/>
                  </a:lnTo>
                  <a:lnTo>
                    <a:pt x="579204" y="1872831"/>
                  </a:lnTo>
                  <a:lnTo>
                    <a:pt x="565734" y="1879838"/>
                  </a:lnTo>
                  <a:lnTo>
                    <a:pt x="552264" y="1886767"/>
                  </a:lnTo>
                  <a:lnTo>
                    <a:pt x="538795" y="1893616"/>
                  </a:lnTo>
                  <a:lnTo>
                    <a:pt x="525325" y="1900386"/>
                  </a:lnTo>
                  <a:lnTo>
                    <a:pt x="511855" y="1907077"/>
                  </a:lnTo>
                  <a:lnTo>
                    <a:pt x="498385" y="1913689"/>
                  </a:lnTo>
                  <a:lnTo>
                    <a:pt x="484915" y="1920222"/>
                  </a:lnTo>
                  <a:lnTo>
                    <a:pt x="471445" y="1926676"/>
                  </a:lnTo>
                  <a:lnTo>
                    <a:pt x="457975" y="1933051"/>
                  </a:lnTo>
                  <a:lnTo>
                    <a:pt x="444505" y="1939348"/>
                  </a:lnTo>
                  <a:lnTo>
                    <a:pt x="431036" y="1945566"/>
                  </a:lnTo>
                  <a:lnTo>
                    <a:pt x="417566" y="1951706"/>
                  </a:lnTo>
                  <a:lnTo>
                    <a:pt x="404096" y="1957767"/>
                  </a:lnTo>
                  <a:lnTo>
                    <a:pt x="390626" y="1963752"/>
                  </a:lnTo>
                  <a:lnTo>
                    <a:pt x="377156" y="1969660"/>
                  </a:lnTo>
                  <a:lnTo>
                    <a:pt x="363686" y="1975492"/>
                  </a:lnTo>
                  <a:lnTo>
                    <a:pt x="350216" y="1981250"/>
                  </a:lnTo>
                  <a:lnTo>
                    <a:pt x="336746" y="1986933"/>
                  </a:lnTo>
                  <a:lnTo>
                    <a:pt x="323277" y="1992543"/>
                  </a:lnTo>
                  <a:lnTo>
                    <a:pt x="309807" y="1998081"/>
                  </a:lnTo>
                  <a:lnTo>
                    <a:pt x="296337" y="2003547"/>
                  </a:lnTo>
                  <a:lnTo>
                    <a:pt x="282867" y="2008943"/>
                  </a:lnTo>
                  <a:lnTo>
                    <a:pt x="269397" y="2014268"/>
                  </a:lnTo>
                  <a:lnTo>
                    <a:pt x="255927" y="2019524"/>
                  </a:lnTo>
                  <a:lnTo>
                    <a:pt x="242457" y="2024712"/>
                  </a:lnTo>
                  <a:lnTo>
                    <a:pt x="228987" y="2029833"/>
                  </a:lnTo>
                  <a:lnTo>
                    <a:pt x="215518" y="2034887"/>
                  </a:lnTo>
                  <a:lnTo>
                    <a:pt x="202048" y="2039874"/>
                  </a:lnTo>
                  <a:lnTo>
                    <a:pt x="188578" y="2044797"/>
                  </a:lnTo>
                  <a:lnTo>
                    <a:pt x="175108" y="2049655"/>
                  </a:lnTo>
                  <a:lnTo>
                    <a:pt x="161638" y="2054450"/>
                  </a:lnTo>
                  <a:lnTo>
                    <a:pt x="148168" y="2059182"/>
                  </a:lnTo>
                  <a:lnTo>
                    <a:pt x="134698" y="2063852"/>
                  </a:lnTo>
                  <a:lnTo>
                    <a:pt x="121228" y="2068461"/>
                  </a:lnTo>
                  <a:lnTo>
                    <a:pt x="107759" y="2073009"/>
                  </a:lnTo>
                  <a:lnTo>
                    <a:pt x="94289" y="2077498"/>
                  </a:lnTo>
                  <a:lnTo>
                    <a:pt x="80819" y="2081927"/>
                  </a:lnTo>
                  <a:lnTo>
                    <a:pt x="67349" y="2086299"/>
                  </a:lnTo>
                  <a:lnTo>
                    <a:pt x="53879" y="2090613"/>
                  </a:lnTo>
                  <a:lnTo>
                    <a:pt x="40409" y="2094870"/>
                  </a:lnTo>
                  <a:lnTo>
                    <a:pt x="26939" y="2099071"/>
                  </a:lnTo>
                  <a:lnTo>
                    <a:pt x="13469" y="2103216"/>
                  </a:lnTo>
                  <a:lnTo>
                    <a:pt x="0" y="2107307"/>
                  </a:lnTo>
                  <a:lnTo>
                    <a:pt x="0" y="2107307"/>
                  </a:lnTo>
                  <a:lnTo>
                    <a:pt x="0" y="21073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70358" y="530914"/>
              <a:ext cx="4027493" cy="2375793"/>
            </a:xfrm>
            <a:custGeom>
              <a:avLst/>
              <a:pathLst>
                <a:path w="4027493" h="2375793">
                  <a:moveTo>
                    <a:pt x="0" y="2375793"/>
                  </a:moveTo>
                  <a:lnTo>
                    <a:pt x="13469" y="2371756"/>
                  </a:lnTo>
                  <a:lnTo>
                    <a:pt x="26939" y="2367677"/>
                  </a:lnTo>
                  <a:lnTo>
                    <a:pt x="40409" y="2363553"/>
                  </a:lnTo>
                  <a:lnTo>
                    <a:pt x="53879" y="2359386"/>
                  </a:lnTo>
                  <a:lnTo>
                    <a:pt x="67349" y="2355174"/>
                  </a:lnTo>
                  <a:lnTo>
                    <a:pt x="80819" y="2350917"/>
                  </a:lnTo>
                  <a:lnTo>
                    <a:pt x="94289" y="2346615"/>
                  </a:lnTo>
                  <a:lnTo>
                    <a:pt x="107759" y="2342266"/>
                  </a:lnTo>
                  <a:lnTo>
                    <a:pt x="121228" y="2337871"/>
                  </a:lnTo>
                  <a:lnTo>
                    <a:pt x="134698" y="2333430"/>
                  </a:lnTo>
                  <a:lnTo>
                    <a:pt x="148168" y="2328941"/>
                  </a:lnTo>
                  <a:lnTo>
                    <a:pt x="161638" y="2324404"/>
                  </a:lnTo>
                  <a:lnTo>
                    <a:pt x="175108" y="2319818"/>
                  </a:lnTo>
                  <a:lnTo>
                    <a:pt x="188578" y="2315184"/>
                  </a:lnTo>
                  <a:lnTo>
                    <a:pt x="202048" y="2310500"/>
                  </a:lnTo>
                  <a:lnTo>
                    <a:pt x="215518" y="2305766"/>
                  </a:lnTo>
                  <a:lnTo>
                    <a:pt x="228987" y="2300981"/>
                  </a:lnTo>
                  <a:lnTo>
                    <a:pt x="242457" y="2296146"/>
                  </a:lnTo>
                  <a:lnTo>
                    <a:pt x="255927" y="2291259"/>
                  </a:lnTo>
                  <a:lnTo>
                    <a:pt x="269397" y="2286319"/>
                  </a:lnTo>
                  <a:lnTo>
                    <a:pt x="282867" y="2281327"/>
                  </a:lnTo>
                  <a:lnTo>
                    <a:pt x="296337" y="2276282"/>
                  </a:lnTo>
                  <a:lnTo>
                    <a:pt x="309807" y="2271182"/>
                  </a:lnTo>
                  <a:lnTo>
                    <a:pt x="323277" y="2266028"/>
                  </a:lnTo>
                  <a:lnTo>
                    <a:pt x="336746" y="2260820"/>
                  </a:lnTo>
                  <a:lnTo>
                    <a:pt x="350216" y="2255555"/>
                  </a:lnTo>
                  <a:lnTo>
                    <a:pt x="363686" y="2250235"/>
                  </a:lnTo>
                  <a:lnTo>
                    <a:pt x="377156" y="2244857"/>
                  </a:lnTo>
                  <a:lnTo>
                    <a:pt x="390626" y="2239422"/>
                  </a:lnTo>
                  <a:lnTo>
                    <a:pt x="404096" y="2233929"/>
                  </a:lnTo>
                  <a:lnTo>
                    <a:pt x="417566" y="2228378"/>
                  </a:lnTo>
                  <a:lnTo>
                    <a:pt x="431036" y="2222767"/>
                  </a:lnTo>
                  <a:lnTo>
                    <a:pt x="444505" y="2217096"/>
                  </a:lnTo>
                  <a:lnTo>
                    <a:pt x="457975" y="2211365"/>
                  </a:lnTo>
                  <a:lnTo>
                    <a:pt x="471445" y="2205573"/>
                  </a:lnTo>
                  <a:lnTo>
                    <a:pt x="484915" y="2199720"/>
                  </a:lnTo>
                  <a:lnTo>
                    <a:pt x="498385" y="2193805"/>
                  </a:lnTo>
                  <a:lnTo>
                    <a:pt x="511855" y="2187827"/>
                  </a:lnTo>
                  <a:lnTo>
                    <a:pt x="525325" y="2181787"/>
                  </a:lnTo>
                  <a:lnTo>
                    <a:pt x="538795" y="2175682"/>
                  </a:lnTo>
                  <a:lnTo>
                    <a:pt x="552264" y="2169514"/>
                  </a:lnTo>
                  <a:lnTo>
                    <a:pt x="565734" y="2163281"/>
                  </a:lnTo>
                  <a:lnTo>
                    <a:pt x="579204" y="2156983"/>
                  </a:lnTo>
                  <a:lnTo>
                    <a:pt x="592674" y="2150619"/>
                  </a:lnTo>
                  <a:lnTo>
                    <a:pt x="606144" y="2144189"/>
                  </a:lnTo>
                  <a:lnTo>
                    <a:pt x="619614" y="2137692"/>
                  </a:lnTo>
                  <a:lnTo>
                    <a:pt x="633084" y="2131127"/>
                  </a:lnTo>
                  <a:lnTo>
                    <a:pt x="646554" y="2124495"/>
                  </a:lnTo>
                  <a:lnTo>
                    <a:pt x="660024" y="2117794"/>
                  </a:lnTo>
                  <a:lnTo>
                    <a:pt x="673493" y="2111024"/>
                  </a:lnTo>
                  <a:lnTo>
                    <a:pt x="686963" y="2104184"/>
                  </a:lnTo>
                  <a:lnTo>
                    <a:pt x="700433" y="2097274"/>
                  </a:lnTo>
                  <a:lnTo>
                    <a:pt x="713903" y="2090294"/>
                  </a:lnTo>
                  <a:lnTo>
                    <a:pt x="727373" y="2083242"/>
                  </a:lnTo>
                  <a:lnTo>
                    <a:pt x="740843" y="2076118"/>
                  </a:lnTo>
                  <a:lnTo>
                    <a:pt x="754313" y="2068922"/>
                  </a:lnTo>
                  <a:lnTo>
                    <a:pt x="767783" y="2061653"/>
                  </a:lnTo>
                  <a:lnTo>
                    <a:pt x="781252" y="2054310"/>
                  </a:lnTo>
                  <a:lnTo>
                    <a:pt x="794722" y="2046893"/>
                  </a:lnTo>
                  <a:lnTo>
                    <a:pt x="808192" y="2039401"/>
                  </a:lnTo>
                  <a:lnTo>
                    <a:pt x="821662" y="2031834"/>
                  </a:lnTo>
                  <a:lnTo>
                    <a:pt x="835132" y="2024192"/>
                  </a:lnTo>
                  <a:lnTo>
                    <a:pt x="848602" y="2016472"/>
                  </a:lnTo>
                  <a:lnTo>
                    <a:pt x="862072" y="2008676"/>
                  </a:lnTo>
                  <a:lnTo>
                    <a:pt x="875542" y="2000803"/>
                  </a:lnTo>
                  <a:lnTo>
                    <a:pt x="889011" y="1992851"/>
                  </a:lnTo>
                  <a:lnTo>
                    <a:pt x="902481" y="1984820"/>
                  </a:lnTo>
                  <a:lnTo>
                    <a:pt x="915951" y="1976711"/>
                  </a:lnTo>
                  <a:lnTo>
                    <a:pt x="929421" y="1968521"/>
                  </a:lnTo>
                  <a:lnTo>
                    <a:pt x="942891" y="1960251"/>
                  </a:lnTo>
                  <a:lnTo>
                    <a:pt x="956361" y="1951900"/>
                  </a:lnTo>
                  <a:lnTo>
                    <a:pt x="969831" y="1943468"/>
                  </a:lnTo>
                  <a:lnTo>
                    <a:pt x="983301" y="1934953"/>
                  </a:lnTo>
                  <a:lnTo>
                    <a:pt x="996770" y="1926356"/>
                  </a:lnTo>
                  <a:lnTo>
                    <a:pt x="1010240" y="1917676"/>
                  </a:lnTo>
                  <a:lnTo>
                    <a:pt x="1023710" y="1908912"/>
                  </a:lnTo>
                  <a:lnTo>
                    <a:pt x="1037180" y="1900064"/>
                  </a:lnTo>
                  <a:lnTo>
                    <a:pt x="1050650" y="1891131"/>
                  </a:lnTo>
                  <a:lnTo>
                    <a:pt x="1064120" y="1882112"/>
                  </a:lnTo>
                  <a:lnTo>
                    <a:pt x="1077590" y="1873007"/>
                  </a:lnTo>
                  <a:lnTo>
                    <a:pt x="1091060" y="1863816"/>
                  </a:lnTo>
                  <a:lnTo>
                    <a:pt x="1104529" y="1854538"/>
                  </a:lnTo>
                  <a:lnTo>
                    <a:pt x="1117999" y="1845172"/>
                  </a:lnTo>
                  <a:lnTo>
                    <a:pt x="1131469" y="1835718"/>
                  </a:lnTo>
                  <a:lnTo>
                    <a:pt x="1144939" y="1826176"/>
                  </a:lnTo>
                  <a:lnTo>
                    <a:pt x="1158409" y="1816544"/>
                  </a:lnTo>
                  <a:lnTo>
                    <a:pt x="1171879" y="1806822"/>
                  </a:lnTo>
                  <a:lnTo>
                    <a:pt x="1185349" y="1797010"/>
                  </a:lnTo>
                  <a:lnTo>
                    <a:pt x="1198819" y="1787108"/>
                  </a:lnTo>
                  <a:lnTo>
                    <a:pt x="1212289" y="1777113"/>
                  </a:lnTo>
                  <a:lnTo>
                    <a:pt x="1225758" y="1767027"/>
                  </a:lnTo>
                  <a:lnTo>
                    <a:pt x="1239228" y="1756849"/>
                  </a:lnTo>
                  <a:lnTo>
                    <a:pt x="1252698" y="1746578"/>
                  </a:lnTo>
                  <a:lnTo>
                    <a:pt x="1266168" y="1736213"/>
                  </a:lnTo>
                  <a:lnTo>
                    <a:pt x="1279638" y="1725754"/>
                  </a:lnTo>
                  <a:lnTo>
                    <a:pt x="1293108" y="1715201"/>
                  </a:lnTo>
                  <a:lnTo>
                    <a:pt x="1306578" y="1704554"/>
                  </a:lnTo>
                  <a:lnTo>
                    <a:pt x="1320048" y="1693813"/>
                  </a:lnTo>
                  <a:lnTo>
                    <a:pt x="1333517" y="1682980"/>
                  </a:lnTo>
                  <a:lnTo>
                    <a:pt x="1346987" y="1672058"/>
                  </a:lnTo>
                  <a:lnTo>
                    <a:pt x="1360457" y="1661046"/>
                  </a:lnTo>
                  <a:lnTo>
                    <a:pt x="1373927" y="1649948"/>
                  </a:lnTo>
                  <a:lnTo>
                    <a:pt x="1387397" y="1638765"/>
                  </a:lnTo>
                  <a:lnTo>
                    <a:pt x="1400867" y="1627498"/>
                  </a:lnTo>
                  <a:lnTo>
                    <a:pt x="1414337" y="1616151"/>
                  </a:lnTo>
                  <a:lnTo>
                    <a:pt x="1427807" y="1604724"/>
                  </a:lnTo>
                  <a:lnTo>
                    <a:pt x="1441276" y="1593221"/>
                  </a:lnTo>
                  <a:lnTo>
                    <a:pt x="1454746" y="1581643"/>
                  </a:lnTo>
                  <a:lnTo>
                    <a:pt x="1468216" y="1569993"/>
                  </a:lnTo>
                  <a:lnTo>
                    <a:pt x="1481686" y="1558273"/>
                  </a:lnTo>
                  <a:lnTo>
                    <a:pt x="1495156" y="1546485"/>
                  </a:lnTo>
                  <a:lnTo>
                    <a:pt x="1508626" y="1534634"/>
                  </a:lnTo>
                  <a:lnTo>
                    <a:pt x="1522096" y="1522720"/>
                  </a:lnTo>
                  <a:lnTo>
                    <a:pt x="1535566" y="1510748"/>
                  </a:lnTo>
                  <a:lnTo>
                    <a:pt x="1549035" y="1498720"/>
                  </a:lnTo>
                  <a:lnTo>
                    <a:pt x="1562505" y="1486640"/>
                  </a:lnTo>
                  <a:lnTo>
                    <a:pt x="1575975" y="1474510"/>
                  </a:lnTo>
                  <a:lnTo>
                    <a:pt x="1589445" y="1462333"/>
                  </a:lnTo>
                  <a:lnTo>
                    <a:pt x="1602915" y="1450114"/>
                  </a:lnTo>
                  <a:lnTo>
                    <a:pt x="1616385" y="1437856"/>
                  </a:lnTo>
                  <a:lnTo>
                    <a:pt x="1629855" y="1425563"/>
                  </a:lnTo>
                  <a:lnTo>
                    <a:pt x="1643325" y="1413237"/>
                  </a:lnTo>
                  <a:lnTo>
                    <a:pt x="1656794" y="1400884"/>
                  </a:lnTo>
                  <a:lnTo>
                    <a:pt x="1670264" y="1388507"/>
                  </a:lnTo>
                  <a:lnTo>
                    <a:pt x="1683734" y="1376111"/>
                  </a:lnTo>
                  <a:lnTo>
                    <a:pt x="1697204" y="1363699"/>
                  </a:lnTo>
                  <a:lnTo>
                    <a:pt x="1710674" y="1351276"/>
                  </a:lnTo>
                  <a:lnTo>
                    <a:pt x="1724144" y="1338846"/>
                  </a:lnTo>
                  <a:lnTo>
                    <a:pt x="1737614" y="1326414"/>
                  </a:lnTo>
                  <a:lnTo>
                    <a:pt x="1751084" y="1313984"/>
                  </a:lnTo>
                  <a:lnTo>
                    <a:pt x="1764554" y="1301563"/>
                  </a:lnTo>
                  <a:lnTo>
                    <a:pt x="1778023" y="1289153"/>
                  </a:lnTo>
                  <a:lnTo>
                    <a:pt x="1791493" y="1276761"/>
                  </a:lnTo>
                  <a:lnTo>
                    <a:pt x="1804963" y="1264391"/>
                  </a:lnTo>
                  <a:lnTo>
                    <a:pt x="1818433" y="1252049"/>
                  </a:lnTo>
                  <a:lnTo>
                    <a:pt x="1831903" y="1239740"/>
                  </a:lnTo>
                  <a:lnTo>
                    <a:pt x="1845373" y="1227470"/>
                  </a:lnTo>
                  <a:lnTo>
                    <a:pt x="1858843" y="1215244"/>
                  </a:lnTo>
                  <a:lnTo>
                    <a:pt x="1872313" y="1203068"/>
                  </a:lnTo>
                  <a:lnTo>
                    <a:pt x="1885782" y="1190948"/>
                  </a:lnTo>
                  <a:lnTo>
                    <a:pt x="1899252" y="1178889"/>
                  </a:lnTo>
                  <a:lnTo>
                    <a:pt x="1912722" y="1166897"/>
                  </a:lnTo>
                  <a:lnTo>
                    <a:pt x="1926192" y="1154979"/>
                  </a:lnTo>
                  <a:lnTo>
                    <a:pt x="1939662" y="1143141"/>
                  </a:lnTo>
                  <a:lnTo>
                    <a:pt x="1953132" y="1131388"/>
                  </a:lnTo>
                  <a:lnTo>
                    <a:pt x="1966602" y="1119721"/>
                  </a:lnTo>
                  <a:lnTo>
                    <a:pt x="1980072" y="1108141"/>
                  </a:lnTo>
                  <a:lnTo>
                    <a:pt x="1993541" y="1096651"/>
                  </a:lnTo>
                  <a:lnTo>
                    <a:pt x="2007011" y="1085250"/>
                  </a:lnTo>
                  <a:lnTo>
                    <a:pt x="2020481" y="1073940"/>
                  </a:lnTo>
                  <a:lnTo>
                    <a:pt x="2033951" y="1062721"/>
                  </a:lnTo>
                  <a:lnTo>
                    <a:pt x="2047421" y="1051595"/>
                  </a:lnTo>
                  <a:lnTo>
                    <a:pt x="2060891" y="1040562"/>
                  </a:lnTo>
                  <a:lnTo>
                    <a:pt x="2074361" y="1029622"/>
                  </a:lnTo>
                  <a:lnTo>
                    <a:pt x="2087831" y="1018778"/>
                  </a:lnTo>
                  <a:lnTo>
                    <a:pt x="2101300" y="1008028"/>
                  </a:lnTo>
                  <a:lnTo>
                    <a:pt x="2114770" y="997374"/>
                  </a:lnTo>
                  <a:lnTo>
                    <a:pt x="2128240" y="986816"/>
                  </a:lnTo>
                  <a:lnTo>
                    <a:pt x="2141710" y="976355"/>
                  </a:lnTo>
                  <a:lnTo>
                    <a:pt x="2155180" y="965990"/>
                  </a:lnTo>
                  <a:lnTo>
                    <a:pt x="2168650" y="955722"/>
                  </a:lnTo>
                  <a:lnTo>
                    <a:pt x="2182120" y="945552"/>
                  </a:lnTo>
                  <a:lnTo>
                    <a:pt x="2195590" y="935479"/>
                  </a:lnTo>
                  <a:lnTo>
                    <a:pt x="2209059" y="925504"/>
                  </a:lnTo>
                  <a:lnTo>
                    <a:pt x="2222529" y="915627"/>
                  </a:lnTo>
                  <a:lnTo>
                    <a:pt x="2235999" y="905847"/>
                  </a:lnTo>
                  <a:lnTo>
                    <a:pt x="2249469" y="896164"/>
                  </a:lnTo>
                  <a:lnTo>
                    <a:pt x="2262939" y="886579"/>
                  </a:lnTo>
                  <a:lnTo>
                    <a:pt x="2276409" y="877091"/>
                  </a:lnTo>
                  <a:lnTo>
                    <a:pt x="2289879" y="867700"/>
                  </a:lnTo>
                  <a:lnTo>
                    <a:pt x="2303349" y="858405"/>
                  </a:lnTo>
                  <a:lnTo>
                    <a:pt x="2316819" y="849207"/>
                  </a:lnTo>
                  <a:lnTo>
                    <a:pt x="2330288" y="840105"/>
                  </a:lnTo>
                  <a:lnTo>
                    <a:pt x="2343758" y="831097"/>
                  </a:lnTo>
                  <a:lnTo>
                    <a:pt x="2357228" y="822185"/>
                  </a:lnTo>
                  <a:lnTo>
                    <a:pt x="2370698" y="813367"/>
                  </a:lnTo>
                  <a:lnTo>
                    <a:pt x="2384168" y="804642"/>
                  </a:lnTo>
                  <a:lnTo>
                    <a:pt x="2397638" y="796010"/>
                  </a:lnTo>
                  <a:lnTo>
                    <a:pt x="2411108" y="787470"/>
                  </a:lnTo>
                  <a:lnTo>
                    <a:pt x="2424578" y="779021"/>
                  </a:lnTo>
                  <a:lnTo>
                    <a:pt x="2438047" y="770663"/>
                  </a:lnTo>
                  <a:lnTo>
                    <a:pt x="2451517" y="762395"/>
                  </a:lnTo>
                  <a:lnTo>
                    <a:pt x="2464987" y="754214"/>
                  </a:lnTo>
                  <a:lnTo>
                    <a:pt x="2478457" y="746122"/>
                  </a:lnTo>
                  <a:lnTo>
                    <a:pt x="2491927" y="738116"/>
                  </a:lnTo>
                  <a:lnTo>
                    <a:pt x="2505397" y="730195"/>
                  </a:lnTo>
                  <a:lnTo>
                    <a:pt x="2518867" y="722358"/>
                  </a:lnTo>
                  <a:lnTo>
                    <a:pt x="2532337" y="714604"/>
                  </a:lnTo>
                  <a:lnTo>
                    <a:pt x="2545806" y="706933"/>
                  </a:lnTo>
                  <a:lnTo>
                    <a:pt x="2559276" y="699341"/>
                  </a:lnTo>
                  <a:lnTo>
                    <a:pt x="2572746" y="691829"/>
                  </a:lnTo>
                  <a:lnTo>
                    <a:pt x="2586216" y="684394"/>
                  </a:lnTo>
                  <a:lnTo>
                    <a:pt x="2599686" y="677036"/>
                  </a:lnTo>
                  <a:lnTo>
                    <a:pt x="2613156" y="669753"/>
                  </a:lnTo>
                  <a:lnTo>
                    <a:pt x="2626626" y="662543"/>
                  </a:lnTo>
                  <a:lnTo>
                    <a:pt x="2640096" y="655404"/>
                  </a:lnTo>
                  <a:lnTo>
                    <a:pt x="2653565" y="648336"/>
                  </a:lnTo>
                  <a:lnTo>
                    <a:pt x="2667035" y="641337"/>
                  </a:lnTo>
                  <a:lnTo>
                    <a:pt x="2680505" y="634404"/>
                  </a:lnTo>
                  <a:lnTo>
                    <a:pt x="2693975" y="627537"/>
                  </a:lnTo>
                  <a:lnTo>
                    <a:pt x="2707445" y="620733"/>
                  </a:lnTo>
                  <a:lnTo>
                    <a:pt x="2720915" y="613990"/>
                  </a:lnTo>
                  <a:lnTo>
                    <a:pt x="2734385" y="607308"/>
                  </a:lnTo>
                  <a:lnTo>
                    <a:pt x="2747855" y="600683"/>
                  </a:lnTo>
                  <a:lnTo>
                    <a:pt x="2761324" y="594114"/>
                  </a:lnTo>
                  <a:lnTo>
                    <a:pt x="2774794" y="587600"/>
                  </a:lnTo>
                  <a:lnTo>
                    <a:pt x="2788264" y="581138"/>
                  </a:lnTo>
                  <a:lnTo>
                    <a:pt x="2801734" y="574725"/>
                  </a:lnTo>
                  <a:lnTo>
                    <a:pt x="2815204" y="568361"/>
                  </a:lnTo>
                  <a:lnTo>
                    <a:pt x="2828674" y="562043"/>
                  </a:lnTo>
                  <a:lnTo>
                    <a:pt x="2842144" y="555769"/>
                  </a:lnTo>
                  <a:lnTo>
                    <a:pt x="2855614" y="549537"/>
                  </a:lnTo>
                  <a:lnTo>
                    <a:pt x="2869084" y="543344"/>
                  </a:lnTo>
                  <a:lnTo>
                    <a:pt x="2882553" y="537189"/>
                  </a:lnTo>
                  <a:lnTo>
                    <a:pt x="2896023" y="531069"/>
                  </a:lnTo>
                  <a:lnTo>
                    <a:pt x="2909493" y="524982"/>
                  </a:lnTo>
                  <a:lnTo>
                    <a:pt x="2922963" y="518926"/>
                  </a:lnTo>
                  <a:lnTo>
                    <a:pt x="2936433" y="512898"/>
                  </a:lnTo>
                  <a:lnTo>
                    <a:pt x="2949903" y="506896"/>
                  </a:lnTo>
                  <a:lnTo>
                    <a:pt x="2963373" y="500918"/>
                  </a:lnTo>
                  <a:lnTo>
                    <a:pt x="2976843" y="494961"/>
                  </a:lnTo>
                  <a:lnTo>
                    <a:pt x="2990312" y="489023"/>
                  </a:lnTo>
                  <a:lnTo>
                    <a:pt x="3003782" y="483101"/>
                  </a:lnTo>
                  <a:lnTo>
                    <a:pt x="3017252" y="477193"/>
                  </a:lnTo>
                  <a:lnTo>
                    <a:pt x="3030722" y="471296"/>
                  </a:lnTo>
                  <a:lnTo>
                    <a:pt x="3044192" y="465408"/>
                  </a:lnTo>
                  <a:lnTo>
                    <a:pt x="3057662" y="459527"/>
                  </a:lnTo>
                  <a:lnTo>
                    <a:pt x="3071132" y="453649"/>
                  </a:lnTo>
                  <a:lnTo>
                    <a:pt x="3084602" y="447771"/>
                  </a:lnTo>
                  <a:lnTo>
                    <a:pt x="3098071" y="441893"/>
                  </a:lnTo>
                  <a:lnTo>
                    <a:pt x="3111541" y="436009"/>
                  </a:lnTo>
                  <a:lnTo>
                    <a:pt x="3125011" y="430119"/>
                  </a:lnTo>
                  <a:lnTo>
                    <a:pt x="3138481" y="424219"/>
                  </a:lnTo>
                  <a:lnTo>
                    <a:pt x="3151951" y="418306"/>
                  </a:lnTo>
                  <a:lnTo>
                    <a:pt x="3165421" y="412379"/>
                  </a:lnTo>
                  <a:lnTo>
                    <a:pt x="3178891" y="406436"/>
                  </a:lnTo>
                  <a:lnTo>
                    <a:pt x="3192361" y="400479"/>
                  </a:lnTo>
                  <a:lnTo>
                    <a:pt x="3205830" y="394506"/>
                  </a:lnTo>
                  <a:lnTo>
                    <a:pt x="3219300" y="388519"/>
                  </a:lnTo>
                  <a:lnTo>
                    <a:pt x="3232770" y="382515"/>
                  </a:lnTo>
                  <a:lnTo>
                    <a:pt x="3246240" y="376497"/>
                  </a:lnTo>
                  <a:lnTo>
                    <a:pt x="3259710" y="370464"/>
                  </a:lnTo>
                  <a:lnTo>
                    <a:pt x="3273180" y="364415"/>
                  </a:lnTo>
                  <a:lnTo>
                    <a:pt x="3286650" y="358351"/>
                  </a:lnTo>
                  <a:lnTo>
                    <a:pt x="3300120" y="352271"/>
                  </a:lnTo>
                  <a:lnTo>
                    <a:pt x="3313589" y="346176"/>
                  </a:lnTo>
                  <a:lnTo>
                    <a:pt x="3327059" y="340066"/>
                  </a:lnTo>
                  <a:lnTo>
                    <a:pt x="3340529" y="333940"/>
                  </a:lnTo>
                  <a:lnTo>
                    <a:pt x="3353999" y="327798"/>
                  </a:lnTo>
                  <a:lnTo>
                    <a:pt x="3367469" y="321641"/>
                  </a:lnTo>
                  <a:lnTo>
                    <a:pt x="3380939" y="315468"/>
                  </a:lnTo>
                  <a:lnTo>
                    <a:pt x="3394409" y="309280"/>
                  </a:lnTo>
                  <a:lnTo>
                    <a:pt x="3407879" y="303076"/>
                  </a:lnTo>
                  <a:lnTo>
                    <a:pt x="3421349" y="296856"/>
                  </a:lnTo>
                  <a:lnTo>
                    <a:pt x="3434818" y="290620"/>
                  </a:lnTo>
                  <a:lnTo>
                    <a:pt x="3448288" y="284369"/>
                  </a:lnTo>
                  <a:lnTo>
                    <a:pt x="3461758" y="278102"/>
                  </a:lnTo>
                  <a:lnTo>
                    <a:pt x="3475228" y="271818"/>
                  </a:lnTo>
                  <a:lnTo>
                    <a:pt x="3488698" y="265519"/>
                  </a:lnTo>
                  <a:lnTo>
                    <a:pt x="3502168" y="259204"/>
                  </a:lnTo>
                  <a:lnTo>
                    <a:pt x="3515638" y="252873"/>
                  </a:lnTo>
                  <a:lnTo>
                    <a:pt x="3529108" y="246526"/>
                  </a:lnTo>
                  <a:lnTo>
                    <a:pt x="3542577" y="240162"/>
                  </a:lnTo>
                  <a:lnTo>
                    <a:pt x="3556047" y="233783"/>
                  </a:lnTo>
                  <a:lnTo>
                    <a:pt x="3569517" y="227387"/>
                  </a:lnTo>
                  <a:lnTo>
                    <a:pt x="3582987" y="220975"/>
                  </a:lnTo>
                  <a:lnTo>
                    <a:pt x="3596457" y="214547"/>
                  </a:lnTo>
                  <a:lnTo>
                    <a:pt x="3609927" y="208102"/>
                  </a:lnTo>
                  <a:lnTo>
                    <a:pt x="3623397" y="201641"/>
                  </a:lnTo>
                  <a:lnTo>
                    <a:pt x="3636867" y="195164"/>
                  </a:lnTo>
                  <a:lnTo>
                    <a:pt x="3650336" y="188670"/>
                  </a:lnTo>
                  <a:lnTo>
                    <a:pt x="3663806" y="182160"/>
                  </a:lnTo>
                  <a:lnTo>
                    <a:pt x="3677276" y="175633"/>
                  </a:lnTo>
                  <a:lnTo>
                    <a:pt x="3690746" y="169090"/>
                  </a:lnTo>
                  <a:lnTo>
                    <a:pt x="3704216" y="162530"/>
                  </a:lnTo>
                  <a:lnTo>
                    <a:pt x="3717686" y="155954"/>
                  </a:lnTo>
                  <a:lnTo>
                    <a:pt x="3731156" y="149360"/>
                  </a:lnTo>
                  <a:lnTo>
                    <a:pt x="3744626" y="142750"/>
                  </a:lnTo>
                  <a:lnTo>
                    <a:pt x="3758095" y="136124"/>
                  </a:lnTo>
                  <a:lnTo>
                    <a:pt x="3771565" y="129480"/>
                  </a:lnTo>
                  <a:lnTo>
                    <a:pt x="3785035" y="122820"/>
                  </a:lnTo>
                  <a:lnTo>
                    <a:pt x="3798505" y="116142"/>
                  </a:lnTo>
                  <a:lnTo>
                    <a:pt x="3811975" y="109448"/>
                  </a:lnTo>
                  <a:lnTo>
                    <a:pt x="3825445" y="102737"/>
                  </a:lnTo>
                  <a:lnTo>
                    <a:pt x="3838915" y="96009"/>
                  </a:lnTo>
                  <a:lnTo>
                    <a:pt x="3852385" y="89263"/>
                  </a:lnTo>
                  <a:lnTo>
                    <a:pt x="3865854" y="82501"/>
                  </a:lnTo>
                  <a:lnTo>
                    <a:pt x="3879324" y="75721"/>
                  </a:lnTo>
                  <a:lnTo>
                    <a:pt x="3892794" y="68924"/>
                  </a:lnTo>
                  <a:lnTo>
                    <a:pt x="3906264" y="62110"/>
                  </a:lnTo>
                  <a:lnTo>
                    <a:pt x="3919734" y="55279"/>
                  </a:lnTo>
                  <a:lnTo>
                    <a:pt x="3933204" y="48430"/>
                  </a:lnTo>
                  <a:lnTo>
                    <a:pt x="3946674" y="41564"/>
                  </a:lnTo>
                  <a:lnTo>
                    <a:pt x="3960144" y="34680"/>
                  </a:lnTo>
                  <a:lnTo>
                    <a:pt x="3973614" y="27779"/>
                  </a:lnTo>
                  <a:lnTo>
                    <a:pt x="3987083" y="20861"/>
                  </a:lnTo>
                  <a:lnTo>
                    <a:pt x="4000553" y="13925"/>
                  </a:lnTo>
                  <a:lnTo>
                    <a:pt x="4014023" y="6971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70358" y="1973933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570358" y="139178"/>
              <a:ext cx="4027493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30060" y="2582291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30060" y="1926887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30060" y="127148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30060" y="616080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2.0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535564" y="26293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5564" y="19739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5564" y="13185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35564" y="6631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505428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71733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03803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469904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8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736209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966990" y="3043804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427423" y="3203322"/>
              <a:ext cx="31336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</a:t>
              </a:r>
            </a:p>
          </p:txBody>
        </p:sp>
        <p:sp>
          <p:nvSpPr>
            <p:cNvPr id="46" name="rc46"/>
            <p:cNvSpPr/>
            <p:nvPr/>
          </p:nvSpPr>
          <p:spPr>
            <a:xfrm>
              <a:off x="4977328" y="139178"/>
              <a:ext cx="4027493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77328" y="2852988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977328" y="2235039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77328" y="1617091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977328" y="999143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977328" y="381194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38610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58359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78108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97857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977328" y="2544014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977328" y="1926065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977328" y="1308117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977328" y="690169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984854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182344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379834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4977328" y="139178"/>
              <a:ext cx="4027493" cy="2841995"/>
            </a:xfrm>
            <a:custGeom>
              <a:avLst/>
              <a:pathLst>
                <a:path w="4027493" h="2841995">
                  <a:moveTo>
                    <a:pt x="0" y="2700067"/>
                  </a:moveTo>
                  <a:lnTo>
                    <a:pt x="13469" y="2697066"/>
                  </a:lnTo>
                  <a:lnTo>
                    <a:pt x="26939" y="2694036"/>
                  </a:lnTo>
                  <a:lnTo>
                    <a:pt x="40409" y="2690977"/>
                  </a:lnTo>
                  <a:lnTo>
                    <a:pt x="53879" y="2687890"/>
                  </a:lnTo>
                  <a:lnTo>
                    <a:pt x="67349" y="2684773"/>
                  </a:lnTo>
                  <a:lnTo>
                    <a:pt x="80819" y="2681626"/>
                  </a:lnTo>
                  <a:lnTo>
                    <a:pt x="94289" y="2678450"/>
                  </a:lnTo>
                  <a:lnTo>
                    <a:pt x="107759" y="2675244"/>
                  </a:lnTo>
                  <a:lnTo>
                    <a:pt x="121228" y="2672007"/>
                  </a:lnTo>
                  <a:lnTo>
                    <a:pt x="134698" y="2668740"/>
                  </a:lnTo>
                  <a:lnTo>
                    <a:pt x="148168" y="2665441"/>
                  </a:lnTo>
                  <a:lnTo>
                    <a:pt x="161638" y="2662111"/>
                  </a:lnTo>
                  <a:lnTo>
                    <a:pt x="175108" y="2658749"/>
                  </a:lnTo>
                  <a:lnTo>
                    <a:pt x="188578" y="2655355"/>
                  </a:lnTo>
                  <a:lnTo>
                    <a:pt x="202048" y="2651929"/>
                  </a:lnTo>
                  <a:lnTo>
                    <a:pt x="215518" y="2648470"/>
                  </a:lnTo>
                  <a:lnTo>
                    <a:pt x="228987" y="2644977"/>
                  </a:lnTo>
                  <a:lnTo>
                    <a:pt x="242457" y="2641451"/>
                  </a:lnTo>
                  <a:lnTo>
                    <a:pt x="255927" y="2637892"/>
                  </a:lnTo>
                  <a:lnTo>
                    <a:pt x="269397" y="2634298"/>
                  </a:lnTo>
                  <a:lnTo>
                    <a:pt x="282867" y="2630669"/>
                  </a:lnTo>
                  <a:lnTo>
                    <a:pt x="296337" y="2627005"/>
                  </a:lnTo>
                  <a:lnTo>
                    <a:pt x="309807" y="2623306"/>
                  </a:lnTo>
                  <a:lnTo>
                    <a:pt x="323277" y="2619571"/>
                  </a:lnTo>
                  <a:lnTo>
                    <a:pt x="336746" y="2615799"/>
                  </a:lnTo>
                  <a:lnTo>
                    <a:pt x="350216" y="2611991"/>
                  </a:lnTo>
                  <a:lnTo>
                    <a:pt x="363686" y="2608146"/>
                  </a:lnTo>
                  <a:lnTo>
                    <a:pt x="377156" y="2604263"/>
                  </a:lnTo>
                  <a:lnTo>
                    <a:pt x="390626" y="2600342"/>
                  </a:lnTo>
                  <a:lnTo>
                    <a:pt x="404096" y="2596382"/>
                  </a:lnTo>
                  <a:lnTo>
                    <a:pt x="417566" y="2592383"/>
                  </a:lnTo>
                  <a:lnTo>
                    <a:pt x="431036" y="2588345"/>
                  </a:lnTo>
                  <a:lnTo>
                    <a:pt x="444505" y="2584266"/>
                  </a:lnTo>
                  <a:lnTo>
                    <a:pt x="457975" y="2580146"/>
                  </a:lnTo>
                  <a:lnTo>
                    <a:pt x="471445" y="2575983"/>
                  </a:lnTo>
                  <a:lnTo>
                    <a:pt x="484915" y="2571777"/>
                  </a:lnTo>
                  <a:lnTo>
                    <a:pt x="498385" y="2567526"/>
                  </a:lnTo>
                  <a:lnTo>
                    <a:pt x="511855" y="2563229"/>
                  </a:lnTo>
                  <a:lnTo>
                    <a:pt x="525325" y="2558885"/>
                  </a:lnTo>
                  <a:lnTo>
                    <a:pt x="538795" y="2554493"/>
                  </a:lnTo>
                  <a:lnTo>
                    <a:pt x="552264" y="2550051"/>
                  </a:lnTo>
                  <a:lnTo>
                    <a:pt x="565734" y="2545559"/>
                  </a:lnTo>
                  <a:lnTo>
                    <a:pt x="579204" y="2541015"/>
                  </a:lnTo>
                  <a:lnTo>
                    <a:pt x="592674" y="2536417"/>
                  </a:lnTo>
                  <a:lnTo>
                    <a:pt x="606144" y="2531765"/>
                  </a:lnTo>
                  <a:lnTo>
                    <a:pt x="619614" y="2527056"/>
                  </a:lnTo>
                  <a:lnTo>
                    <a:pt x="633084" y="2522290"/>
                  </a:lnTo>
                  <a:lnTo>
                    <a:pt x="646554" y="2517464"/>
                  </a:lnTo>
                  <a:lnTo>
                    <a:pt x="660024" y="2512578"/>
                  </a:lnTo>
                  <a:lnTo>
                    <a:pt x="673493" y="2507630"/>
                  </a:lnTo>
                  <a:lnTo>
                    <a:pt x="686963" y="2502617"/>
                  </a:lnTo>
                  <a:lnTo>
                    <a:pt x="700433" y="2497539"/>
                  </a:lnTo>
                  <a:lnTo>
                    <a:pt x="713903" y="2492393"/>
                  </a:lnTo>
                  <a:lnTo>
                    <a:pt x="727373" y="2487179"/>
                  </a:lnTo>
                  <a:lnTo>
                    <a:pt x="740843" y="2481893"/>
                  </a:lnTo>
                  <a:lnTo>
                    <a:pt x="754313" y="2476534"/>
                  </a:lnTo>
                  <a:lnTo>
                    <a:pt x="767783" y="2471101"/>
                  </a:lnTo>
                  <a:lnTo>
                    <a:pt x="781252" y="2465590"/>
                  </a:lnTo>
                  <a:lnTo>
                    <a:pt x="794722" y="2460001"/>
                  </a:lnTo>
                  <a:lnTo>
                    <a:pt x="808192" y="2454330"/>
                  </a:lnTo>
                  <a:lnTo>
                    <a:pt x="821662" y="2448577"/>
                  </a:lnTo>
                  <a:lnTo>
                    <a:pt x="835132" y="2442738"/>
                  </a:lnTo>
                  <a:lnTo>
                    <a:pt x="848602" y="2436811"/>
                  </a:lnTo>
                  <a:lnTo>
                    <a:pt x="862072" y="2430795"/>
                  </a:lnTo>
                  <a:lnTo>
                    <a:pt x="875542" y="2424686"/>
                  </a:lnTo>
                  <a:lnTo>
                    <a:pt x="889011" y="2418482"/>
                  </a:lnTo>
                  <a:lnTo>
                    <a:pt x="902481" y="2412181"/>
                  </a:lnTo>
                  <a:lnTo>
                    <a:pt x="915951" y="2405780"/>
                  </a:lnTo>
                  <a:lnTo>
                    <a:pt x="929421" y="2399277"/>
                  </a:lnTo>
                  <a:lnTo>
                    <a:pt x="942891" y="2392669"/>
                  </a:lnTo>
                  <a:lnTo>
                    <a:pt x="956361" y="2385954"/>
                  </a:lnTo>
                  <a:lnTo>
                    <a:pt x="969831" y="2379128"/>
                  </a:lnTo>
                  <a:lnTo>
                    <a:pt x="983301" y="2372189"/>
                  </a:lnTo>
                  <a:lnTo>
                    <a:pt x="996770" y="2365135"/>
                  </a:lnTo>
                  <a:lnTo>
                    <a:pt x="1010240" y="2357962"/>
                  </a:lnTo>
                  <a:lnTo>
                    <a:pt x="1023710" y="2350668"/>
                  </a:lnTo>
                  <a:lnTo>
                    <a:pt x="1037180" y="2343251"/>
                  </a:lnTo>
                  <a:lnTo>
                    <a:pt x="1050650" y="2335707"/>
                  </a:lnTo>
                  <a:lnTo>
                    <a:pt x="1064120" y="2328035"/>
                  </a:lnTo>
                  <a:lnTo>
                    <a:pt x="1077590" y="2320232"/>
                  </a:lnTo>
                  <a:lnTo>
                    <a:pt x="1091060" y="2312295"/>
                  </a:lnTo>
                  <a:lnTo>
                    <a:pt x="1104529" y="2304222"/>
                  </a:lnTo>
                  <a:lnTo>
                    <a:pt x="1117999" y="2296011"/>
                  </a:lnTo>
                  <a:lnTo>
                    <a:pt x="1131469" y="2287661"/>
                  </a:lnTo>
                  <a:lnTo>
                    <a:pt x="1144939" y="2279168"/>
                  </a:lnTo>
                  <a:lnTo>
                    <a:pt x="1158409" y="2270533"/>
                  </a:lnTo>
                  <a:lnTo>
                    <a:pt x="1171879" y="2261753"/>
                  </a:lnTo>
                  <a:lnTo>
                    <a:pt x="1185349" y="2252827"/>
                  </a:lnTo>
                  <a:lnTo>
                    <a:pt x="1198819" y="2243755"/>
                  </a:lnTo>
                  <a:lnTo>
                    <a:pt x="1212289" y="2234535"/>
                  </a:lnTo>
                  <a:lnTo>
                    <a:pt x="1225758" y="2225169"/>
                  </a:lnTo>
                  <a:lnTo>
                    <a:pt x="1239228" y="2215654"/>
                  </a:lnTo>
                  <a:lnTo>
                    <a:pt x="1252698" y="2205993"/>
                  </a:lnTo>
                  <a:lnTo>
                    <a:pt x="1266168" y="2196184"/>
                  </a:lnTo>
                  <a:lnTo>
                    <a:pt x="1279638" y="2186230"/>
                  </a:lnTo>
                  <a:lnTo>
                    <a:pt x="1293108" y="2176130"/>
                  </a:lnTo>
                  <a:lnTo>
                    <a:pt x="1306578" y="2165887"/>
                  </a:lnTo>
                  <a:lnTo>
                    <a:pt x="1320048" y="2155502"/>
                  </a:lnTo>
                  <a:lnTo>
                    <a:pt x="1333517" y="2144977"/>
                  </a:lnTo>
                  <a:lnTo>
                    <a:pt x="1346987" y="2134313"/>
                  </a:lnTo>
                  <a:lnTo>
                    <a:pt x="1360457" y="2123513"/>
                  </a:lnTo>
                  <a:lnTo>
                    <a:pt x="1373927" y="2112579"/>
                  </a:lnTo>
                  <a:lnTo>
                    <a:pt x="1387397" y="2101513"/>
                  </a:lnTo>
                  <a:lnTo>
                    <a:pt x="1400867" y="2090319"/>
                  </a:lnTo>
                  <a:lnTo>
                    <a:pt x="1414337" y="2079001"/>
                  </a:lnTo>
                  <a:lnTo>
                    <a:pt x="1427807" y="2067563"/>
                  </a:lnTo>
                  <a:lnTo>
                    <a:pt x="1441276" y="2056008"/>
                  </a:lnTo>
                  <a:lnTo>
                    <a:pt x="1454746" y="2044340"/>
                  </a:lnTo>
                  <a:lnTo>
                    <a:pt x="1468216" y="2032563"/>
                  </a:lnTo>
                  <a:lnTo>
                    <a:pt x="1481686" y="2020680"/>
                  </a:lnTo>
                  <a:lnTo>
                    <a:pt x="1495156" y="2008696"/>
                  </a:lnTo>
                  <a:lnTo>
                    <a:pt x="1508626" y="1996613"/>
                  </a:lnTo>
                  <a:lnTo>
                    <a:pt x="1522096" y="1984435"/>
                  </a:lnTo>
                  <a:lnTo>
                    <a:pt x="1535566" y="1972166"/>
                  </a:lnTo>
                  <a:lnTo>
                    <a:pt x="1549035" y="1959808"/>
                  </a:lnTo>
                  <a:lnTo>
                    <a:pt x="1562505" y="1947367"/>
                  </a:lnTo>
                  <a:lnTo>
                    <a:pt x="1575975" y="1934844"/>
                  </a:lnTo>
                  <a:lnTo>
                    <a:pt x="1589445" y="1922244"/>
                  </a:lnTo>
                  <a:lnTo>
                    <a:pt x="1602915" y="1909569"/>
                  </a:lnTo>
                  <a:lnTo>
                    <a:pt x="1616385" y="1896825"/>
                  </a:lnTo>
                  <a:lnTo>
                    <a:pt x="1629855" y="1884013"/>
                  </a:lnTo>
                  <a:lnTo>
                    <a:pt x="1643325" y="1871138"/>
                  </a:lnTo>
                  <a:lnTo>
                    <a:pt x="1656794" y="1858204"/>
                  </a:lnTo>
                  <a:lnTo>
                    <a:pt x="1670264" y="1845213"/>
                  </a:lnTo>
                  <a:lnTo>
                    <a:pt x="1683734" y="1832170"/>
                  </a:lnTo>
                  <a:lnTo>
                    <a:pt x="1697204" y="1819078"/>
                  </a:lnTo>
                  <a:lnTo>
                    <a:pt x="1710674" y="1805942"/>
                  </a:lnTo>
                  <a:lnTo>
                    <a:pt x="1724144" y="1792765"/>
                  </a:lnTo>
                  <a:lnTo>
                    <a:pt x="1737614" y="1777629"/>
                  </a:lnTo>
                  <a:lnTo>
                    <a:pt x="1751084" y="1760832"/>
                  </a:lnTo>
                  <a:lnTo>
                    <a:pt x="1764554" y="1743900"/>
                  </a:lnTo>
                  <a:lnTo>
                    <a:pt x="1778023" y="1726839"/>
                  </a:lnTo>
                  <a:lnTo>
                    <a:pt x="1791493" y="1709657"/>
                  </a:lnTo>
                  <a:lnTo>
                    <a:pt x="1804963" y="1692361"/>
                  </a:lnTo>
                  <a:lnTo>
                    <a:pt x="1818433" y="1674958"/>
                  </a:lnTo>
                  <a:lnTo>
                    <a:pt x="1831903" y="1657459"/>
                  </a:lnTo>
                  <a:lnTo>
                    <a:pt x="1845373" y="1639871"/>
                  </a:lnTo>
                  <a:lnTo>
                    <a:pt x="1858843" y="1622203"/>
                  </a:lnTo>
                  <a:lnTo>
                    <a:pt x="1872313" y="1604466"/>
                  </a:lnTo>
                  <a:lnTo>
                    <a:pt x="1885782" y="1586670"/>
                  </a:lnTo>
                  <a:lnTo>
                    <a:pt x="1899252" y="1568826"/>
                  </a:lnTo>
                  <a:lnTo>
                    <a:pt x="1912722" y="1550944"/>
                  </a:lnTo>
                  <a:lnTo>
                    <a:pt x="1926192" y="1533036"/>
                  </a:lnTo>
                  <a:lnTo>
                    <a:pt x="1939662" y="1515114"/>
                  </a:lnTo>
                  <a:lnTo>
                    <a:pt x="1953132" y="1497191"/>
                  </a:lnTo>
                  <a:lnTo>
                    <a:pt x="1966602" y="1479279"/>
                  </a:lnTo>
                  <a:lnTo>
                    <a:pt x="1980072" y="1461392"/>
                  </a:lnTo>
                  <a:lnTo>
                    <a:pt x="1993541" y="1443543"/>
                  </a:lnTo>
                  <a:lnTo>
                    <a:pt x="2007011" y="1425746"/>
                  </a:lnTo>
                  <a:lnTo>
                    <a:pt x="2020481" y="1408016"/>
                  </a:lnTo>
                  <a:lnTo>
                    <a:pt x="2033951" y="1390368"/>
                  </a:lnTo>
                  <a:lnTo>
                    <a:pt x="2047421" y="1372817"/>
                  </a:lnTo>
                  <a:lnTo>
                    <a:pt x="2060891" y="1355378"/>
                  </a:lnTo>
                  <a:lnTo>
                    <a:pt x="2074361" y="1338068"/>
                  </a:lnTo>
                  <a:lnTo>
                    <a:pt x="2087831" y="1320903"/>
                  </a:lnTo>
                  <a:lnTo>
                    <a:pt x="2101300" y="1303897"/>
                  </a:lnTo>
                  <a:lnTo>
                    <a:pt x="2114770" y="1287054"/>
                  </a:lnTo>
                  <a:lnTo>
                    <a:pt x="2128240" y="1270379"/>
                  </a:lnTo>
                  <a:lnTo>
                    <a:pt x="2141710" y="1253875"/>
                  </a:lnTo>
                  <a:lnTo>
                    <a:pt x="2155180" y="1237545"/>
                  </a:lnTo>
                  <a:lnTo>
                    <a:pt x="2168650" y="1221394"/>
                  </a:lnTo>
                  <a:lnTo>
                    <a:pt x="2182120" y="1205423"/>
                  </a:lnTo>
                  <a:lnTo>
                    <a:pt x="2195590" y="1189637"/>
                  </a:lnTo>
                  <a:lnTo>
                    <a:pt x="2209059" y="1174037"/>
                  </a:lnTo>
                  <a:lnTo>
                    <a:pt x="2222529" y="1158626"/>
                  </a:lnTo>
                  <a:lnTo>
                    <a:pt x="2235999" y="1143406"/>
                  </a:lnTo>
                  <a:lnTo>
                    <a:pt x="2249469" y="1128380"/>
                  </a:lnTo>
                  <a:lnTo>
                    <a:pt x="2262939" y="1113549"/>
                  </a:lnTo>
                  <a:lnTo>
                    <a:pt x="2276409" y="1098915"/>
                  </a:lnTo>
                  <a:lnTo>
                    <a:pt x="2289879" y="1084480"/>
                  </a:lnTo>
                  <a:lnTo>
                    <a:pt x="2303349" y="1070243"/>
                  </a:lnTo>
                  <a:lnTo>
                    <a:pt x="2316819" y="1056207"/>
                  </a:lnTo>
                  <a:lnTo>
                    <a:pt x="2330288" y="1042373"/>
                  </a:lnTo>
                  <a:lnTo>
                    <a:pt x="2343758" y="1028740"/>
                  </a:lnTo>
                  <a:lnTo>
                    <a:pt x="2357228" y="1015310"/>
                  </a:lnTo>
                  <a:lnTo>
                    <a:pt x="2370698" y="1002082"/>
                  </a:lnTo>
                  <a:lnTo>
                    <a:pt x="2384168" y="989056"/>
                  </a:lnTo>
                  <a:lnTo>
                    <a:pt x="2397638" y="976233"/>
                  </a:lnTo>
                  <a:lnTo>
                    <a:pt x="2411108" y="963612"/>
                  </a:lnTo>
                  <a:lnTo>
                    <a:pt x="2424578" y="951191"/>
                  </a:lnTo>
                  <a:lnTo>
                    <a:pt x="2438047" y="938971"/>
                  </a:lnTo>
                  <a:lnTo>
                    <a:pt x="2451517" y="926950"/>
                  </a:lnTo>
                  <a:lnTo>
                    <a:pt x="2464987" y="915127"/>
                  </a:lnTo>
                  <a:lnTo>
                    <a:pt x="2478457" y="903501"/>
                  </a:lnTo>
                  <a:lnTo>
                    <a:pt x="2491927" y="892070"/>
                  </a:lnTo>
                  <a:lnTo>
                    <a:pt x="2505397" y="880832"/>
                  </a:lnTo>
                  <a:lnTo>
                    <a:pt x="2518867" y="869786"/>
                  </a:lnTo>
                  <a:lnTo>
                    <a:pt x="2532337" y="858928"/>
                  </a:lnTo>
                  <a:lnTo>
                    <a:pt x="2545806" y="848258"/>
                  </a:lnTo>
                  <a:lnTo>
                    <a:pt x="2559276" y="837772"/>
                  </a:lnTo>
                  <a:lnTo>
                    <a:pt x="2572746" y="827467"/>
                  </a:lnTo>
                  <a:lnTo>
                    <a:pt x="2586216" y="817342"/>
                  </a:lnTo>
                  <a:lnTo>
                    <a:pt x="2599686" y="807393"/>
                  </a:lnTo>
                  <a:lnTo>
                    <a:pt x="2613156" y="797616"/>
                  </a:lnTo>
                  <a:lnTo>
                    <a:pt x="2626626" y="788009"/>
                  </a:lnTo>
                  <a:lnTo>
                    <a:pt x="2640096" y="778569"/>
                  </a:lnTo>
                  <a:lnTo>
                    <a:pt x="2653565" y="769291"/>
                  </a:lnTo>
                  <a:lnTo>
                    <a:pt x="2667035" y="760172"/>
                  </a:lnTo>
                  <a:lnTo>
                    <a:pt x="2680505" y="751208"/>
                  </a:lnTo>
                  <a:lnTo>
                    <a:pt x="2693975" y="742396"/>
                  </a:lnTo>
                  <a:lnTo>
                    <a:pt x="2707445" y="733731"/>
                  </a:lnTo>
                  <a:lnTo>
                    <a:pt x="2720915" y="725209"/>
                  </a:lnTo>
                  <a:lnTo>
                    <a:pt x="2734385" y="716826"/>
                  </a:lnTo>
                  <a:lnTo>
                    <a:pt x="2747855" y="708578"/>
                  </a:lnTo>
                  <a:lnTo>
                    <a:pt x="2761324" y="700460"/>
                  </a:lnTo>
                  <a:lnTo>
                    <a:pt x="2774794" y="692468"/>
                  </a:lnTo>
                  <a:lnTo>
                    <a:pt x="2788264" y="684597"/>
                  </a:lnTo>
                  <a:lnTo>
                    <a:pt x="2801734" y="676843"/>
                  </a:lnTo>
                  <a:lnTo>
                    <a:pt x="2815204" y="669200"/>
                  </a:lnTo>
                  <a:lnTo>
                    <a:pt x="2828674" y="661665"/>
                  </a:lnTo>
                  <a:lnTo>
                    <a:pt x="2842144" y="654232"/>
                  </a:lnTo>
                  <a:lnTo>
                    <a:pt x="2855614" y="646897"/>
                  </a:lnTo>
                  <a:lnTo>
                    <a:pt x="2869084" y="639654"/>
                  </a:lnTo>
                  <a:lnTo>
                    <a:pt x="2882553" y="632500"/>
                  </a:lnTo>
                  <a:lnTo>
                    <a:pt x="2896023" y="625428"/>
                  </a:lnTo>
                  <a:lnTo>
                    <a:pt x="2909493" y="618434"/>
                  </a:lnTo>
                  <a:lnTo>
                    <a:pt x="2922963" y="611514"/>
                  </a:lnTo>
                  <a:lnTo>
                    <a:pt x="2936433" y="604662"/>
                  </a:lnTo>
                  <a:lnTo>
                    <a:pt x="2949903" y="597873"/>
                  </a:lnTo>
                  <a:lnTo>
                    <a:pt x="2963373" y="591143"/>
                  </a:lnTo>
                  <a:lnTo>
                    <a:pt x="2976843" y="584466"/>
                  </a:lnTo>
                  <a:lnTo>
                    <a:pt x="2990312" y="577838"/>
                  </a:lnTo>
                  <a:lnTo>
                    <a:pt x="3003782" y="571253"/>
                  </a:lnTo>
                  <a:lnTo>
                    <a:pt x="3017252" y="564708"/>
                  </a:lnTo>
                  <a:lnTo>
                    <a:pt x="3030722" y="558197"/>
                  </a:lnTo>
                  <a:lnTo>
                    <a:pt x="3044192" y="551715"/>
                  </a:lnTo>
                  <a:lnTo>
                    <a:pt x="3057662" y="545259"/>
                  </a:lnTo>
                  <a:lnTo>
                    <a:pt x="3071132" y="538822"/>
                  </a:lnTo>
                  <a:lnTo>
                    <a:pt x="3084602" y="532401"/>
                  </a:lnTo>
                  <a:lnTo>
                    <a:pt x="3098071" y="525990"/>
                  </a:lnTo>
                  <a:lnTo>
                    <a:pt x="3111541" y="519586"/>
                  </a:lnTo>
                  <a:lnTo>
                    <a:pt x="3125011" y="513184"/>
                  </a:lnTo>
                  <a:lnTo>
                    <a:pt x="3138481" y="506778"/>
                  </a:lnTo>
                  <a:lnTo>
                    <a:pt x="3151951" y="500366"/>
                  </a:lnTo>
                  <a:lnTo>
                    <a:pt x="3165421" y="493942"/>
                  </a:lnTo>
                  <a:lnTo>
                    <a:pt x="3178891" y="487501"/>
                  </a:lnTo>
                  <a:lnTo>
                    <a:pt x="3192361" y="481041"/>
                  </a:lnTo>
                  <a:lnTo>
                    <a:pt x="3205830" y="474555"/>
                  </a:lnTo>
                  <a:lnTo>
                    <a:pt x="3219300" y="468041"/>
                  </a:lnTo>
                  <a:lnTo>
                    <a:pt x="3232770" y="461493"/>
                  </a:lnTo>
                  <a:lnTo>
                    <a:pt x="3246240" y="454908"/>
                  </a:lnTo>
                  <a:lnTo>
                    <a:pt x="3259710" y="448281"/>
                  </a:lnTo>
                  <a:lnTo>
                    <a:pt x="3273180" y="441608"/>
                  </a:lnTo>
                  <a:lnTo>
                    <a:pt x="3286650" y="434886"/>
                  </a:lnTo>
                  <a:lnTo>
                    <a:pt x="3300120" y="428114"/>
                  </a:lnTo>
                  <a:lnTo>
                    <a:pt x="3313589" y="421294"/>
                  </a:lnTo>
                  <a:lnTo>
                    <a:pt x="3327059" y="414426"/>
                  </a:lnTo>
                  <a:lnTo>
                    <a:pt x="3340529" y="407510"/>
                  </a:lnTo>
                  <a:lnTo>
                    <a:pt x="3353999" y="400546"/>
                  </a:lnTo>
                  <a:lnTo>
                    <a:pt x="3367469" y="393536"/>
                  </a:lnTo>
                  <a:lnTo>
                    <a:pt x="3380939" y="386480"/>
                  </a:lnTo>
                  <a:lnTo>
                    <a:pt x="3394409" y="379378"/>
                  </a:lnTo>
                  <a:lnTo>
                    <a:pt x="3407879" y="372230"/>
                  </a:lnTo>
                  <a:lnTo>
                    <a:pt x="3421349" y="365037"/>
                  </a:lnTo>
                  <a:lnTo>
                    <a:pt x="3434818" y="357800"/>
                  </a:lnTo>
                  <a:lnTo>
                    <a:pt x="3448288" y="350519"/>
                  </a:lnTo>
                  <a:lnTo>
                    <a:pt x="3461758" y="343195"/>
                  </a:lnTo>
                  <a:lnTo>
                    <a:pt x="3475228" y="335827"/>
                  </a:lnTo>
                  <a:lnTo>
                    <a:pt x="3488698" y="328416"/>
                  </a:lnTo>
                  <a:lnTo>
                    <a:pt x="3502168" y="320962"/>
                  </a:lnTo>
                  <a:lnTo>
                    <a:pt x="3515638" y="313467"/>
                  </a:lnTo>
                  <a:lnTo>
                    <a:pt x="3529108" y="305929"/>
                  </a:lnTo>
                  <a:lnTo>
                    <a:pt x="3542577" y="298351"/>
                  </a:lnTo>
                  <a:lnTo>
                    <a:pt x="3556047" y="290731"/>
                  </a:lnTo>
                  <a:lnTo>
                    <a:pt x="3569517" y="283070"/>
                  </a:lnTo>
                  <a:lnTo>
                    <a:pt x="3582987" y="275369"/>
                  </a:lnTo>
                  <a:lnTo>
                    <a:pt x="3596457" y="267627"/>
                  </a:lnTo>
                  <a:lnTo>
                    <a:pt x="3609927" y="259846"/>
                  </a:lnTo>
                  <a:lnTo>
                    <a:pt x="3623397" y="252025"/>
                  </a:lnTo>
                  <a:lnTo>
                    <a:pt x="3636867" y="244165"/>
                  </a:lnTo>
                  <a:lnTo>
                    <a:pt x="3650336" y="236266"/>
                  </a:lnTo>
                  <a:lnTo>
                    <a:pt x="3663806" y="228327"/>
                  </a:lnTo>
                  <a:lnTo>
                    <a:pt x="3677276" y="220351"/>
                  </a:lnTo>
                  <a:lnTo>
                    <a:pt x="3690746" y="212336"/>
                  </a:lnTo>
                  <a:lnTo>
                    <a:pt x="3704216" y="204282"/>
                  </a:lnTo>
                  <a:lnTo>
                    <a:pt x="3717686" y="196191"/>
                  </a:lnTo>
                  <a:lnTo>
                    <a:pt x="3731156" y="188062"/>
                  </a:lnTo>
                  <a:lnTo>
                    <a:pt x="3744626" y="179896"/>
                  </a:lnTo>
                  <a:lnTo>
                    <a:pt x="3758095" y="171692"/>
                  </a:lnTo>
                  <a:lnTo>
                    <a:pt x="3771565" y="163451"/>
                  </a:lnTo>
                  <a:lnTo>
                    <a:pt x="3785035" y="155173"/>
                  </a:lnTo>
                  <a:lnTo>
                    <a:pt x="3798505" y="146859"/>
                  </a:lnTo>
                  <a:lnTo>
                    <a:pt x="3811975" y="138507"/>
                  </a:lnTo>
                  <a:lnTo>
                    <a:pt x="3825445" y="130119"/>
                  </a:lnTo>
                  <a:lnTo>
                    <a:pt x="3838915" y="121695"/>
                  </a:lnTo>
                  <a:lnTo>
                    <a:pt x="3852385" y="113235"/>
                  </a:lnTo>
                  <a:lnTo>
                    <a:pt x="3865854" y="104738"/>
                  </a:lnTo>
                  <a:lnTo>
                    <a:pt x="3879324" y="96205"/>
                  </a:lnTo>
                  <a:lnTo>
                    <a:pt x="3892794" y="87637"/>
                  </a:lnTo>
                  <a:lnTo>
                    <a:pt x="3906264" y="79032"/>
                  </a:lnTo>
                  <a:lnTo>
                    <a:pt x="3919734" y="70392"/>
                  </a:lnTo>
                  <a:lnTo>
                    <a:pt x="3933204" y="61717"/>
                  </a:lnTo>
                  <a:lnTo>
                    <a:pt x="3946674" y="53006"/>
                  </a:lnTo>
                  <a:lnTo>
                    <a:pt x="3960144" y="44260"/>
                  </a:lnTo>
                  <a:lnTo>
                    <a:pt x="3973614" y="35478"/>
                  </a:lnTo>
                  <a:lnTo>
                    <a:pt x="3987083" y="26661"/>
                  </a:lnTo>
                  <a:lnTo>
                    <a:pt x="4000553" y="17809"/>
                  </a:lnTo>
                  <a:lnTo>
                    <a:pt x="4014023" y="8922"/>
                  </a:lnTo>
                  <a:lnTo>
                    <a:pt x="4027493" y="0"/>
                  </a:lnTo>
                  <a:lnTo>
                    <a:pt x="4027493" y="645192"/>
                  </a:lnTo>
                  <a:lnTo>
                    <a:pt x="4014023" y="647581"/>
                  </a:lnTo>
                  <a:lnTo>
                    <a:pt x="4000553" y="649975"/>
                  </a:lnTo>
                  <a:lnTo>
                    <a:pt x="3987083" y="652373"/>
                  </a:lnTo>
                  <a:lnTo>
                    <a:pt x="3973614" y="654776"/>
                  </a:lnTo>
                  <a:lnTo>
                    <a:pt x="3960144" y="657184"/>
                  </a:lnTo>
                  <a:lnTo>
                    <a:pt x="3946674" y="659597"/>
                  </a:lnTo>
                  <a:lnTo>
                    <a:pt x="3933204" y="662015"/>
                  </a:lnTo>
                  <a:lnTo>
                    <a:pt x="3919734" y="664439"/>
                  </a:lnTo>
                  <a:lnTo>
                    <a:pt x="3906264" y="666868"/>
                  </a:lnTo>
                  <a:lnTo>
                    <a:pt x="3892794" y="669304"/>
                  </a:lnTo>
                  <a:lnTo>
                    <a:pt x="3879324" y="671745"/>
                  </a:lnTo>
                  <a:lnTo>
                    <a:pt x="3865854" y="674192"/>
                  </a:lnTo>
                  <a:lnTo>
                    <a:pt x="3852385" y="676646"/>
                  </a:lnTo>
                  <a:lnTo>
                    <a:pt x="3838915" y="679107"/>
                  </a:lnTo>
                  <a:lnTo>
                    <a:pt x="3825445" y="681574"/>
                  </a:lnTo>
                  <a:lnTo>
                    <a:pt x="3811975" y="684048"/>
                  </a:lnTo>
                  <a:lnTo>
                    <a:pt x="3798505" y="686530"/>
                  </a:lnTo>
                  <a:lnTo>
                    <a:pt x="3785035" y="689019"/>
                  </a:lnTo>
                  <a:lnTo>
                    <a:pt x="3771565" y="691516"/>
                  </a:lnTo>
                  <a:lnTo>
                    <a:pt x="3758095" y="694021"/>
                  </a:lnTo>
                  <a:lnTo>
                    <a:pt x="3744626" y="696535"/>
                  </a:lnTo>
                  <a:lnTo>
                    <a:pt x="3731156" y="699056"/>
                  </a:lnTo>
                  <a:lnTo>
                    <a:pt x="3717686" y="701587"/>
                  </a:lnTo>
                  <a:lnTo>
                    <a:pt x="3704216" y="704127"/>
                  </a:lnTo>
                  <a:lnTo>
                    <a:pt x="3690746" y="706676"/>
                  </a:lnTo>
                  <a:lnTo>
                    <a:pt x="3677276" y="709235"/>
                  </a:lnTo>
                  <a:lnTo>
                    <a:pt x="3663806" y="711804"/>
                  </a:lnTo>
                  <a:lnTo>
                    <a:pt x="3650336" y="714383"/>
                  </a:lnTo>
                  <a:lnTo>
                    <a:pt x="3636867" y="716972"/>
                  </a:lnTo>
                  <a:lnTo>
                    <a:pt x="3623397" y="719573"/>
                  </a:lnTo>
                  <a:lnTo>
                    <a:pt x="3609927" y="722185"/>
                  </a:lnTo>
                  <a:lnTo>
                    <a:pt x="3596457" y="724809"/>
                  </a:lnTo>
                  <a:lnTo>
                    <a:pt x="3582987" y="727445"/>
                  </a:lnTo>
                  <a:lnTo>
                    <a:pt x="3569517" y="730093"/>
                  </a:lnTo>
                  <a:lnTo>
                    <a:pt x="3556047" y="732754"/>
                  </a:lnTo>
                  <a:lnTo>
                    <a:pt x="3542577" y="735428"/>
                  </a:lnTo>
                  <a:lnTo>
                    <a:pt x="3529108" y="738116"/>
                  </a:lnTo>
                  <a:lnTo>
                    <a:pt x="3515638" y="740817"/>
                  </a:lnTo>
                  <a:lnTo>
                    <a:pt x="3502168" y="743533"/>
                  </a:lnTo>
                  <a:lnTo>
                    <a:pt x="3488698" y="746264"/>
                  </a:lnTo>
                  <a:lnTo>
                    <a:pt x="3475228" y="749011"/>
                  </a:lnTo>
                  <a:lnTo>
                    <a:pt x="3461758" y="751773"/>
                  </a:lnTo>
                  <a:lnTo>
                    <a:pt x="3448288" y="754551"/>
                  </a:lnTo>
                  <a:lnTo>
                    <a:pt x="3434818" y="757346"/>
                  </a:lnTo>
                  <a:lnTo>
                    <a:pt x="3421349" y="760158"/>
                  </a:lnTo>
                  <a:lnTo>
                    <a:pt x="3407879" y="762988"/>
                  </a:lnTo>
                  <a:lnTo>
                    <a:pt x="3394409" y="765836"/>
                  </a:lnTo>
                  <a:lnTo>
                    <a:pt x="3380939" y="768703"/>
                  </a:lnTo>
                  <a:lnTo>
                    <a:pt x="3367469" y="771589"/>
                  </a:lnTo>
                  <a:lnTo>
                    <a:pt x="3353999" y="774494"/>
                  </a:lnTo>
                  <a:lnTo>
                    <a:pt x="3340529" y="777421"/>
                  </a:lnTo>
                  <a:lnTo>
                    <a:pt x="3327059" y="780368"/>
                  </a:lnTo>
                  <a:lnTo>
                    <a:pt x="3313589" y="783336"/>
                  </a:lnTo>
                  <a:lnTo>
                    <a:pt x="3300120" y="786327"/>
                  </a:lnTo>
                  <a:lnTo>
                    <a:pt x="3286650" y="789340"/>
                  </a:lnTo>
                  <a:lnTo>
                    <a:pt x="3273180" y="792376"/>
                  </a:lnTo>
                  <a:lnTo>
                    <a:pt x="3259710" y="795437"/>
                  </a:lnTo>
                  <a:lnTo>
                    <a:pt x="3246240" y="798526"/>
                  </a:lnTo>
                  <a:lnTo>
                    <a:pt x="3232770" y="801647"/>
                  </a:lnTo>
                  <a:lnTo>
                    <a:pt x="3219300" y="804805"/>
                  </a:lnTo>
                  <a:lnTo>
                    <a:pt x="3205830" y="808004"/>
                  </a:lnTo>
                  <a:lnTo>
                    <a:pt x="3192361" y="811249"/>
                  </a:lnTo>
                  <a:lnTo>
                    <a:pt x="3178891" y="814544"/>
                  </a:lnTo>
                  <a:lnTo>
                    <a:pt x="3165421" y="817892"/>
                  </a:lnTo>
                  <a:lnTo>
                    <a:pt x="3151951" y="821297"/>
                  </a:lnTo>
                  <a:lnTo>
                    <a:pt x="3138481" y="824764"/>
                  </a:lnTo>
                  <a:lnTo>
                    <a:pt x="3125011" y="828297"/>
                  </a:lnTo>
                  <a:lnTo>
                    <a:pt x="3111541" y="831898"/>
                  </a:lnTo>
                  <a:lnTo>
                    <a:pt x="3098071" y="835571"/>
                  </a:lnTo>
                  <a:lnTo>
                    <a:pt x="3084602" y="839321"/>
                  </a:lnTo>
                  <a:lnTo>
                    <a:pt x="3071132" y="843150"/>
                  </a:lnTo>
                  <a:lnTo>
                    <a:pt x="3057662" y="847061"/>
                  </a:lnTo>
                  <a:lnTo>
                    <a:pt x="3044192" y="851058"/>
                  </a:lnTo>
                  <a:lnTo>
                    <a:pt x="3030722" y="855144"/>
                  </a:lnTo>
                  <a:lnTo>
                    <a:pt x="3017252" y="859321"/>
                  </a:lnTo>
                  <a:lnTo>
                    <a:pt x="3003782" y="863592"/>
                  </a:lnTo>
                  <a:lnTo>
                    <a:pt x="2990312" y="867960"/>
                  </a:lnTo>
                  <a:lnTo>
                    <a:pt x="2976843" y="872428"/>
                  </a:lnTo>
                  <a:lnTo>
                    <a:pt x="2963373" y="876997"/>
                  </a:lnTo>
                  <a:lnTo>
                    <a:pt x="2949903" y="881671"/>
                  </a:lnTo>
                  <a:lnTo>
                    <a:pt x="2936433" y="886451"/>
                  </a:lnTo>
                  <a:lnTo>
                    <a:pt x="2922963" y="891340"/>
                  </a:lnTo>
                  <a:lnTo>
                    <a:pt x="2909493" y="896339"/>
                  </a:lnTo>
                  <a:lnTo>
                    <a:pt x="2896023" y="901451"/>
                  </a:lnTo>
                  <a:lnTo>
                    <a:pt x="2882553" y="906676"/>
                  </a:lnTo>
                  <a:lnTo>
                    <a:pt x="2869084" y="912018"/>
                  </a:lnTo>
                  <a:lnTo>
                    <a:pt x="2855614" y="917477"/>
                  </a:lnTo>
                  <a:lnTo>
                    <a:pt x="2842144" y="923054"/>
                  </a:lnTo>
                  <a:lnTo>
                    <a:pt x="2828674" y="928752"/>
                  </a:lnTo>
                  <a:lnTo>
                    <a:pt x="2815204" y="934571"/>
                  </a:lnTo>
                  <a:lnTo>
                    <a:pt x="2801734" y="940513"/>
                  </a:lnTo>
                  <a:lnTo>
                    <a:pt x="2788264" y="946579"/>
                  </a:lnTo>
                  <a:lnTo>
                    <a:pt x="2774794" y="952769"/>
                  </a:lnTo>
                  <a:lnTo>
                    <a:pt x="2761324" y="959085"/>
                  </a:lnTo>
                  <a:lnTo>
                    <a:pt x="2747855" y="965528"/>
                  </a:lnTo>
                  <a:lnTo>
                    <a:pt x="2734385" y="972098"/>
                  </a:lnTo>
                  <a:lnTo>
                    <a:pt x="2720915" y="978796"/>
                  </a:lnTo>
                  <a:lnTo>
                    <a:pt x="2707445" y="985622"/>
                  </a:lnTo>
                  <a:lnTo>
                    <a:pt x="2693975" y="992578"/>
                  </a:lnTo>
                  <a:lnTo>
                    <a:pt x="2680505" y="999663"/>
                  </a:lnTo>
                  <a:lnTo>
                    <a:pt x="2667035" y="1006879"/>
                  </a:lnTo>
                  <a:lnTo>
                    <a:pt x="2653565" y="1014225"/>
                  </a:lnTo>
                  <a:lnTo>
                    <a:pt x="2640096" y="1021702"/>
                  </a:lnTo>
                  <a:lnTo>
                    <a:pt x="2626626" y="1029310"/>
                  </a:lnTo>
                  <a:lnTo>
                    <a:pt x="2613156" y="1037050"/>
                  </a:lnTo>
                  <a:lnTo>
                    <a:pt x="2599686" y="1044921"/>
                  </a:lnTo>
                  <a:lnTo>
                    <a:pt x="2586216" y="1052923"/>
                  </a:lnTo>
                  <a:lnTo>
                    <a:pt x="2572746" y="1061057"/>
                  </a:lnTo>
                  <a:lnTo>
                    <a:pt x="2559276" y="1069322"/>
                  </a:lnTo>
                  <a:lnTo>
                    <a:pt x="2545806" y="1077719"/>
                  </a:lnTo>
                  <a:lnTo>
                    <a:pt x="2532337" y="1086247"/>
                  </a:lnTo>
                  <a:lnTo>
                    <a:pt x="2518867" y="1094906"/>
                  </a:lnTo>
                  <a:lnTo>
                    <a:pt x="2505397" y="1103697"/>
                  </a:lnTo>
                  <a:lnTo>
                    <a:pt x="2491927" y="1112617"/>
                  </a:lnTo>
                  <a:lnTo>
                    <a:pt x="2478457" y="1121669"/>
                  </a:lnTo>
                  <a:lnTo>
                    <a:pt x="2464987" y="1130850"/>
                  </a:lnTo>
                  <a:lnTo>
                    <a:pt x="2451517" y="1140160"/>
                  </a:lnTo>
                  <a:lnTo>
                    <a:pt x="2438047" y="1149600"/>
                  </a:lnTo>
                  <a:lnTo>
                    <a:pt x="2424578" y="1159168"/>
                  </a:lnTo>
                  <a:lnTo>
                    <a:pt x="2411108" y="1168865"/>
                  </a:lnTo>
                  <a:lnTo>
                    <a:pt x="2397638" y="1178688"/>
                  </a:lnTo>
                  <a:lnTo>
                    <a:pt x="2384168" y="1188639"/>
                  </a:lnTo>
                  <a:lnTo>
                    <a:pt x="2370698" y="1198715"/>
                  </a:lnTo>
                  <a:lnTo>
                    <a:pt x="2357228" y="1208917"/>
                  </a:lnTo>
                  <a:lnTo>
                    <a:pt x="2343758" y="1219243"/>
                  </a:lnTo>
                  <a:lnTo>
                    <a:pt x="2330288" y="1229692"/>
                  </a:lnTo>
                  <a:lnTo>
                    <a:pt x="2316819" y="1240264"/>
                  </a:lnTo>
                  <a:lnTo>
                    <a:pt x="2303349" y="1250957"/>
                  </a:lnTo>
                  <a:lnTo>
                    <a:pt x="2289879" y="1261772"/>
                  </a:lnTo>
                  <a:lnTo>
                    <a:pt x="2276409" y="1272705"/>
                  </a:lnTo>
                  <a:lnTo>
                    <a:pt x="2262939" y="1283757"/>
                  </a:lnTo>
                  <a:lnTo>
                    <a:pt x="2249469" y="1294926"/>
                  </a:lnTo>
                  <a:lnTo>
                    <a:pt x="2235999" y="1306211"/>
                  </a:lnTo>
                  <a:lnTo>
                    <a:pt x="2222529" y="1317611"/>
                  </a:lnTo>
                  <a:lnTo>
                    <a:pt x="2209059" y="1329124"/>
                  </a:lnTo>
                  <a:lnTo>
                    <a:pt x="2195590" y="1340748"/>
                  </a:lnTo>
                  <a:lnTo>
                    <a:pt x="2182120" y="1352483"/>
                  </a:lnTo>
                  <a:lnTo>
                    <a:pt x="2168650" y="1364327"/>
                  </a:lnTo>
                  <a:lnTo>
                    <a:pt x="2155180" y="1376278"/>
                  </a:lnTo>
                  <a:lnTo>
                    <a:pt x="2141710" y="1388335"/>
                  </a:lnTo>
                  <a:lnTo>
                    <a:pt x="2128240" y="1400495"/>
                  </a:lnTo>
                  <a:lnTo>
                    <a:pt x="2114770" y="1412758"/>
                  </a:lnTo>
                  <a:lnTo>
                    <a:pt x="2101300" y="1425121"/>
                  </a:lnTo>
                  <a:lnTo>
                    <a:pt x="2087831" y="1437583"/>
                  </a:lnTo>
                  <a:lnTo>
                    <a:pt x="2074361" y="1450141"/>
                  </a:lnTo>
                  <a:lnTo>
                    <a:pt x="2060891" y="1462791"/>
                  </a:lnTo>
                  <a:lnTo>
                    <a:pt x="2047421" y="1475525"/>
                  </a:lnTo>
                  <a:lnTo>
                    <a:pt x="2033951" y="1488340"/>
                  </a:lnTo>
                  <a:lnTo>
                    <a:pt x="2020481" y="1501227"/>
                  </a:lnTo>
                  <a:lnTo>
                    <a:pt x="2007011" y="1514183"/>
                  </a:lnTo>
                  <a:lnTo>
                    <a:pt x="1993541" y="1527202"/>
                  </a:lnTo>
                  <a:lnTo>
                    <a:pt x="1980072" y="1540277"/>
                  </a:lnTo>
                  <a:lnTo>
                    <a:pt x="1966602" y="1553404"/>
                  </a:lnTo>
                  <a:lnTo>
                    <a:pt x="1953132" y="1566576"/>
                  </a:lnTo>
                  <a:lnTo>
                    <a:pt x="1939662" y="1579790"/>
                  </a:lnTo>
                  <a:lnTo>
                    <a:pt x="1926192" y="1593039"/>
                  </a:lnTo>
                  <a:lnTo>
                    <a:pt x="1912722" y="1606319"/>
                  </a:lnTo>
                  <a:lnTo>
                    <a:pt x="1899252" y="1619624"/>
                  </a:lnTo>
                  <a:lnTo>
                    <a:pt x="1885782" y="1632950"/>
                  </a:lnTo>
                  <a:lnTo>
                    <a:pt x="1872313" y="1646292"/>
                  </a:lnTo>
                  <a:lnTo>
                    <a:pt x="1858843" y="1659644"/>
                  </a:lnTo>
                  <a:lnTo>
                    <a:pt x="1845373" y="1673003"/>
                  </a:lnTo>
                  <a:lnTo>
                    <a:pt x="1831903" y="1686363"/>
                  </a:lnTo>
                  <a:lnTo>
                    <a:pt x="1818433" y="1699719"/>
                  </a:lnTo>
                  <a:lnTo>
                    <a:pt x="1804963" y="1713069"/>
                  </a:lnTo>
                  <a:lnTo>
                    <a:pt x="1791493" y="1726406"/>
                  </a:lnTo>
                  <a:lnTo>
                    <a:pt x="1778023" y="1739728"/>
                  </a:lnTo>
                  <a:lnTo>
                    <a:pt x="1764554" y="1753028"/>
                  </a:lnTo>
                  <a:lnTo>
                    <a:pt x="1751084" y="1766304"/>
                  </a:lnTo>
                  <a:lnTo>
                    <a:pt x="1737614" y="1779551"/>
                  </a:lnTo>
                  <a:lnTo>
                    <a:pt x="1724144" y="1794283"/>
                  </a:lnTo>
                  <a:lnTo>
                    <a:pt x="1710674" y="1810789"/>
                  </a:lnTo>
                  <a:lnTo>
                    <a:pt x="1697204" y="1827142"/>
                  </a:lnTo>
                  <a:lnTo>
                    <a:pt x="1683734" y="1843336"/>
                  </a:lnTo>
                  <a:lnTo>
                    <a:pt x="1670264" y="1859366"/>
                  </a:lnTo>
                  <a:lnTo>
                    <a:pt x="1656794" y="1875228"/>
                  </a:lnTo>
                  <a:lnTo>
                    <a:pt x="1643325" y="1890919"/>
                  </a:lnTo>
                  <a:lnTo>
                    <a:pt x="1629855" y="1906433"/>
                  </a:lnTo>
                  <a:lnTo>
                    <a:pt x="1616385" y="1921768"/>
                  </a:lnTo>
                  <a:lnTo>
                    <a:pt x="1602915" y="1936921"/>
                  </a:lnTo>
                  <a:lnTo>
                    <a:pt x="1589445" y="1951889"/>
                  </a:lnTo>
                  <a:lnTo>
                    <a:pt x="1575975" y="1966670"/>
                  </a:lnTo>
                  <a:lnTo>
                    <a:pt x="1562505" y="1981261"/>
                  </a:lnTo>
                  <a:lnTo>
                    <a:pt x="1549035" y="1995662"/>
                  </a:lnTo>
                  <a:lnTo>
                    <a:pt x="1535566" y="2009871"/>
                  </a:lnTo>
                  <a:lnTo>
                    <a:pt x="1522096" y="2023887"/>
                  </a:lnTo>
                  <a:lnTo>
                    <a:pt x="1508626" y="2037709"/>
                  </a:lnTo>
                  <a:lnTo>
                    <a:pt x="1495156" y="2051338"/>
                  </a:lnTo>
                  <a:lnTo>
                    <a:pt x="1481686" y="2064772"/>
                  </a:lnTo>
                  <a:lnTo>
                    <a:pt x="1468216" y="2078012"/>
                  </a:lnTo>
                  <a:lnTo>
                    <a:pt x="1454746" y="2091059"/>
                  </a:lnTo>
                  <a:lnTo>
                    <a:pt x="1441276" y="2103914"/>
                  </a:lnTo>
                  <a:lnTo>
                    <a:pt x="1427807" y="2116578"/>
                  </a:lnTo>
                  <a:lnTo>
                    <a:pt x="1414337" y="2129053"/>
                  </a:lnTo>
                  <a:lnTo>
                    <a:pt x="1400867" y="2141339"/>
                  </a:lnTo>
                  <a:lnTo>
                    <a:pt x="1387397" y="2153440"/>
                  </a:lnTo>
                  <a:lnTo>
                    <a:pt x="1373927" y="2165358"/>
                  </a:lnTo>
                  <a:lnTo>
                    <a:pt x="1360457" y="2177097"/>
                  </a:lnTo>
                  <a:lnTo>
                    <a:pt x="1346987" y="2188664"/>
                  </a:lnTo>
                  <a:lnTo>
                    <a:pt x="1333517" y="2200066"/>
                  </a:lnTo>
                  <a:lnTo>
                    <a:pt x="1320048" y="2211309"/>
                  </a:lnTo>
                  <a:lnTo>
                    <a:pt x="1306578" y="2222399"/>
                  </a:lnTo>
                  <a:lnTo>
                    <a:pt x="1293108" y="2233341"/>
                  </a:lnTo>
                  <a:lnTo>
                    <a:pt x="1279638" y="2244142"/>
                  </a:lnTo>
                  <a:lnTo>
                    <a:pt x="1266168" y="2254806"/>
                  </a:lnTo>
                  <a:lnTo>
                    <a:pt x="1252698" y="2265338"/>
                  </a:lnTo>
                  <a:lnTo>
                    <a:pt x="1239228" y="2275744"/>
                  </a:lnTo>
                  <a:lnTo>
                    <a:pt x="1225758" y="2286026"/>
                  </a:lnTo>
                  <a:lnTo>
                    <a:pt x="1212289" y="2296189"/>
                  </a:lnTo>
                  <a:lnTo>
                    <a:pt x="1198819" y="2306237"/>
                  </a:lnTo>
                  <a:lnTo>
                    <a:pt x="1185349" y="2316172"/>
                  </a:lnTo>
                  <a:lnTo>
                    <a:pt x="1171879" y="2325997"/>
                  </a:lnTo>
                  <a:lnTo>
                    <a:pt x="1158409" y="2335715"/>
                  </a:lnTo>
                  <a:lnTo>
                    <a:pt x="1144939" y="2345328"/>
                  </a:lnTo>
                  <a:lnTo>
                    <a:pt x="1131469" y="2354839"/>
                  </a:lnTo>
                  <a:lnTo>
                    <a:pt x="1117999" y="2364248"/>
                  </a:lnTo>
                  <a:lnTo>
                    <a:pt x="1104529" y="2373558"/>
                  </a:lnTo>
                  <a:lnTo>
                    <a:pt x="1091060" y="2382768"/>
                  </a:lnTo>
                  <a:lnTo>
                    <a:pt x="1077590" y="2391882"/>
                  </a:lnTo>
                  <a:lnTo>
                    <a:pt x="1064120" y="2400898"/>
                  </a:lnTo>
                  <a:lnTo>
                    <a:pt x="1050650" y="2409819"/>
                  </a:lnTo>
                  <a:lnTo>
                    <a:pt x="1037180" y="2418644"/>
                  </a:lnTo>
                  <a:lnTo>
                    <a:pt x="1023710" y="2427374"/>
                  </a:lnTo>
                  <a:lnTo>
                    <a:pt x="1010240" y="2436010"/>
                  </a:lnTo>
                  <a:lnTo>
                    <a:pt x="996770" y="2444551"/>
                  </a:lnTo>
                  <a:lnTo>
                    <a:pt x="983301" y="2452997"/>
                  </a:lnTo>
                  <a:lnTo>
                    <a:pt x="969831" y="2461350"/>
                  </a:lnTo>
                  <a:lnTo>
                    <a:pt x="956361" y="2469609"/>
                  </a:lnTo>
                  <a:lnTo>
                    <a:pt x="942891" y="2477773"/>
                  </a:lnTo>
                  <a:lnTo>
                    <a:pt x="929421" y="2485845"/>
                  </a:lnTo>
                  <a:lnTo>
                    <a:pt x="915951" y="2493822"/>
                  </a:lnTo>
                  <a:lnTo>
                    <a:pt x="902481" y="2501706"/>
                  </a:lnTo>
                  <a:lnTo>
                    <a:pt x="889011" y="2509496"/>
                  </a:lnTo>
                  <a:lnTo>
                    <a:pt x="875542" y="2517193"/>
                  </a:lnTo>
                  <a:lnTo>
                    <a:pt x="862072" y="2524797"/>
                  </a:lnTo>
                  <a:lnTo>
                    <a:pt x="848602" y="2532308"/>
                  </a:lnTo>
                  <a:lnTo>
                    <a:pt x="835132" y="2539726"/>
                  </a:lnTo>
                  <a:lnTo>
                    <a:pt x="821662" y="2547051"/>
                  </a:lnTo>
                  <a:lnTo>
                    <a:pt x="808192" y="2554284"/>
                  </a:lnTo>
                  <a:lnTo>
                    <a:pt x="794722" y="2561425"/>
                  </a:lnTo>
                  <a:lnTo>
                    <a:pt x="781252" y="2568473"/>
                  </a:lnTo>
                  <a:lnTo>
                    <a:pt x="767783" y="2575431"/>
                  </a:lnTo>
                  <a:lnTo>
                    <a:pt x="754313" y="2582297"/>
                  </a:lnTo>
                  <a:lnTo>
                    <a:pt x="740843" y="2589072"/>
                  </a:lnTo>
                  <a:lnTo>
                    <a:pt x="727373" y="2595757"/>
                  </a:lnTo>
                  <a:lnTo>
                    <a:pt x="713903" y="2602352"/>
                  </a:lnTo>
                  <a:lnTo>
                    <a:pt x="700433" y="2608858"/>
                  </a:lnTo>
                  <a:lnTo>
                    <a:pt x="686963" y="2615274"/>
                  </a:lnTo>
                  <a:lnTo>
                    <a:pt x="673493" y="2621602"/>
                  </a:lnTo>
                  <a:lnTo>
                    <a:pt x="660024" y="2627843"/>
                  </a:lnTo>
                  <a:lnTo>
                    <a:pt x="646554" y="2633996"/>
                  </a:lnTo>
                  <a:lnTo>
                    <a:pt x="633084" y="2640062"/>
                  </a:lnTo>
                  <a:lnTo>
                    <a:pt x="619614" y="2646042"/>
                  </a:lnTo>
                  <a:lnTo>
                    <a:pt x="606144" y="2651937"/>
                  </a:lnTo>
                  <a:lnTo>
                    <a:pt x="592674" y="2657747"/>
                  </a:lnTo>
                  <a:lnTo>
                    <a:pt x="579204" y="2663473"/>
                  </a:lnTo>
                  <a:lnTo>
                    <a:pt x="565734" y="2669115"/>
                  </a:lnTo>
                  <a:lnTo>
                    <a:pt x="552264" y="2674675"/>
                  </a:lnTo>
                  <a:lnTo>
                    <a:pt x="538795" y="2680152"/>
                  </a:lnTo>
                  <a:lnTo>
                    <a:pt x="525325" y="2685549"/>
                  </a:lnTo>
                  <a:lnTo>
                    <a:pt x="511855" y="2690865"/>
                  </a:lnTo>
                  <a:lnTo>
                    <a:pt x="498385" y="2696101"/>
                  </a:lnTo>
                  <a:lnTo>
                    <a:pt x="484915" y="2701258"/>
                  </a:lnTo>
                  <a:lnTo>
                    <a:pt x="471445" y="2706337"/>
                  </a:lnTo>
                  <a:lnTo>
                    <a:pt x="457975" y="2711338"/>
                  </a:lnTo>
                  <a:lnTo>
                    <a:pt x="444505" y="2716263"/>
                  </a:lnTo>
                  <a:lnTo>
                    <a:pt x="431036" y="2721112"/>
                  </a:lnTo>
                  <a:lnTo>
                    <a:pt x="417566" y="2725886"/>
                  </a:lnTo>
                  <a:lnTo>
                    <a:pt x="404096" y="2730585"/>
                  </a:lnTo>
                  <a:lnTo>
                    <a:pt x="390626" y="2735212"/>
                  </a:lnTo>
                  <a:lnTo>
                    <a:pt x="377156" y="2739767"/>
                  </a:lnTo>
                  <a:lnTo>
                    <a:pt x="363686" y="2744250"/>
                  </a:lnTo>
                  <a:lnTo>
                    <a:pt x="350216" y="2748664"/>
                  </a:lnTo>
                  <a:lnTo>
                    <a:pt x="336746" y="2753009"/>
                  </a:lnTo>
                  <a:lnTo>
                    <a:pt x="323277" y="2757286"/>
                  </a:lnTo>
                  <a:lnTo>
                    <a:pt x="309807" y="2761496"/>
                  </a:lnTo>
                  <a:lnTo>
                    <a:pt x="296337" y="2765640"/>
                  </a:lnTo>
                  <a:lnTo>
                    <a:pt x="282867" y="2769719"/>
                  </a:lnTo>
                  <a:lnTo>
                    <a:pt x="269397" y="2773734"/>
                  </a:lnTo>
                  <a:lnTo>
                    <a:pt x="255927" y="2777686"/>
                  </a:lnTo>
                  <a:lnTo>
                    <a:pt x="242457" y="2781576"/>
                  </a:lnTo>
                  <a:lnTo>
                    <a:pt x="228987" y="2785405"/>
                  </a:lnTo>
                  <a:lnTo>
                    <a:pt x="215518" y="2789174"/>
                  </a:lnTo>
                  <a:lnTo>
                    <a:pt x="202048" y="2792883"/>
                  </a:lnTo>
                  <a:lnTo>
                    <a:pt x="188578" y="2796534"/>
                  </a:lnTo>
                  <a:lnTo>
                    <a:pt x="175108" y="2800128"/>
                  </a:lnTo>
                  <a:lnTo>
                    <a:pt x="161638" y="2803665"/>
                  </a:lnTo>
                  <a:lnTo>
                    <a:pt x="148168" y="2807146"/>
                  </a:lnTo>
                  <a:lnTo>
                    <a:pt x="134698" y="2810572"/>
                  </a:lnTo>
                  <a:lnTo>
                    <a:pt x="121228" y="2813944"/>
                  </a:lnTo>
                  <a:lnTo>
                    <a:pt x="107759" y="2817263"/>
                  </a:lnTo>
                  <a:lnTo>
                    <a:pt x="94289" y="2820530"/>
                  </a:lnTo>
                  <a:lnTo>
                    <a:pt x="80819" y="2823745"/>
                  </a:lnTo>
                  <a:lnTo>
                    <a:pt x="67349" y="2826909"/>
                  </a:lnTo>
                  <a:lnTo>
                    <a:pt x="53879" y="2830023"/>
                  </a:lnTo>
                  <a:lnTo>
                    <a:pt x="40409" y="2833088"/>
                  </a:lnTo>
                  <a:lnTo>
                    <a:pt x="26939" y="2836105"/>
                  </a:lnTo>
                  <a:lnTo>
                    <a:pt x="13469" y="2839074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977328" y="139178"/>
              <a:ext cx="4027493" cy="2700067"/>
            </a:xfrm>
            <a:custGeom>
              <a:avLst/>
              <a:pathLst>
                <a:path w="4027493" h="2700067">
                  <a:moveTo>
                    <a:pt x="0" y="2700067"/>
                  </a:moveTo>
                  <a:lnTo>
                    <a:pt x="13469" y="2697066"/>
                  </a:lnTo>
                  <a:lnTo>
                    <a:pt x="26939" y="2694036"/>
                  </a:lnTo>
                  <a:lnTo>
                    <a:pt x="40409" y="2690977"/>
                  </a:lnTo>
                  <a:lnTo>
                    <a:pt x="53879" y="2687890"/>
                  </a:lnTo>
                  <a:lnTo>
                    <a:pt x="67349" y="2684773"/>
                  </a:lnTo>
                  <a:lnTo>
                    <a:pt x="80819" y="2681626"/>
                  </a:lnTo>
                  <a:lnTo>
                    <a:pt x="94289" y="2678450"/>
                  </a:lnTo>
                  <a:lnTo>
                    <a:pt x="107759" y="2675244"/>
                  </a:lnTo>
                  <a:lnTo>
                    <a:pt x="121228" y="2672007"/>
                  </a:lnTo>
                  <a:lnTo>
                    <a:pt x="134698" y="2668740"/>
                  </a:lnTo>
                  <a:lnTo>
                    <a:pt x="148168" y="2665441"/>
                  </a:lnTo>
                  <a:lnTo>
                    <a:pt x="161638" y="2662111"/>
                  </a:lnTo>
                  <a:lnTo>
                    <a:pt x="175108" y="2658749"/>
                  </a:lnTo>
                  <a:lnTo>
                    <a:pt x="188578" y="2655355"/>
                  </a:lnTo>
                  <a:lnTo>
                    <a:pt x="202048" y="2651929"/>
                  </a:lnTo>
                  <a:lnTo>
                    <a:pt x="215518" y="2648470"/>
                  </a:lnTo>
                  <a:lnTo>
                    <a:pt x="228987" y="2644977"/>
                  </a:lnTo>
                  <a:lnTo>
                    <a:pt x="242457" y="2641451"/>
                  </a:lnTo>
                  <a:lnTo>
                    <a:pt x="255927" y="2637892"/>
                  </a:lnTo>
                  <a:lnTo>
                    <a:pt x="269397" y="2634298"/>
                  </a:lnTo>
                  <a:lnTo>
                    <a:pt x="282867" y="2630669"/>
                  </a:lnTo>
                  <a:lnTo>
                    <a:pt x="296337" y="2627005"/>
                  </a:lnTo>
                  <a:lnTo>
                    <a:pt x="309807" y="2623306"/>
                  </a:lnTo>
                  <a:lnTo>
                    <a:pt x="323277" y="2619571"/>
                  </a:lnTo>
                  <a:lnTo>
                    <a:pt x="336746" y="2615799"/>
                  </a:lnTo>
                  <a:lnTo>
                    <a:pt x="350216" y="2611991"/>
                  </a:lnTo>
                  <a:lnTo>
                    <a:pt x="363686" y="2608146"/>
                  </a:lnTo>
                  <a:lnTo>
                    <a:pt x="377156" y="2604263"/>
                  </a:lnTo>
                  <a:lnTo>
                    <a:pt x="390626" y="2600342"/>
                  </a:lnTo>
                  <a:lnTo>
                    <a:pt x="404096" y="2596382"/>
                  </a:lnTo>
                  <a:lnTo>
                    <a:pt x="417566" y="2592383"/>
                  </a:lnTo>
                  <a:lnTo>
                    <a:pt x="431036" y="2588345"/>
                  </a:lnTo>
                  <a:lnTo>
                    <a:pt x="444505" y="2584266"/>
                  </a:lnTo>
                  <a:lnTo>
                    <a:pt x="457975" y="2580146"/>
                  </a:lnTo>
                  <a:lnTo>
                    <a:pt x="471445" y="2575983"/>
                  </a:lnTo>
                  <a:lnTo>
                    <a:pt x="484915" y="2571777"/>
                  </a:lnTo>
                  <a:lnTo>
                    <a:pt x="498385" y="2567526"/>
                  </a:lnTo>
                  <a:lnTo>
                    <a:pt x="511855" y="2563229"/>
                  </a:lnTo>
                  <a:lnTo>
                    <a:pt x="525325" y="2558885"/>
                  </a:lnTo>
                  <a:lnTo>
                    <a:pt x="538795" y="2554493"/>
                  </a:lnTo>
                  <a:lnTo>
                    <a:pt x="552264" y="2550051"/>
                  </a:lnTo>
                  <a:lnTo>
                    <a:pt x="565734" y="2545559"/>
                  </a:lnTo>
                  <a:lnTo>
                    <a:pt x="579204" y="2541015"/>
                  </a:lnTo>
                  <a:lnTo>
                    <a:pt x="592674" y="2536417"/>
                  </a:lnTo>
                  <a:lnTo>
                    <a:pt x="606144" y="2531765"/>
                  </a:lnTo>
                  <a:lnTo>
                    <a:pt x="619614" y="2527056"/>
                  </a:lnTo>
                  <a:lnTo>
                    <a:pt x="633084" y="2522290"/>
                  </a:lnTo>
                  <a:lnTo>
                    <a:pt x="646554" y="2517464"/>
                  </a:lnTo>
                  <a:lnTo>
                    <a:pt x="660024" y="2512578"/>
                  </a:lnTo>
                  <a:lnTo>
                    <a:pt x="673493" y="2507630"/>
                  </a:lnTo>
                  <a:lnTo>
                    <a:pt x="686963" y="2502617"/>
                  </a:lnTo>
                  <a:lnTo>
                    <a:pt x="700433" y="2497539"/>
                  </a:lnTo>
                  <a:lnTo>
                    <a:pt x="713903" y="2492393"/>
                  </a:lnTo>
                  <a:lnTo>
                    <a:pt x="727373" y="2487179"/>
                  </a:lnTo>
                  <a:lnTo>
                    <a:pt x="740843" y="2481893"/>
                  </a:lnTo>
                  <a:lnTo>
                    <a:pt x="754313" y="2476534"/>
                  </a:lnTo>
                  <a:lnTo>
                    <a:pt x="767783" y="2471101"/>
                  </a:lnTo>
                  <a:lnTo>
                    <a:pt x="781252" y="2465590"/>
                  </a:lnTo>
                  <a:lnTo>
                    <a:pt x="794722" y="2460001"/>
                  </a:lnTo>
                  <a:lnTo>
                    <a:pt x="808192" y="2454330"/>
                  </a:lnTo>
                  <a:lnTo>
                    <a:pt x="821662" y="2448577"/>
                  </a:lnTo>
                  <a:lnTo>
                    <a:pt x="835132" y="2442738"/>
                  </a:lnTo>
                  <a:lnTo>
                    <a:pt x="848602" y="2436811"/>
                  </a:lnTo>
                  <a:lnTo>
                    <a:pt x="862072" y="2430795"/>
                  </a:lnTo>
                  <a:lnTo>
                    <a:pt x="875542" y="2424686"/>
                  </a:lnTo>
                  <a:lnTo>
                    <a:pt x="889011" y="2418482"/>
                  </a:lnTo>
                  <a:lnTo>
                    <a:pt x="902481" y="2412181"/>
                  </a:lnTo>
                  <a:lnTo>
                    <a:pt x="915951" y="2405780"/>
                  </a:lnTo>
                  <a:lnTo>
                    <a:pt x="929421" y="2399277"/>
                  </a:lnTo>
                  <a:lnTo>
                    <a:pt x="942891" y="2392669"/>
                  </a:lnTo>
                  <a:lnTo>
                    <a:pt x="956361" y="2385954"/>
                  </a:lnTo>
                  <a:lnTo>
                    <a:pt x="969831" y="2379128"/>
                  </a:lnTo>
                  <a:lnTo>
                    <a:pt x="983301" y="2372189"/>
                  </a:lnTo>
                  <a:lnTo>
                    <a:pt x="996770" y="2365135"/>
                  </a:lnTo>
                  <a:lnTo>
                    <a:pt x="1010240" y="2357962"/>
                  </a:lnTo>
                  <a:lnTo>
                    <a:pt x="1023710" y="2350668"/>
                  </a:lnTo>
                  <a:lnTo>
                    <a:pt x="1037180" y="2343251"/>
                  </a:lnTo>
                  <a:lnTo>
                    <a:pt x="1050650" y="2335707"/>
                  </a:lnTo>
                  <a:lnTo>
                    <a:pt x="1064120" y="2328035"/>
                  </a:lnTo>
                  <a:lnTo>
                    <a:pt x="1077590" y="2320232"/>
                  </a:lnTo>
                  <a:lnTo>
                    <a:pt x="1091060" y="2312295"/>
                  </a:lnTo>
                  <a:lnTo>
                    <a:pt x="1104529" y="2304222"/>
                  </a:lnTo>
                  <a:lnTo>
                    <a:pt x="1117999" y="2296011"/>
                  </a:lnTo>
                  <a:lnTo>
                    <a:pt x="1131469" y="2287661"/>
                  </a:lnTo>
                  <a:lnTo>
                    <a:pt x="1144939" y="2279168"/>
                  </a:lnTo>
                  <a:lnTo>
                    <a:pt x="1158409" y="2270533"/>
                  </a:lnTo>
                  <a:lnTo>
                    <a:pt x="1171879" y="2261753"/>
                  </a:lnTo>
                  <a:lnTo>
                    <a:pt x="1185349" y="2252827"/>
                  </a:lnTo>
                  <a:lnTo>
                    <a:pt x="1198819" y="2243755"/>
                  </a:lnTo>
                  <a:lnTo>
                    <a:pt x="1212289" y="2234535"/>
                  </a:lnTo>
                  <a:lnTo>
                    <a:pt x="1225758" y="2225169"/>
                  </a:lnTo>
                  <a:lnTo>
                    <a:pt x="1239228" y="2215654"/>
                  </a:lnTo>
                  <a:lnTo>
                    <a:pt x="1252698" y="2205993"/>
                  </a:lnTo>
                  <a:lnTo>
                    <a:pt x="1266168" y="2196184"/>
                  </a:lnTo>
                  <a:lnTo>
                    <a:pt x="1279638" y="2186230"/>
                  </a:lnTo>
                  <a:lnTo>
                    <a:pt x="1293108" y="2176130"/>
                  </a:lnTo>
                  <a:lnTo>
                    <a:pt x="1306578" y="2165887"/>
                  </a:lnTo>
                  <a:lnTo>
                    <a:pt x="1320048" y="2155502"/>
                  </a:lnTo>
                  <a:lnTo>
                    <a:pt x="1333517" y="2144977"/>
                  </a:lnTo>
                  <a:lnTo>
                    <a:pt x="1346987" y="2134313"/>
                  </a:lnTo>
                  <a:lnTo>
                    <a:pt x="1360457" y="2123513"/>
                  </a:lnTo>
                  <a:lnTo>
                    <a:pt x="1373927" y="2112579"/>
                  </a:lnTo>
                  <a:lnTo>
                    <a:pt x="1387397" y="2101513"/>
                  </a:lnTo>
                  <a:lnTo>
                    <a:pt x="1400867" y="2090319"/>
                  </a:lnTo>
                  <a:lnTo>
                    <a:pt x="1414337" y="2079001"/>
                  </a:lnTo>
                  <a:lnTo>
                    <a:pt x="1427807" y="2067563"/>
                  </a:lnTo>
                  <a:lnTo>
                    <a:pt x="1441276" y="2056008"/>
                  </a:lnTo>
                  <a:lnTo>
                    <a:pt x="1454746" y="2044340"/>
                  </a:lnTo>
                  <a:lnTo>
                    <a:pt x="1468216" y="2032563"/>
                  </a:lnTo>
                  <a:lnTo>
                    <a:pt x="1481686" y="2020680"/>
                  </a:lnTo>
                  <a:lnTo>
                    <a:pt x="1495156" y="2008696"/>
                  </a:lnTo>
                  <a:lnTo>
                    <a:pt x="1508626" y="1996613"/>
                  </a:lnTo>
                  <a:lnTo>
                    <a:pt x="1522096" y="1984435"/>
                  </a:lnTo>
                  <a:lnTo>
                    <a:pt x="1535566" y="1972166"/>
                  </a:lnTo>
                  <a:lnTo>
                    <a:pt x="1549035" y="1959808"/>
                  </a:lnTo>
                  <a:lnTo>
                    <a:pt x="1562505" y="1947367"/>
                  </a:lnTo>
                  <a:lnTo>
                    <a:pt x="1575975" y="1934844"/>
                  </a:lnTo>
                  <a:lnTo>
                    <a:pt x="1589445" y="1922244"/>
                  </a:lnTo>
                  <a:lnTo>
                    <a:pt x="1602915" y="1909569"/>
                  </a:lnTo>
                  <a:lnTo>
                    <a:pt x="1616385" y="1896825"/>
                  </a:lnTo>
                  <a:lnTo>
                    <a:pt x="1629855" y="1884013"/>
                  </a:lnTo>
                  <a:lnTo>
                    <a:pt x="1643325" y="1871138"/>
                  </a:lnTo>
                  <a:lnTo>
                    <a:pt x="1656794" y="1858204"/>
                  </a:lnTo>
                  <a:lnTo>
                    <a:pt x="1670264" y="1845213"/>
                  </a:lnTo>
                  <a:lnTo>
                    <a:pt x="1683734" y="1832170"/>
                  </a:lnTo>
                  <a:lnTo>
                    <a:pt x="1697204" y="1819078"/>
                  </a:lnTo>
                  <a:lnTo>
                    <a:pt x="1710674" y="1805942"/>
                  </a:lnTo>
                  <a:lnTo>
                    <a:pt x="1724144" y="1792765"/>
                  </a:lnTo>
                  <a:lnTo>
                    <a:pt x="1737614" y="1777629"/>
                  </a:lnTo>
                  <a:lnTo>
                    <a:pt x="1751084" y="1760832"/>
                  </a:lnTo>
                  <a:lnTo>
                    <a:pt x="1764554" y="1743900"/>
                  </a:lnTo>
                  <a:lnTo>
                    <a:pt x="1778023" y="1726839"/>
                  </a:lnTo>
                  <a:lnTo>
                    <a:pt x="1791493" y="1709657"/>
                  </a:lnTo>
                  <a:lnTo>
                    <a:pt x="1804963" y="1692361"/>
                  </a:lnTo>
                  <a:lnTo>
                    <a:pt x="1818433" y="1674958"/>
                  </a:lnTo>
                  <a:lnTo>
                    <a:pt x="1831903" y="1657459"/>
                  </a:lnTo>
                  <a:lnTo>
                    <a:pt x="1845373" y="1639871"/>
                  </a:lnTo>
                  <a:lnTo>
                    <a:pt x="1858843" y="1622203"/>
                  </a:lnTo>
                  <a:lnTo>
                    <a:pt x="1872313" y="1604466"/>
                  </a:lnTo>
                  <a:lnTo>
                    <a:pt x="1885782" y="1586670"/>
                  </a:lnTo>
                  <a:lnTo>
                    <a:pt x="1899252" y="1568826"/>
                  </a:lnTo>
                  <a:lnTo>
                    <a:pt x="1912722" y="1550944"/>
                  </a:lnTo>
                  <a:lnTo>
                    <a:pt x="1926192" y="1533036"/>
                  </a:lnTo>
                  <a:lnTo>
                    <a:pt x="1939662" y="1515114"/>
                  </a:lnTo>
                  <a:lnTo>
                    <a:pt x="1953132" y="1497191"/>
                  </a:lnTo>
                  <a:lnTo>
                    <a:pt x="1966602" y="1479279"/>
                  </a:lnTo>
                  <a:lnTo>
                    <a:pt x="1980072" y="1461392"/>
                  </a:lnTo>
                  <a:lnTo>
                    <a:pt x="1993541" y="1443543"/>
                  </a:lnTo>
                  <a:lnTo>
                    <a:pt x="2007011" y="1425746"/>
                  </a:lnTo>
                  <a:lnTo>
                    <a:pt x="2020481" y="1408016"/>
                  </a:lnTo>
                  <a:lnTo>
                    <a:pt x="2033951" y="1390368"/>
                  </a:lnTo>
                  <a:lnTo>
                    <a:pt x="2047421" y="1372817"/>
                  </a:lnTo>
                  <a:lnTo>
                    <a:pt x="2060891" y="1355378"/>
                  </a:lnTo>
                  <a:lnTo>
                    <a:pt x="2074361" y="1338068"/>
                  </a:lnTo>
                  <a:lnTo>
                    <a:pt x="2087831" y="1320903"/>
                  </a:lnTo>
                  <a:lnTo>
                    <a:pt x="2101300" y="1303897"/>
                  </a:lnTo>
                  <a:lnTo>
                    <a:pt x="2114770" y="1287054"/>
                  </a:lnTo>
                  <a:lnTo>
                    <a:pt x="2128240" y="1270379"/>
                  </a:lnTo>
                  <a:lnTo>
                    <a:pt x="2141710" y="1253875"/>
                  </a:lnTo>
                  <a:lnTo>
                    <a:pt x="2155180" y="1237545"/>
                  </a:lnTo>
                  <a:lnTo>
                    <a:pt x="2168650" y="1221394"/>
                  </a:lnTo>
                  <a:lnTo>
                    <a:pt x="2182120" y="1205423"/>
                  </a:lnTo>
                  <a:lnTo>
                    <a:pt x="2195590" y="1189637"/>
                  </a:lnTo>
                  <a:lnTo>
                    <a:pt x="2209059" y="1174037"/>
                  </a:lnTo>
                  <a:lnTo>
                    <a:pt x="2222529" y="1158626"/>
                  </a:lnTo>
                  <a:lnTo>
                    <a:pt x="2235999" y="1143406"/>
                  </a:lnTo>
                  <a:lnTo>
                    <a:pt x="2249469" y="1128380"/>
                  </a:lnTo>
                  <a:lnTo>
                    <a:pt x="2262939" y="1113549"/>
                  </a:lnTo>
                  <a:lnTo>
                    <a:pt x="2276409" y="1098915"/>
                  </a:lnTo>
                  <a:lnTo>
                    <a:pt x="2289879" y="1084480"/>
                  </a:lnTo>
                  <a:lnTo>
                    <a:pt x="2303349" y="1070243"/>
                  </a:lnTo>
                  <a:lnTo>
                    <a:pt x="2316819" y="1056207"/>
                  </a:lnTo>
                  <a:lnTo>
                    <a:pt x="2330288" y="1042373"/>
                  </a:lnTo>
                  <a:lnTo>
                    <a:pt x="2343758" y="1028740"/>
                  </a:lnTo>
                  <a:lnTo>
                    <a:pt x="2357228" y="1015310"/>
                  </a:lnTo>
                  <a:lnTo>
                    <a:pt x="2370698" y="1002082"/>
                  </a:lnTo>
                  <a:lnTo>
                    <a:pt x="2384168" y="989056"/>
                  </a:lnTo>
                  <a:lnTo>
                    <a:pt x="2397638" y="976233"/>
                  </a:lnTo>
                  <a:lnTo>
                    <a:pt x="2411108" y="963612"/>
                  </a:lnTo>
                  <a:lnTo>
                    <a:pt x="2424578" y="951191"/>
                  </a:lnTo>
                  <a:lnTo>
                    <a:pt x="2438047" y="938971"/>
                  </a:lnTo>
                  <a:lnTo>
                    <a:pt x="2451517" y="926950"/>
                  </a:lnTo>
                  <a:lnTo>
                    <a:pt x="2464987" y="915127"/>
                  </a:lnTo>
                  <a:lnTo>
                    <a:pt x="2478457" y="903501"/>
                  </a:lnTo>
                  <a:lnTo>
                    <a:pt x="2491927" y="892070"/>
                  </a:lnTo>
                  <a:lnTo>
                    <a:pt x="2505397" y="880832"/>
                  </a:lnTo>
                  <a:lnTo>
                    <a:pt x="2518867" y="869786"/>
                  </a:lnTo>
                  <a:lnTo>
                    <a:pt x="2532337" y="858928"/>
                  </a:lnTo>
                  <a:lnTo>
                    <a:pt x="2545806" y="848258"/>
                  </a:lnTo>
                  <a:lnTo>
                    <a:pt x="2559276" y="837772"/>
                  </a:lnTo>
                  <a:lnTo>
                    <a:pt x="2572746" y="827467"/>
                  </a:lnTo>
                  <a:lnTo>
                    <a:pt x="2586216" y="817342"/>
                  </a:lnTo>
                  <a:lnTo>
                    <a:pt x="2599686" y="807393"/>
                  </a:lnTo>
                  <a:lnTo>
                    <a:pt x="2613156" y="797616"/>
                  </a:lnTo>
                  <a:lnTo>
                    <a:pt x="2626626" y="788009"/>
                  </a:lnTo>
                  <a:lnTo>
                    <a:pt x="2640096" y="778569"/>
                  </a:lnTo>
                  <a:lnTo>
                    <a:pt x="2653565" y="769291"/>
                  </a:lnTo>
                  <a:lnTo>
                    <a:pt x="2667035" y="760172"/>
                  </a:lnTo>
                  <a:lnTo>
                    <a:pt x="2680505" y="751208"/>
                  </a:lnTo>
                  <a:lnTo>
                    <a:pt x="2693975" y="742396"/>
                  </a:lnTo>
                  <a:lnTo>
                    <a:pt x="2707445" y="733731"/>
                  </a:lnTo>
                  <a:lnTo>
                    <a:pt x="2720915" y="725209"/>
                  </a:lnTo>
                  <a:lnTo>
                    <a:pt x="2734385" y="716826"/>
                  </a:lnTo>
                  <a:lnTo>
                    <a:pt x="2747855" y="708578"/>
                  </a:lnTo>
                  <a:lnTo>
                    <a:pt x="2761324" y="700460"/>
                  </a:lnTo>
                  <a:lnTo>
                    <a:pt x="2774794" y="692468"/>
                  </a:lnTo>
                  <a:lnTo>
                    <a:pt x="2788264" y="684597"/>
                  </a:lnTo>
                  <a:lnTo>
                    <a:pt x="2801734" y="676843"/>
                  </a:lnTo>
                  <a:lnTo>
                    <a:pt x="2815204" y="669200"/>
                  </a:lnTo>
                  <a:lnTo>
                    <a:pt x="2828674" y="661665"/>
                  </a:lnTo>
                  <a:lnTo>
                    <a:pt x="2842144" y="654232"/>
                  </a:lnTo>
                  <a:lnTo>
                    <a:pt x="2855614" y="646897"/>
                  </a:lnTo>
                  <a:lnTo>
                    <a:pt x="2869084" y="639654"/>
                  </a:lnTo>
                  <a:lnTo>
                    <a:pt x="2882553" y="632500"/>
                  </a:lnTo>
                  <a:lnTo>
                    <a:pt x="2896023" y="625428"/>
                  </a:lnTo>
                  <a:lnTo>
                    <a:pt x="2909493" y="618434"/>
                  </a:lnTo>
                  <a:lnTo>
                    <a:pt x="2922963" y="611514"/>
                  </a:lnTo>
                  <a:lnTo>
                    <a:pt x="2936433" y="604662"/>
                  </a:lnTo>
                  <a:lnTo>
                    <a:pt x="2949903" y="597873"/>
                  </a:lnTo>
                  <a:lnTo>
                    <a:pt x="2963373" y="591143"/>
                  </a:lnTo>
                  <a:lnTo>
                    <a:pt x="2976843" y="584466"/>
                  </a:lnTo>
                  <a:lnTo>
                    <a:pt x="2990312" y="577838"/>
                  </a:lnTo>
                  <a:lnTo>
                    <a:pt x="3003782" y="571253"/>
                  </a:lnTo>
                  <a:lnTo>
                    <a:pt x="3017252" y="564708"/>
                  </a:lnTo>
                  <a:lnTo>
                    <a:pt x="3030722" y="558197"/>
                  </a:lnTo>
                  <a:lnTo>
                    <a:pt x="3044192" y="551715"/>
                  </a:lnTo>
                  <a:lnTo>
                    <a:pt x="3057662" y="545259"/>
                  </a:lnTo>
                  <a:lnTo>
                    <a:pt x="3071132" y="538822"/>
                  </a:lnTo>
                  <a:lnTo>
                    <a:pt x="3084602" y="532401"/>
                  </a:lnTo>
                  <a:lnTo>
                    <a:pt x="3098071" y="525990"/>
                  </a:lnTo>
                  <a:lnTo>
                    <a:pt x="3111541" y="519586"/>
                  </a:lnTo>
                  <a:lnTo>
                    <a:pt x="3125011" y="513184"/>
                  </a:lnTo>
                  <a:lnTo>
                    <a:pt x="3138481" y="506778"/>
                  </a:lnTo>
                  <a:lnTo>
                    <a:pt x="3151951" y="500366"/>
                  </a:lnTo>
                  <a:lnTo>
                    <a:pt x="3165421" y="493942"/>
                  </a:lnTo>
                  <a:lnTo>
                    <a:pt x="3178891" y="487501"/>
                  </a:lnTo>
                  <a:lnTo>
                    <a:pt x="3192361" y="481041"/>
                  </a:lnTo>
                  <a:lnTo>
                    <a:pt x="3205830" y="474555"/>
                  </a:lnTo>
                  <a:lnTo>
                    <a:pt x="3219300" y="468041"/>
                  </a:lnTo>
                  <a:lnTo>
                    <a:pt x="3232770" y="461493"/>
                  </a:lnTo>
                  <a:lnTo>
                    <a:pt x="3246240" y="454908"/>
                  </a:lnTo>
                  <a:lnTo>
                    <a:pt x="3259710" y="448281"/>
                  </a:lnTo>
                  <a:lnTo>
                    <a:pt x="3273180" y="441608"/>
                  </a:lnTo>
                  <a:lnTo>
                    <a:pt x="3286650" y="434886"/>
                  </a:lnTo>
                  <a:lnTo>
                    <a:pt x="3300120" y="428114"/>
                  </a:lnTo>
                  <a:lnTo>
                    <a:pt x="3313589" y="421294"/>
                  </a:lnTo>
                  <a:lnTo>
                    <a:pt x="3327059" y="414426"/>
                  </a:lnTo>
                  <a:lnTo>
                    <a:pt x="3340529" y="407510"/>
                  </a:lnTo>
                  <a:lnTo>
                    <a:pt x="3353999" y="400546"/>
                  </a:lnTo>
                  <a:lnTo>
                    <a:pt x="3367469" y="393536"/>
                  </a:lnTo>
                  <a:lnTo>
                    <a:pt x="3380939" y="386480"/>
                  </a:lnTo>
                  <a:lnTo>
                    <a:pt x="3394409" y="379378"/>
                  </a:lnTo>
                  <a:lnTo>
                    <a:pt x="3407879" y="372230"/>
                  </a:lnTo>
                  <a:lnTo>
                    <a:pt x="3421349" y="365037"/>
                  </a:lnTo>
                  <a:lnTo>
                    <a:pt x="3434818" y="357800"/>
                  </a:lnTo>
                  <a:lnTo>
                    <a:pt x="3448288" y="350519"/>
                  </a:lnTo>
                  <a:lnTo>
                    <a:pt x="3461758" y="343195"/>
                  </a:lnTo>
                  <a:lnTo>
                    <a:pt x="3475228" y="335827"/>
                  </a:lnTo>
                  <a:lnTo>
                    <a:pt x="3488698" y="328416"/>
                  </a:lnTo>
                  <a:lnTo>
                    <a:pt x="3502168" y="320962"/>
                  </a:lnTo>
                  <a:lnTo>
                    <a:pt x="3515638" y="313467"/>
                  </a:lnTo>
                  <a:lnTo>
                    <a:pt x="3529108" y="305929"/>
                  </a:lnTo>
                  <a:lnTo>
                    <a:pt x="3542577" y="298351"/>
                  </a:lnTo>
                  <a:lnTo>
                    <a:pt x="3556047" y="290731"/>
                  </a:lnTo>
                  <a:lnTo>
                    <a:pt x="3569517" y="283070"/>
                  </a:lnTo>
                  <a:lnTo>
                    <a:pt x="3582987" y="275369"/>
                  </a:lnTo>
                  <a:lnTo>
                    <a:pt x="3596457" y="267627"/>
                  </a:lnTo>
                  <a:lnTo>
                    <a:pt x="3609927" y="259846"/>
                  </a:lnTo>
                  <a:lnTo>
                    <a:pt x="3623397" y="252025"/>
                  </a:lnTo>
                  <a:lnTo>
                    <a:pt x="3636867" y="244165"/>
                  </a:lnTo>
                  <a:lnTo>
                    <a:pt x="3650336" y="236266"/>
                  </a:lnTo>
                  <a:lnTo>
                    <a:pt x="3663806" y="228327"/>
                  </a:lnTo>
                  <a:lnTo>
                    <a:pt x="3677276" y="220351"/>
                  </a:lnTo>
                  <a:lnTo>
                    <a:pt x="3690746" y="212336"/>
                  </a:lnTo>
                  <a:lnTo>
                    <a:pt x="3704216" y="204282"/>
                  </a:lnTo>
                  <a:lnTo>
                    <a:pt x="3717686" y="196191"/>
                  </a:lnTo>
                  <a:lnTo>
                    <a:pt x="3731156" y="188062"/>
                  </a:lnTo>
                  <a:lnTo>
                    <a:pt x="3744626" y="179896"/>
                  </a:lnTo>
                  <a:lnTo>
                    <a:pt x="3758095" y="171692"/>
                  </a:lnTo>
                  <a:lnTo>
                    <a:pt x="3771565" y="163451"/>
                  </a:lnTo>
                  <a:lnTo>
                    <a:pt x="3785035" y="155173"/>
                  </a:lnTo>
                  <a:lnTo>
                    <a:pt x="3798505" y="146859"/>
                  </a:lnTo>
                  <a:lnTo>
                    <a:pt x="3811975" y="138507"/>
                  </a:lnTo>
                  <a:lnTo>
                    <a:pt x="3825445" y="130119"/>
                  </a:lnTo>
                  <a:lnTo>
                    <a:pt x="3838915" y="121695"/>
                  </a:lnTo>
                  <a:lnTo>
                    <a:pt x="3852385" y="113235"/>
                  </a:lnTo>
                  <a:lnTo>
                    <a:pt x="3865854" y="104738"/>
                  </a:lnTo>
                  <a:lnTo>
                    <a:pt x="3879324" y="96205"/>
                  </a:lnTo>
                  <a:lnTo>
                    <a:pt x="3892794" y="87637"/>
                  </a:lnTo>
                  <a:lnTo>
                    <a:pt x="3906264" y="79032"/>
                  </a:lnTo>
                  <a:lnTo>
                    <a:pt x="3919734" y="70392"/>
                  </a:lnTo>
                  <a:lnTo>
                    <a:pt x="3933204" y="61717"/>
                  </a:lnTo>
                  <a:lnTo>
                    <a:pt x="3946674" y="53006"/>
                  </a:lnTo>
                  <a:lnTo>
                    <a:pt x="3960144" y="44260"/>
                  </a:lnTo>
                  <a:lnTo>
                    <a:pt x="3973614" y="35478"/>
                  </a:lnTo>
                  <a:lnTo>
                    <a:pt x="3987083" y="26661"/>
                  </a:lnTo>
                  <a:lnTo>
                    <a:pt x="4000553" y="17809"/>
                  </a:lnTo>
                  <a:lnTo>
                    <a:pt x="4014023" y="8922"/>
                  </a:lnTo>
                  <a:lnTo>
                    <a:pt x="4027493" y="0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977328" y="784370"/>
              <a:ext cx="4027493" cy="2196803"/>
            </a:xfrm>
            <a:custGeom>
              <a:avLst/>
              <a:pathLst>
                <a:path w="4027493" h="2196803">
                  <a:moveTo>
                    <a:pt x="4027493" y="0"/>
                  </a:moveTo>
                  <a:lnTo>
                    <a:pt x="4014023" y="2389"/>
                  </a:lnTo>
                  <a:lnTo>
                    <a:pt x="4000553" y="4782"/>
                  </a:lnTo>
                  <a:lnTo>
                    <a:pt x="3987083" y="7180"/>
                  </a:lnTo>
                  <a:lnTo>
                    <a:pt x="3973614" y="9583"/>
                  </a:lnTo>
                  <a:lnTo>
                    <a:pt x="3960144" y="11991"/>
                  </a:lnTo>
                  <a:lnTo>
                    <a:pt x="3946674" y="14404"/>
                  </a:lnTo>
                  <a:lnTo>
                    <a:pt x="3933204" y="16823"/>
                  </a:lnTo>
                  <a:lnTo>
                    <a:pt x="3919734" y="19247"/>
                  </a:lnTo>
                  <a:lnTo>
                    <a:pt x="3906264" y="21676"/>
                  </a:lnTo>
                  <a:lnTo>
                    <a:pt x="3892794" y="24111"/>
                  </a:lnTo>
                  <a:lnTo>
                    <a:pt x="3879324" y="26552"/>
                  </a:lnTo>
                  <a:lnTo>
                    <a:pt x="3865854" y="29000"/>
                  </a:lnTo>
                  <a:lnTo>
                    <a:pt x="3852385" y="31454"/>
                  </a:lnTo>
                  <a:lnTo>
                    <a:pt x="3838915" y="33914"/>
                  </a:lnTo>
                  <a:lnTo>
                    <a:pt x="3825445" y="36382"/>
                  </a:lnTo>
                  <a:lnTo>
                    <a:pt x="3811975" y="38856"/>
                  </a:lnTo>
                  <a:lnTo>
                    <a:pt x="3798505" y="41338"/>
                  </a:lnTo>
                  <a:lnTo>
                    <a:pt x="3785035" y="43827"/>
                  </a:lnTo>
                  <a:lnTo>
                    <a:pt x="3771565" y="46324"/>
                  </a:lnTo>
                  <a:lnTo>
                    <a:pt x="3758095" y="48829"/>
                  </a:lnTo>
                  <a:lnTo>
                    <a:pt x="3744626" y="51342"/>
                  </a:lnTo>
                  <a:lnTo>
                    <a:pt x="3731156" y="53864"/>
                  </a:lnTo>
                  <a:lnTo>
                    <a:pt x="3717686" y="56395"/>
                  </a:lnTo>
                  <a:lnTo>
                    <a:pt x="3704216" y="58934"/>
                  </a:lnTo>
                  <a:lnTo>
                    <a:pt x="3690746" y="61484"/>
                  </a:lnTo>
                  <a:lnTo>
                    <a:pt x="3677276" y="64042"/>
                  </a:lnTo>
                  <a:lnTo>
                    <a:pt x="3663806" y="66611"/>
                  </a:lnTo>
                  <a:lnTo>
                    <a:pt x="3650336" y="69190"/>
                  </a:lnTo>
                  <a:lnTo>
                    <a:pt x="3636867" y="71780"/>
                  </a:lnTo>
                  <a:lnTo>
                    <a:pt x="3623397" y="74381"/>
                  </a:lnTo>
                  <a:lnTo>
                    <a:pt x="3609927" y="76993"/>
                  </a:lnTo>
                  <a:lnTo>
                    <a:pt x="3596457" y="79617"/>
                  </a:lnTo>
                  <a:lnTo>
                    <a:pt x="3582987" y="82252"/>
                  </a:lnTo>
                  <a:lnTo>
                    <a:pt x="3569517" y="84901"/>
                  </a:lnTo>
                  <a:lnTo>
                    <a:pt x="3556047" y="87562"/>
                  </a:lnTo>
                  <a:lnTo>
                    <a:pt x="3542577" y="90236"/>
                  </a:lnTo>
                  <a:lnTo>
                    <a:pt x="3529108" y="92923"/>
                  </a:lnTo>
                  <a:lnTo>
                    <a:pt x="3515638" y="95625"/>
                  </a:lnTo>
                  <a:lnTo>
                    <a:pt x="3502168" y="98341"/>
                  </a:lnTo>
                  <a:lnTo>
                    <a:pt x="3488698" y="101072"/>
                  </a:lnTo>
                  <a:lnTo>
                    <a:pt x="3475228" y="103818"/>
                  </a:lnTo>
                  <a:lnTo>
                    <a:pt x="3461758" y="106580"/>
                  </a:lnTo>
                  <a:lnTo>
                    <a:pt x="3448288" y="109359"/>
                  </a:lnTo>
                  <a:lnTo>
                    <a:pt x="3434818" y="112153"/>
                  </a:lnTo>
                  <a:lnTo>
                    <a:pt x="3421349" y="114966"/>
                  </a:lnTo>
                  <a:lnTo>
                    <a:pt x="3407879" y="117795"/>
                  </a:lnTo>
                  <a:lnTo>
                    <a:pt x="3394409" y="120643"/>
                  </a:lnTo>
                  <a:lnTo>
                    <a:pt x="3380939" y="123510"/>
                  </a:lnTo>
                  <a:lnTo>
                    <a:pt x="3367469" y="126396"/>
                  </a:lnTo>
                  <a:lnTo>
                    <a:pt x="3353999" y="129302"/>
                  </a:lnTo>
                  <a:lnTo>
                    <a:pt x="3340529" y="132228"/>
                  </a:lnTo>
                  <a:lnTo>
                    <a:pt x="3327059" y="135175"/>
                  </a:lnTo>
                  <a:lnTo>
                    <a:pt x="3313589" y="138144"/>
                  </a:lnTo>
                  <a:lnTo>
                    <a:pt x="3300120" y="141134"/>
                  </a:lnTo>
                  <a:lnTo>
                    <a:pt x="3286650" y="144148"/>
                  </a:lnTo>
                  <a:lnTo>
                    <a:pt x="3273180" y="147184"/>
                  </a:lnTo>
                  <a:lnTo>
                    <a:pt x="3259710" y="150245"/>
                  </a:lnTo>
                  <a:lnTo>
                    <a:pt x="3246240" y="153334"/>
                  </a:lnTo>
                  <a:lnTo>
                    <a:pt x="3232770" y="156455"/>
                  </a:lnTo>
                  <a:lnTo>
                    <a:pt x="3219300" y="159613"/>
                  </a:lnTo>
                  <a:lnTo>
                    <a:pt x="3205830" y="162812"/>
                  </a:lnTo>
                  <a:lnTo>
                    <a:pt x="3192361" y="166057"/>
                  </a:lnTo>
                  <a:lnTo>
                    <a:pt x="3178891" y="169351"/>
                  </a:lnTo>
                  <a:lnTo>
                    <a:pt x="3165421" y="172699"/>
                  </a:lnTo>
                  <a:lnTo>
                    <a:pt x="3151951" y="176105"/>
                  </a:lnTo>
                  <a:lnTo>
                    <a:pt x="3138481" y="179572"/>
                  </a:lnTo>
                  <a:lnTo>
                    <a:pt x="3125011" y="183104"/>
                  </a:lnTo>
                  <a:lnTo>
                    <a:pt x="3111541" y="186705"/>
                  </a:lnTo>
                  <a:lnTo>
                    <a:pt x="3098071" y="190379"/>
                  </a:lnTo>
                  <a:lnTo>
                    <a:pt x="3084602" y="194129"/>
                  </a:lnTo>
                  <a:lnTo>
                    <a:pt x="3071132" y="197958"/>
                  </a:lnTo>
                  <a:lnTo>
                    <a:pt x="3057662" y="201869"/>
                  </a:lnTo>
                  <a:lnTo>
                    <a:pt x="3044192" y="205866"/>
                  </a:lnTo>
                  <a:lnTo>
                    <a:pt x="3030722" y="209951"/>
                  </a:lnTo>
                  <a:lnTo>
                    <a:pt x="3017252" y="214128"/>
                  </a:lnTo>
                  <a:lnTo>
                    <a:pt x="3003782" y="218400"/>
                  </a:lnTo>
                  <a:lnTo>
                    <a:pt x="2990312" y="222768"/>
                  </a:lnTo>
                  <a:lnTo>
                    <a:pt x="2976843" y="227236"/>
                  </a:lnTo>
                  <a:lnTo>
                    <a:pt x="2963373" y="231805"/>
                  </a:lnTo>
                  <a:lnTo>
                    <a:pt x="2949903" y="236479"/>
                  </a:lnTo>
                  <a:lnTo>
                    <a:pt x="2936433" y="241259"/>
                  </a:lnTo>
                  <a:lnTo>
                    <a:pt x="2922963" y="246148"/>
                  </a:lnTo>
                  <a:lnTo>
                    <a:pt x="2909493" y="251147"/>
                  </a:lnTo>
                  <a:lnTo>
                    <a:pt x="2896023" y="256258"/>
                  </a:lnTo>
                  <a:lnTo>
                    <a:pt x="2882553" y="261484"/>
                  </a:lnTo>
                  <a:lnTo>
                    <a:pt x="2869084" y="266825"/>
                  </a:lnTo>
                  <a:lnTo>
                    <a:pt x="2855614" y="272284"/>
                  </a:lnTo>
                  <a:lnTo>
                    <a:pt x="2842144" y="277862"/>
                  </a:lnTo>
                  <a:lnTo>
                    <a:pt x="2828674" y="283560"/>
                  </a:lnTo>
                  <a:lnTo>
                    <a:pt x="2815204" y="289379"/>
                  </a:lnTo>
                  <a:lnTo>
                    <a:pt x="2801734" y="295321"/>
                  </a:lnTo>
                  <a:lnTo>
                    <a:pt x="2788264" y="301386"/>
                  </a:lnTo>
                  <a:lnTo>
                    <a:pt x="2774794" y="307577"/>
                  </a:lnTo>
                  <a:lnTo>
                    <a:pt x="2761324" y="313893"/>
                  </a:lnTo>
                  <a:lnTo>
                    <a:pt x="2747855" y="320335"/>
                  </a:lnTo>
                  <a:lnTo>
                    <a:pt x="2734385" y="326905"/>
                  </a:lnTo>
                  <a:lnTo>
                    <a:pt x="2720915" y="333603"/>
                  </a:lnTo>
                  <a:lnTo>
                    <a:pt x="2707445" y="340430"/>
                  </a:lnTo>
                  <a:lnTo>
                    <a:pt x="2693975" y="347386"/>
                  </a:lnTo>
                  <a:lnTo>
                    <a:pt x="2680505" y="354471"/>
                  </a:lnTo>
                  <a:lnTo>
                    <a:pt x="2667035" y="361687"/>
                  </a:lnTo>
                  <a:lnTo>
                    <a:pt x="2653565" y="369033"/>
                  </a:lnTo>
                  <a:lnTo>
                    <a:pt x="2640096" y="376510"/>
                  </a:lnTo>
                  <a:lnTo>
                    <a:pt x="2626626" y="384118"/>
                  </a:lnTo>
                  <a:lnTo>
                    <a:pt x="2613156" y="391858"/>
                  </a:lnTo>
                  <a:lnTo>
                    <a:pt x="2599686" y="399728"/>
                  </a:lnTo>
                  <a:lnTo>
                    <a:pt x="2586216" y="407731"/>
                  </a:lnTo>
                  <a:lnTo>
                    <a:pt x="2572746" y="415864"/>
                  </a:lnTo>
                  <a:lnTo>
                    <a:pt x="2559276" y="424130"/>
                  </a:lnTo>
                  <a:lnTo>
                    <a:pt x="2545806" y="432527"/>
                  </a:lnTo>
                  <a:lnTo>
                    <a:pt x="2532337" y="441055"/>
                  </a:lnTo>
                  <a:lnTo>
                    <a:pt x="2518867" y="449714"/>
                  </a:lnTo>
                  <a:lnTo>
                    <a:pt x="2505397" y="458504"/>
                  </a:lnTo>
                  <a:lnTo>
                    <a:pt x="2491927" y="467425"/>
                  </a:lnTo>
                  <a:lnTo>
                    <a:pt x="2478457" y="476476"/>
                  </a:lnTo>
                  <a:lnTo>
                    <a:pt x="2464987" y="485657"/>
                  </a:lnTo>
                  <a:lnTo>
                    <a:pt x="2451517" y="494968"/>
                  </a:lnTo>
                  <a:lnTo>
                    <a:pt x="2438047" y="504408"/>
                  </a:lnTo>
                  <a:lnTo>
                    <a:pt x="2424578" y="513976"/>
                  </a:lnTo>
                  <a:lnTo>
                    <a:pt x="2411108" y="523672"/>
                  </a:lnTo>
                  <a:lnTo>
                    <a:pt x="2397638" y="533496"/>
                  </a:lnTo>
                  <a:lnTo>
                    <a:pt x="2384168" y="543446"/>
                  </a:lnTo>
                  <a:lnTo>
                    <a:pt x="2370698" y="553523"/>
                  </a:lnTo>
                  <a:lnTo>
                    <a:pt x="2357228" y="563724"/>
                  </a:lnTo>
                  <a:lnTo>
                    <a:pt x="2343758" y="574050"/>
                  </a:lnTo>
                  <a:lnTo>
                    <a:pt x="2330288" y="584500"/>
                  </a:lnTo>
                  <a:lnTo>
                    <a:pt x="2316819" y="595072"/>
                  </a:lnTo>
                  <a:lnTo>
                    <a:pt x="2303349" y="605765"/>
                  </a:lnTo>
                  <a:lnTo>
                    <a:pt x="2289879" y="616579"/>
                  </a:lnTo>
                  <a:lnTo>
                    <a:pt x="2276409" y="627513"/>
                  </a:lnTo>
                  <a:lnTo>
                    <a:pt x="2262939" y="638565"/>
                  </a:lnTo>
                  <a:lnTo>
                    <a:pt x="2249469" y="649734"/>
                  </a:lnTo>
                  <a:lnTo>
                    <a:pt x="2235999" y="661019"/>
                  </a:lnTo>
                  <a:lnTo>
                    <a:pt x="2222529" y="672418"/>
                  </a:lnTo>
                  <a:lnTo>
                    <a:pt x="2209059" y="683931"/>
                  </a:lnTo>
                  <a:lnTo>
                    <a:pt x="2195590" y="695556"/>
                  </a:lnTo>
                  <a:lnTo>
                    <a:pt x="2182120" y="707291"/>
                  </a:lnTo>
                  <a:lnTo>
                    <a:pt x="2168650" y="719135"/>
                  </a:lnTo>
                  <a:lnTo>
                    <a:pt x="2155180" y="731086"/>
                  </a:lnTo>
                  <a:lnTo>
                    <a:pt x="2141710" y="743143"/>
                  </a:lnTo>
                  <a:lnTo>
                    <a:pt x="2128240" y="755303"/>
                  </a:lnTo>
                  <a:lnTo>
                    <a:pt x="2114770" y="767566"/>
                  </a:lnTo>
                  <a:lnTo>
                    <a:pt x="2101300" y="779929"/>
                  </a:lnTo>
                  <a:lnTo>
                    <a:pt x="2087831" y="792391"/>
                  </a:lnTo>
                  <a:lnTo>
                    <a:pt x="2074361" y="804949"/>
                  </a:lnTo>
                  <a:lnTo>
                    <a:pt x="2060891" y="817598"/>
                  </a:lnTo>
                  <a:lnTo>
                    <a:pt x="2047421" y="830333"/>
                  </a:lnTo>
                  <a:lnTo>
                    <a:pt x="2033951" y="843147"/>
                  </a:lnTo>
                  <a:lnTo>
                    <a:pt x="2020481" y="856035"/>
                  </a:lnTo>
                  <a:lnTo>
                    <a:pt x="2007011" y="868991"/>
                  </a:lnTo>
                  <a:lnTo>
                    <a:pt x="1993541" y="882009"/>
                  </a:lnTo>
                  <a:lnTo>
                    <a:pt x="1980072" y="895085"/>
                  </a:lnTo>
                  <a:lnTo>
                    <a:pt x="1966602" y="908211"/>
                  </a:lnTo>
                  <a:lnTo>
                    <a:pt x="1953132" y="921384"/>
                  </a:lnTo>
                  <a:lnTo>
                    <a:pt x="1939662" y="934598"/>
                  </a:lnTo>
                  <a:lnTo>
                    <a:pt x="1926192" y="947847"/>
                  </a:lnTo>
                  <a:lnTo>
                    <a:pt x="1912722" y="961127"/>
                  </a:lnTo>
                  <a:lnTo>
                    <a:pt x="1899252" y="974432"/>
                  </a:lnTo>
                  <a:lnTo>
                    <a:pt x="1885782" y="987758"/>
                  </a:lnTo>
                  <a:lnTo>
                    <a:pt x="1872313" y="1001099"/>
                  </a:lnTo>
                  <a:lnTo>
                    <a:pt x="1858843" y="1014452"/>
                  </a:lnTo>
                  <a:lnTo>
                    <a:pt x="1845373" y="1027810"/>
                  </a:lnTo>
                  <a:lnTo>
                    <a:pt x="1831903" y="1041170"/>
                  </a:lnTo>
                  <a:lnTo>
                    <a:pt x="1818433" y="1054527"/>
                  </a:lnTo>
                  <a:lnTo>
                    <a:pt x="1804963" y="1067877"/>
                  </a:lnTo>
                  <a:lnTo>
                    <a:pt x="1791493" y="1081214"/>
                  </a:lnTo>
                  <a:lnTo>
                    <a:pt x="1778023" y="1094535"/>
                  </a:lnTo>
                  <a:lnTo>
                    <a:pt x="1764554" y="1107836"/>
                  </a:lnTo>
                  <a:lnTo>
                    <a:pt x="1751084" y="1121112"/>
                  </a:lnTo>
                  <a:lnTo>
                    <a:pt x="1737614" y="1134359"/>
                  </a:lnTo>
                  <a:lnTo>
                    <a:pt x="1724144" y="1149091"/>
                  </a:lnTo>
                  <a:lnTo>
                    <a:pt x="1710674" y="1165597"/>
                  </a:lnTo>
                  <a:lnTo>
                    <a:pt x="1697204" y="1181950"/>
                  </a:lnTo>
                  <a:lnTo>
                    <a:pt x="1683734" y="1198144"/>
                  </a:lnTo>
                  <a:lnTo>
                    <a:pt x="1670264" y="1214174"/>
                  </a:lnTo>
                  <a:lnTo>
                    <a:pt x="1656794" y="1230036"/>
                  </a:lnTo>
                  <a:lnTo>
                    <a:pt x="1643325" y="1245726"/>
                  </a:lnTo>
                  <a:lnTo>
                    <a:pt x="1629855" y="1261240"/>
                  </a:lnTo>
                  <a:lnTo>
                    <a:pt x="1616385" y="1276576"/>
                  </a:lnTo>
                  <a:lnTo>
                    <a:pt x="1602915" y="1291728"/>
                  </a:lnTo>
                  <a:lnTo>
                    <a:pt x="1589445" y="1306696"/>
                  </a:lnTo>
                  <a:lnTo>
                    <a:pt x="1575975" y="1321477"/>
                  </a:lnTo>
                  <a:lnTo>
                    <a:pt x="1562505" y="1336069"/>
                  </a:lnTo>
                  <a:lnTo>
                    <a:pt x="1549035" y="1350470"/>
                  </a:lnTo>
                  <a:lnTo>
                    <a:pt x="1535566" y="1364679"/>
                  </a:lnTo>
                  <a:lnTo>
                    <a:pt x="1522096" y="1378695"/>
                  </a:lnTo>
                  <a:lnTo>
                    <a:pt x="1508626" y="1392517"/>
                  </a:lnTo>
                  <a:lnTo>
                    <a:pt x="1495156" y="1406145"/>
                  </a:lnTo>
                  <a:lnTo>
                    <a:pt x="1481686" y="1419580"/>
                  </a:lnTo>
                  <a:lnTo>
                    <a:pt x="1468216" y="1432820"/>
                  </a:lnTo>
                  <a:lnTo>
                    <a:pt x="1454746" y="1445867"/>
                  </a:lnTo>
                  <a:lnTo>
                    <a:pt x="1441276" y="1458722"/>
                  </a:lnTo>
                  <a:lnTo>
                    <a:pt x="1427807" y="1471386"/>
                  </a:lnTo>
                  <a:lnTo>
                    <a:pt x="1414337" y="1483860"/>
                  </a:lnTo>
                  <a:lnTo>
                    <a:pt x="1400867" y="1496147"/>
                  </a:lnTo>
                  <a:lnTo>
                    <a:pt x="1387397" y="1508248"/>
                  </a:lnTo>
                  <a:lnTo>
                    <a:pt x="1373927" y="1520166"/>
                  </a:lnTo>
                  <a:lnTo>
                    <a:pt x="1360457" y="1531905"/>
                  </a:lnTo>
                  <a:lnTo>
                    <a:pt x="1346987" y="1543472"/>
                  </a:lnTo>
                  <a:lnTo>
                    <a:pt x="1333517" y="1554874"/>
                  </a:lnTo>
                  <a:lnTo>
                    <a:pt x="1320048" y="1566116"/>
                  </a:lnTo>
                  <a:lnTo>
                    <a:pt x="1306578" y="1577206"/>
                  </a:lnTo>
                  <a:lnTo>
                    <a:pt x="1293108" y="1588149"/>
                  </a:lnTo>
                  <a:lnTo>
                    <a:pt x="1279638" y="1598949"/>
                  </a:lnTo>
                  <a:lnTo>
                    <a:pt x="1266168" y="1609614"/>
                  </a:lnTo>
                  <a:lnTo>
                    <a:pt x="1252698" y="1620146"/>
                  </a:lnTo>
                  <a:lnTo>
                    <a:pt x="1239228" y="1630551"/>
                  </a:lnTo>
                  <a:lnTo>
                    <a:pt x="1225758" y="1640834"/>
                  </a:lnTo>
                  <a:lnTo>
                    <a:pt x="1212289" y="1650997"/>
                  </a:lnTo>
                  <a:lnTo>
                    <a:pt x="1198819" y="1661044"/>
                  </a:lnTo>
                  <a:lnTo>
                    <a:pt x="1185349" y="1670979"/>
                  </a:lnTo>
                  <a:lnTo>
                    <a:pt x="1171879" y="1680805"/>
                  </a:lnTo>
                  <a:lnTo>
                    <a:pt x="1158409" y="1690523"/>
                  </a:lnTo>
                  <a:lnTo>
                    <a:pt x="1144939" y="1700136"/>
                  </a:lnTo>
                  <a:lnTo>
                    <a:pt x="1131469" y="1709647"/>
                  </a:lnTo>
                  <a:lnTo>
                    <a:pt x="1117999" y="1719056"/>
                  </a:lnTo>
                  <a:lnTo>
                    <a:pt x="1104529" y="1728365"/>
                  </a:lnTo>
                  <a:lnTo>
                    <a:pt x="1091060" y="1737576"/>
                  </a:lnTo>
                  <a:lnTo>
                    <a:pt x="1077590" y="1746689"/>
                  </a:lnTo>
                  <a:lnTo>
                    <a:pt x="1064120" y="1755706"/>
                  </a:lnTo>
                  <a:lnTo>
                    <a:pt x="1050650" y="1764627"/>
                  </a:lnTo>
                  <a:lnTo>
                    <a:pt x="1037180" y="1773452"/>
                  </a:lnTo>
                  <a:lnTo>
                    <a:pt x="1023710" y="1782182"/>
                  </a:lnTo>
                  <a:lnTo>
                    <a:pt x="1010240" y="1790817"/>
                  </a:lnTo>
                  <a:lnTo>
                    <a:pt x="996770" y="1799358"/>
                  </a:lnTo>
                  <a:lnTo>
                    <a:pt x="983301" y="1807805"/>
                  </a:lnTo>
                  <a:lnTo>
                    <a:pt x="969831" y="1816158"/>
                  </a:lnTo>
                  <a:lnTo>
                    <a:pt x="956361" y="1824416"/>
                  </a:lnTo>
                  <a:lnTo>
                    <a:pt x="942891" y="1832581"/>
                  </a:lnTo>
                  <a:lnTo>
                    <a:pt x="929421" y="1840652"/>
                  </a:lnTo>
                  <a:lnTo>
                    <a:pt x="915951" y="1848630"/>
                  </a:lnTo>
                  <a:lnTo>
                    <a:pt x="902481" y="1856514"/>
                  </a:lnTo>
                  <a:lnTo>
                    <a:pt x="889011" y="1864304"/>
                  </a:lnTo>
                  <a:lnTo>
                    <a:pt x="875542" y="1872001"/>
                  </a:lnTo>
                  <a:lnTo>
                    <a:pt x="862072" y="1879605"/>
                  </a:lnTo>
                  <a:lnTo>
                    <a:pt x="848602" y="1887116"/>
                  </a:lnTo>
                  <a:lnTo>
                    <a:pt x="835132" y="1894534"/>
                  </a:lnTo>
                  <a:lnTo>
                    <a:pt x="821662" y="1901859"/>
                  </a:lnTo>
                  <a:lnTo>
                    <a:pt x="808192" y="1909092"/>
                  </a:lnTo>
                  <a:lnTo>
                    <a:pt x="794722" y="1916232"/>
                  </a:lnTo>
                  <a:lnTo>
                    <a:pt x="781252" y="1923281"/>
                  </a:lnTo>
                  <a:lnTo>
                    <a:pt x="767783" y="1930238"/>
                  </a:lnTo>
                  <a:lnTo>
                    <a:pt x="754313" y="1937104"/>
                  </a:lnTo>
                  <a:lnTo>
                    <a:pt x="740843" y="1943880"/>
                  </a:lnTo>
                  <a:lnTo>
                    <a:pt x="727373" y="1950565"/>
                  </a:lnTo>
                  <a:lnTo>
                    <a:pt x="713903" y="1957160"/>
                  </a:lnTo>
                  <a:lnTo>
                    <a:pt x="700433" y="1963665"/>
                  </a:lnTo>
                  <a:lnTo>
                    <a:pt x="686963" y="1970082"/>
                  </a:lnTo>
                  <a:lnTo>
                    <a:pt x="673493" y="1976410"/>
                  </a:lnTo>
                  <a:lnTo>
                    <a:pt x="660024" y="1982650"/>
                  </a:lnTo>
                  <a:lnTo>
                    <a:pt x="646554" y="1988803"/>
                  </a:lnTo>
                  <a:lnTo>
                    <a:pt x="633084" y="1994870"/>
                  </a:lnTo>
                  <a:lnTo>
                    <a:pt x="619614" y="2000850"/>
                  </a:lnTo>
                  <a:lnTo>
                    <a:pt x="606144" y="2006745"/>
                  </a:lnTo>
                  <a:lnTo>
                    <a:pt x="592674" y="2012555"/>
                  </a:lnTo>
                  <a:lnTo>
                    <a:pt x="579204" y="2018280"/>
                  </a:lnTo>
                  <a:lnTo>
                    <a:pt x="565734" y="2023923"/>
                  </a:lnTo>
                  <a:lnTo>
                    <a:pt x="552264" y="2029482"/>
                  </a:lnTo>
                  <a:lnTo>
                    <a:pt x="538795" y="2034960"/>
                  </a:lnTo>
                  <a:lnTo>
                    <a:pt x="525325" y="2040356"/>
                  </a:lnTo>
                  <a:lnTo>
                    <a:pt x="511855" y="2045672"/>
                  </a:lnTo>
                  <a:lnTo>
                    <a:pt x="498385" y="2050908"/>
                  </a:lnTo>
                  <a:lnTo>
                    <a:pt x="484915" y="2056065"/>
                  </a:lnTo>
                  <a:lnTo>
                    <a:pt x="471445" y="2061144"/>
                  </a:lnTo>
                  <a:lnTo>
                    <a:pt x="457975" y="2066146"/>
                  </a:lnTo>
                  <a:lnTo>
                    <a:pt x="444505" y="2071070"/>
                  </a:lnTo>
                  <a:lnTo>
                    <a:pt x="431036" y="2075919"/>
                  </a:lnTo>
                  <a:lnTo>
                    <a:pt x="417566" y="2080693"/>
                  </a:lnTo>
                  <a:lnTo>
                    <a:pt x="404096" y="2085393"/>
                  </a:lnTo>
                  <a:lnTo>
                    <a:pt x="390626" y="2090020"/>
                  </a:lnTo>
                  <a:lnTo>
                    <a:pt x="377156" y="2094574"/>
                  </a:lnTo>
                  <a:lnTo>
                    <a:pt x="363686" y="2099058"/>
                  </a:lnTo>
                  <a:lnTo>
                    <a:pt x="350216" y="2103472"/>
                  </a:lnTo>
                  <a:lnTo>
                    <a:pt x="336746" y="2107817"/>
                  </a:lnTo>
                  <a:lnTo>
                    <a:pt x="323277" y="2112093"/>
                  </a:lnTo>
                  <a:lnTo>
                    <a:pt x="309807" y="2116303"/>
                  </a:lnTo>
                  <a:lnTo>
                    <a:pt x="296337" y="2120447"/>
                  </a:lnTo>
                  <a:lnTo>
                    <a:pt x="282867" y="2124527"/>
                  </a:lnTo>
                  <a:lnTo>
                    <a:pt x="269397" y="2128542"/>
                  </a:lnTo>
                  <a:lnTo>
                    <a:pt x="255927" y="2132494"/>
                  </a:lnTo>
                  <a:lnTo>
                    <a:pt x="242457" y="2136384"/>
                  </a:lnTo>
                  <a:lnTo>
                    <a:pt x="228987" y="2140213"/>
                  </a:lnTo>
                  <a:lnTo>
                    <a:pt x="215518" y="2143981"/>
                  </a:lnTo>
                  <a:lnTo>
                    <a:pt x="202048" y="2147691"/>
                  </a:lnTo>
                  <a:lnTo>
                    <a:pt x="188578" y="2151342"/>
                  </a:lnTo>
                  <a:lnTo>
                    <a:pt x="175108" y="2154936"/>
                  </a:lnTo>
                  <a:lnTo>
                    <a:pt x="161638" y="2158472"/>
                  </a:lnTo>
                  <a:lnTo>
                    <a:pt x="148168" y="2161954"/>
                  </a:lnTo>
                  <a:lnTo>
                    <a:pt x="134698" y="2165380"/>
                  </a:lnTo>
                  <a:lnTo>
                    <a:pt x="121228" y="2168752"/>
                  </a:lnTo>
                  <a:lnTo>
                    <a:pt x="107759" y="2172071"/>
                  </a:lnTo>
                  <a:lnTo>
                    <a:pt x="94289" y="2175338"/>
                  </a:lnTo>
                  <a:lnTo>
                    <a:pt x="80819" y="2178553"/>
                  </a:lnTo>
                  <a:lnTo>
                    <a:pt x="67349" y="2181717"/>
                  </a:lnTo>
                  <a:lnTo>
                    <a:pt x="53879" y="2184831"/>
                  </a:lnTo>
                  <a:lnTo>
                    <a:pt x="40409" y="2187896"/>
                  </a:lnTo>
                  <a:lnTo>
                    <a:pt x="26939" y="2190913"/>
                  </a:lnTo>
                  <a:lnTo>
                    <a:pt x="13469" y="2193881"/>
                  </a:lnTo>
                  <a:lnTo>
                    <a:pt x="0" y="2196803"/>
                  </a:lnTo>
                  <a:lnTo>
                    <a:pt x="0" y="2196803"/>
                  </a:lnTo>
                  <a:lnTo>
                    <a:pt x="0" y="21968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977328" y="481114"/>
              <a:ext cx="4027493" cy="2439304"/>
            </a:xfrm>
            <a:custGeom>
              <a:avLst/>
              <a:pathLst>
                <a:path w="4027493" h="2439304">
                  <a:moveTo>
                    <a:pt x="0" y="2439304"/>
                  </a:moveTo>
                  <a:lnTo>
                    <a:pt x="13469" y="2436230"/>
                  </a:lnTo>
                  <a:lnTo>
                    <a:pt x="26939" y="2433117"/>
                  </a:lnTo>
                  <a:lnTo>
                    <a:pt x="40409" y="2429965"/>
                  </a:lnTo>
                  <a:lnTo>
                    <a:pt x="53879" y="2426772"/>
                  </a:lnTo>
                  <a:lnTo>
                    <a:pt x="67349" y="2423539"/>
                  </a:lnTo>
                  <a:lnTo>
                    <a:pt x="80819" y="2420265"/>
                  </a:lnTo>
                  <a:lnTo>
                    <a:pt x="94289" y="2416949"/>
                  </a:lnTo>
                  <a:lnTo>
                    <a:pt x="107759" y="2413590"/>
                  </a:lnTo>
                  <a:lnTo>
                    <a:pt x="121228" y="2410189"/>
                  </a:lnTo>
                  <a:lnTo>
                    <a:pt x="134698" y="2406745"/>
                  </a:lnTo>
                  <a:lnTo>
                    <a:pt x="148168" y="2403257"/>
                  </a:lnTo>
                  <a:lnTo>
                    <a:pt x="161638" y="2399725"/>
                  </a:lnTo>
                  <a:lnTo>
                    <a:pt x="175108" y="2396147"/>
                  </a:lnTo>
                  <a:lnTo>
                    <a:pt x="188578" y="2392524"/>
                  </a:lnTo>
                  <a:lnTo>
                    <a:pt x="202048" y="2388855"/>
                  </a:lnTo>
                  <a:lnTo>
                    <a:pt x="215518" y="2385139"/>
                  </a:lnTo>
                  <a:lnTo>
                    <a:pt x="228987" y="2381376"/>
                  </a:lnTo>
                  <a:lnTo>
                    <a:pt x="242457" y="2377565"/>
                  </a:lnTo>
                  <a:lnTo>
                    <a:pt x="255927" y="2373706"/>
                  </a:lnTo>
                  <a:lnTo>
                    <a:pt x="269397" y="2369797"/>
                  </a:lnTo>
                  <a:lnTo>
                    <a:pt x="282867" y="2365839"/>
                  </a:lnTo>
                  <a:lnTo>
                    <a:pt x="296337" y="2361830"/>
                  </a:lnTo>
                  <a:lnTo>
                    <a:pt x="309807" y="2357771"/>
                  </a:lnTo>
                  <a:lnTo>
                    <a:pt x="323277" y="2353659"/>
                  </a:lnTo>
                  <a:lnTo>
                    <a:pt x="336746" y="2349496"/>
                  </a:lnTo>
                  <a:lnTo>
                    <a:pt x="350216" y="2345279"/>
                  </a:lnTo>
                  <a:lnTo>
                    <a:pt x="363686" y="2341009"/>
                  </a:lnTo>
                  <a:lnTo>
                    <a:pt x="377156" y="2336684"/>
                  </a:lnTo>
                  <a:lnTo>
                    <a:pt x="390626" y="2332305"/>
                  </a:lnTo>
                  <a:lnTo>
                    <a:pt x="404096" y="2327869"/>
                  </a:lnTo>
                  <a:lnTo>
                    <a:pt x="417566" y="2323377"/>
                  </a:lnTo>
                  <a:lnTo>
                    <a:pt x="431036" y="2318828"/>
                  </a:lnTo>
                  <a:lnTo>
                    <a:pt x="444505" y="2314221"/>
                  </a:lnTo>
                  <a:lnTo>
                    <a:pt x="457975" y="2309556"/>
                  </a:lnTo>
                  <a:lnTo>
                    <a:pt x="471445" y="2304831"/>
                  </a:lnTo>
                  <a:lnTo>
                    <a:pt x="484915" y="2300045"/>
                  </a:lnTo>
                  <a:lnTo>
                    <a:pt x="498385" y="2295199"/>
                  </a:lnTo>
                  <a:lnTo>
                    <a:pt x="511855" y="2290290"/>
                  </a:lnTo>
                  <a:lnTo>
                    <a:pt x="525325" y="2285319"/>
                  </a:lnTo>
                  <a:lnTo>
                    <a:pt x="538795" y="2280284"/>
                  </a:lnTo>
                  <a:lnTo>
                    <a:pt x="552264" y="2275185"/>
                  </a:lnTo>
                  <a:lnTo>
                    <a:pt x="565734" y="2270020"/>
                  </a:lnTo>
                  <a:lnTo>
                    <a:pt x="579204" y="2264789"/>
                  </a:lnTo>
                  <a:lnTo>
                    <a:pt x="592674" y="2259491"/>
                  </a:lnTo>
                  <a:lnTo>
                    <a:pt x="606144" y="2254124"/>
                  </a:lnTo>
                  <a:lnTo>
                    <a:pt x="619614" y="2248689"/>
                  </a:lnTo>
                  <a:lnTo>
                    <a:pt x="633084" y="2243184"/>
                  </a:lnTo>
                  <a:lnTo>
                    <a:pt x="646554" y="2237607"/>
                  </a:lnTo>
                  <a:lnTo>
                    <a:pt x="660024" y="2231959"/>
                  </a:lnTo>
                  <a:lnTo>
                    <a:pt x="673493" y="2226238"/>
                  </a:lnTo>
                  <a:lnTo>
                    <a:pt x="686963" y="2220443"/>
                  </a:lnTo>
                  <a:lnTo>
                    <a:pt x="700433" y="2214573"/>
                  </a:lnTo>
                  <a:lnTo>
                    <a:pt x="713903" y="2208626"/>
                  </a:lnTo>
                  <a:lnTo>
                    <a:pt x="727373" y="2202603"/>
                  </a:lnTo>
                  <a:lnTo>
                    <a:pt x="740843" y="2196502"/>
                  </a:lnTo>
                  <a:lnTo>
                    <a:pt x="754313" y="2190322"/>
                  </a:lnTo>
                  <a:lnTo>
                    <a:pt x="767783" y="2184061"/>
                  </a:lnTo>
                  <a:lnTo>
                    <a:pt x="781252" y="2177719"/>
                  </a:lnTo>
                  <a:lnTo>
                    <a:pt x="794722" y="2171294"/>
                  </a:lnTo>
                  <a:lnTo>
                    <a:pt x="808192" y="2164786"/>
                  </a:lnTo>
                  <a:lnTo>
                    <a:pt x="821662" y="2158192"/>
                  </a:lnTo>
                  <a:lnTo>
                    <a:pt x="835132" y="2151513"/>
                  </a:lnTo>
                  <a:lnTo>
                    <a:pt x="848602" y="2144746"/>
                  </a:lnTo>
                  <a:lnTo>
                    <a:pt x="862072" y="2137891"/>
                  </a:lnTo>
                  <a:lnTo>
                    <a:pt x="875542" y="2130945"/>
                  </a:lnTo>
                  <a:lnTo>
                    <a:pt x="889011" y="2123909"/>
                  </a:lnTo>
                  <a:lnTo>
                    <a:pt x="902481" y="2116781"/>
                  </a:lnTo>
                  <a:lnTo>
                    <a:pt x="915951" y="2109559"/>
                  </a:lnTo>
                  <a:lnTo>
                    <a:pt x="929421" y="2102242"/>
                  </a:lnTo>
                  <a:lnTo>
                    <a:pt x="942891" y="2094828"/>
                  </a:lnTo>
                  <a:lnTo>
                    <a:pt x="956361" y="2087317"/>
                  </a:lnTo>
                  <a:lnTo>
                    <a:pt x="969831" y="2079707"/>
                  </a:lnTo>
                  <a:lnTo>
                    <a:pt x="983301" y="2071996"/>
                  </a:lnTo>
                  <a:lnTo>
                    <a:pt x="996770" y="2064184"/>
                  </a:lnTo>
                  <a:lnTo>
                    <a:pt x="1010240" y="2056268"/>
                  </a:lnTo>
                  <a:lnTo>
                    <a:pt x="1023710" y="2048247"/>
                  </a:lnTo>
                  <a:lnTo>
                    <a:pt x="1037180" y="2040119"/>
                  </a:lnTo>
                  <a:lnTo>
                    <a:pt x="1050650" y="2031884"/>
                  </a:lnTo>
                  <a:lnTo>
                    <a:pt x="1064120" y="2023540"/>
                  </a:lnTo>
                  <a:lnTo>
                    <a:pt x="1077590" y="2015084"/>
                  </a:lnTo>
                  <a:lnTo>
                    <a:pt x="1091060" y="2006516"/>
                  </a:lnTo>
                  <a:lnTo>
                    <a:pt x="1104529" y="1997833"/>
                  </a:lnTo>
                  <a:lnTo>
                    <a:pt x="1117999" y="1989034"/>
                  </a:lnTo>
                  <a:lnTo>
                    <a:pt x="1131469" y="1980118"/>
                  </a:lnTo>
                  <a:lnTo>
                    <a:pt x="1144939" y="1971083"/>
                  </a:lnTo>
                  <a:lnTo>
                    <a:pt x="1158409" y="1961926"/>
                  </a:lnTo>
                  <a:lnTo>
                    <a:pt x="1171879" y="1952647"/>
                  </a:lnTo>
                  <a:lnTo>
                    <a:pt x="1185349" y="1943243"/>
                  </a:lnTo>
                  <a:lnTo>
                    <a:pt x="1198819" y="1933713"/>
                  </a:lnTo>
                  <a:lnTo>
                    <a:pt x="1212289" y="1924054"/>
                  </a:lnTo>
                  <a:lnTo>
                    <a:pt x="1225758" y="1914265"/>
                  </a:lnTo>
                  <a:lnTo>
                    <a:pt x="1239228" y="1904344"/>
                  </a:lnTo>
                  <a:lnTo>
                    <a:pt x="1252698" y="1894289"/>
                  </a:lnTo>
                  <a:lnTo>
                    <a:pt x="1266168" y="1884098"/>
                  </a:lnTo>
                  <a:lnTo>
                    <a:pt x="1279638" y="1873769"/>
                  </a:lnTo>
                  <a:lnTo>
                    <a:pt x="1293108" y="1863300"/>
                  </a:lnTo>
                  <a:lnTo>
                    <a:pt x="1306578" y="1852689"/>
                  </a:lnTo>
                  <a:lnTo>
                    <a:pt x="1320048" y="1841934"/>
                  </a:lnTo>
                  <a:lnTo>
                    <a:pt x="1333517" y="1831032"/>
                  </a:lnTo>
                  <a:lnTo>
                    <a:pt x="1346987" y="1819981"/>
                  </a:lnTo>
                  <a:lnTo>
                    <a:pt x="1360457" y="1808780"/>
                  </a:lnTo>
                  <a:lnTo>
                    <a:pt x="1373927" y="1797426"/>
                  </a:lnTo>
                  <a:lnTo>
                    <a:pt x="1387397" y="1785917"/>
                  </a:lnTo>
                  <a:lnTo>
                    <a:pt x="1400867" y="1774252"/>
                  </a:lnTo>
                  <a:lnTo>
                    <a:pt x="1414337" y="1762432"/>
                  </a:lnTo>
                  <a:lnTo>
                    <a:pt x="1427807" y="1750457"/>
                  </a:lnTo>
                  <a:lnTo>
                    <a:pt x="1441276" y="1738329"/>
                  </a:lnTo>
                  <a:lnTo>
                    <a:pt x="1454746" y="1726049"/>
                  </a:lnTo>
                  <a:lnTo>
                    <a:pt x="1468216" y="1713618"/>
                  </a:lnTo>
                  <a:lnTo>
                    <a:pt x="1481686" y="1701038"/>
                  </a:lnTo>
                  <a:lnTo>
                    <a:pt x="1495156" y="1688310"/>
                  </a:lnTo>
                  <a:lnTo>
                    <a:pt x="1508626" y="1675435"/>
                  </a:lnTo>
                  <a:lnTo>
                    <a:pt x="1522096" y="1662416"/>
                  </a:lnTo>
                  <a:lnTo>
                    <a:pt x="1535566" y="1649255"/>
                  </a:lnTo>
                  <a:lnTo>
                    <a:pt x="1549035" y="1635953"/>
                  </a:lnTo>
                  <a:lnTo>
                    <a:pt x="1562505" y="1622514"/>
                  </a:lnTo>
                  <a:lnTo>
                    <a:pt x="1575975" y="1608939"/>
                  </a:lnTo>
                  <a:lnTo>
                    <a:pt x="1589445" y="1595231"/>
                  </a:lnTo>
                  <a:lnTo>
                    <a:pt x="1602915" y="1581394"/>
                  </a:lnTo>
                  <a:lnTo>
                    <a:pt x="1616385" y="1567430"/>
                  </a:lnTo>
                  <a:lnTo>
                    <a:pt x="1629855" y="1553343"/>
                  </a:lnTo>
                  <a:lnTo>
                    <a:pt x="1643325" y="1539135"/>
                  </a:lnTo>
                  <a:lnTo>
                    <a:pt x="1656794" y="1524811"/>
                  </a:lnTo>
                  <a:lnTo>
                    <a:pt x="1670264" y="1510375"/>
                  </a:lnTo>
                  <a:lnTo>
                    <a:pt x="1683734" y="1495830"/>
                  </a:lnTo>
                  <a:lnTo>
                    <a:pt x="1697204" y="1481181"/>
                  </a:lnTo>
                  <a:lnTo>
                    <a:pt x="1710674" y="1466432"/>
                  </a:lnTo>
                  <a:lnTo>
                    <a:pt x="1724144" y="1451588"/>
                  </a:lnTo>
                  <a:lnTo>
                    <a:pt x="1737614" y="1436654"/>
                  </a:lnTo>
                  <a:lnTo>
                    <a:pt x="1751084" y="1421635"/>
                  </a:lnTo>
                  <a:lnTo>
                    <a:pt x="1764554" y="1406536"/>
                  </a:lnTo>
                  <a:lnTo>
                    <a:pt x="1778023" y="1391364"/>
                  </a:lnTo>
                  <a:lnTo>
                    <a:pt x="1791493" y="1376123"/>
                  </a:lnTo>
                  <a:lnTo>
                    <a:pt x="1804963" y="1360819"/>
                  </a:lnTo>
                  <a:lnTo>
                    <a:pt x="1818433" y="1345460"/>
                  </a:lnTo>
                  <a:lnTo>
                    <a:pt x="1831903" y="1330052"/>
                  </a:lnTo>
                  <a:lnTo>
                    <a:pt x="1845373" y="1314601"/>
                  </a:lnTo>
                  <a:lnTo>
                    <a:pt x="1858843" y="1299114"/>
                  </a:lnTo>
                  <a:lnTo>
                    <a:pt x="1872313" y="1283600"/>
                  </a:lnTo>
                  <a:lnTo>
                    <a:pt x="1885782" y="1268064"/>
                  </a:lnTo>
                  <a:lnTo>
                    <a:pt x="1899252" y="1252515"/>
                  </a:lnTo>
                  <a:lnTo>
                    <a:pt x="1912722" y="1236961"/>
                  </a:lnTo>
                  <a:lnTo>
                    <a:pt x="1926192" y="1221410"/>
                  </a:lnTo>
                  <a:lnTo>
                    <a:pt x="1939662" y="1205871"/>
                  </a:lnTo>
                  <a:lnTo>
                    <a:pt x="1953132" y="1190352"/>
                  </a:lnTo>
                  <a:lnTo>
                    <a:pt x="1966602" y="1174861"/>
                  </a:lnTo>
                  <a:lnTo>
                    <a:pt x="1980072" y="1159410"/>
                  </a:lnTo>
                  <a:lnTo>
                    <a:pt x="1993541" y="1144005"/>
                  </a:lnTo>
                  <a:lnTo>
                    <a:pt x="2007011" y="1128658"/>
                  </a:lnTo>
                  <a:lnTo>
                    <a:pt x="2020481" y="1113378"/>
                  </a:lnTo>
                  <a:lnTo>
                    <a:pt x="2033951" y="1098176"/>
                  </a:lnTo>
                  <a:lnTo>
                    <a:pt x="2047421" y="1083060"/>
                  </a:lnTo>
                  <a:lnTo>
                    <a:pt x="2060891" y="1068042"/>
                  </a:lnTo>
                  <a:lnTo>
                    <a:pt x="2074361" y="1053133"/>
                  </a:lnTo>
                  <a:lnTo>
                    <a:pt x="2087831" y="1038343"/>
                  </a:lnTo>
                  <a:lnTo>
                    <a:pt x="2101300" y="1023681"/>
                  </a:lnTo>
                  <a:lnTo>
                    <a:pt x="2114770" y="1009151"/>
                  </a:lnTo>
                  <a:lnTo>
                    <a:pt x="2128240" y="994756"/>
                  </a:lnTo>
                  <a:lnTo>
                    <a:pt x="2141710" y="980497"/>
                  </a:lnTo>
                  <a:lnTo>
                    <a:pt x="2155180" y="966378"/>
                  </a:lnTo>
                  <a:lnTo>
                    <a:pt x="2168650" y="952401"/>
                  </a:lnTo>
                  <a:lnTo>
                    <a:pt x="2182120" y="938568"/>
                  </a:lnTo>
                  <a:lnTo>
                    <a:pt x="2195590" y="924881"/>
                  </a:lnTo>
                  <a:lnTo>
                    <a:pt x="2209059" y="911342"/>
                  </a:lnTo>
                  <a:lnTo>
                    <a:pt x="2222529" y="897954"/>
                  </a:lnTo>
                  <a:lnTo>
                    <a:pt x="2235999" y="884717"/>
                  </a:lnTo>
                  <a:lnTo>
                    <a:pt x="2249469" y="871633"/>
                  </a:lnTo>
                  <a:lnTo>
                    <a:pt x="2262939" y="858704"/>
                  </a:lnTo>
                  <a:lnTo>
                    <a:pt x="2276409" y="845931"/>
                  </a:lnTo>
                  <a:lnTo>
                    <a:pt x="2289879" y="833315"/>
                  </a:lnTo>
                  <a:lnTo>
                    <a:pt x="2303349" y="820858"/>
                  </a:lnTo>
                  <a:lnTo>
                    <a:pt x="2316819" y="808560"/>
                  </a:lnTo>
                  <a:lnTo>
                    <a:pt x="2330288" y="796423"/>
                  </a:lnTo>
                  <a:lnTo>
                    <a:pt x="2343758" y="784446"/>
                  </a:lnTo>
                  <a:lnTo>
                    <a:pt x="2357228" y="772631"/>
                  </a:lnTo>
                  <a:lnTo>
                    <a:pt x="2370698" y="760978"/>
                  </a:lnTo>
                  <a:lnTo>
                    <a:pt x="2384168" y="749488"/>
                  </a:lnTo>
                  <a:lnTo>
                    <a:pt x="2397638" y="738160"/>
                  </a:lnTo>
                  <a:lnTo>
                    <a:pt x="2411108" y="726996"/>
                  </a:lnTo>
                  <a:lnTo>
                    <a:pt x="2424578" y="715994"/>
                  </a:lnTo>
                  <a:lnTo>
                    <a:pt x="2438047" y="705155"/>
                  </a:lnTo>
                  <a:lnTo>
                    <a:pt x="2451517" y="694478"/>
                  </a:lnTo>
                  <a:lnTo>
                    <a:pt x="2464987" y="683963"/>
                  </a:lnTo>
                  <a:lnTo>
                    <a:pt x="2478457" y="673611"/>
                  </a:lnTo>
                  <a:lnTo>
                    <a:pt x="2491927" y="663419"/>
                  </a:lnTo>
                  <a:lnTo>
                    <a:pt x="2505397" y="653388"/>
                  </a:lnTo>
                  <a:lnTo>
                    <a:pt x="2518867" y="643517"/>
                  </a:lnTo>
                  <a:lnTo>
                    <a:pt x="2532337" y="633805"/>
                  </a:lnTo>
                  <a:lnTo>
                    <a:pt x="2545806" y="624250"/>
                  </a:lnTo>
                  <a:lnTo>
                    <a:pt x="2559276" y="614852"/>
                  </a:lnTo>
                  <a:lnTo>
                    <a:pt x="2572746" y="605610"/>
                  </a:lnTo>
                  <a:lnTo>
                    <a:pt x="2586216" y="596522"/>
                  </a:lnTo>
                  <a:lnTo>
                    <a:pt x="2599686" y="587587"/>
                  </a:lnTo>
                  <a:lnTo>
                    <a:pt x="2613156" y="578803"/>
                  </a:lnTo>
                  <a:lnTo>
                    <a:pt x="2626626" y="570169"/>
                  </a:lnTo>
                  <a:lnTo>
                    <a:pt x="2640096" y="561684"/>
                  </a:lnTo>
                  <a:lnTo>
                    <a:pt x="2653565" y="553344"/>
                  </a:lnTo>
                  <a:lnTo>
                    <a:pt x="2667035" y="545149"/>
                  </a:lnTo>
                  <a:lnTo>
                    <a:pt x="2680505" y="537096"/>
                  </a:lnTo>
                  <a:lnTo>
                    <a:pt x="2693975" y="529184"/>
                  </a:lnTo>
                  <a:lnTo>
                    <a:pt x="2707445" y="521410"/>
                  </a:lnTo>
                  <a:lnTo>
                    <a:pt x="2720915" y="513772"/>
                  </a:lnTo>
                  <a:lnTo>
                    <a:pt x="2734385" y="506268"/>
                  </a:lnTo>
                  <a:lnTo>
                    <a:pt x="2747855" y="498896"/>
                  </a:lnTo>
                  <a:lnTo>
                    <a:pt x="2761324" y="491652"/>
                  </a:lnTo>
                  <a:lnTo>
                    <a:pt x="2774794" y="484535"/>
                  </a:lnTo>
                  <a:lnTo>
                    <a:pt x="2788264" y="477542"/>
                  </a:lnTo>
                  <a:lnTo>
                    <a:pt x="2801734" y="470670"/>
                  </a:lnTo>
                  <a:lnTo>
                    <a:pt x="2815204" y="463917"/>
                  </a:lnTo>
                  <a:lnTo>
                    <a:pt x="2828674" y="457279"/>
                  </a:lnTo>
                  <a:lnTo>
                    <a:pt x="2842144" y="450754"/>
                  </a:lnTo>
                  <a:lnTo>
                    <a:pt x="2855614" y="444339"/>
                  </a:lnTo>
                  <a:lnTo>
                    <a:pt x="2869084" y="438031"/>
                  </a:lnTo>
                  <a:lnTo>
                    <a:pt x="2882553" y="431826"/>
                  </a:lnTo>
                  <a:lnTo>
                    <a:pt x="2896023" y="425722"/>
                  </a:lnTo>
                  <a:lnTo>
                    <a:pt x="2909493" y="419716"/>
                  </a:lnTo>
                  <a:lnTo>
                    <a:pt x="2922963" y="413804"/>
                  </a:lnTo>
                  <a:lnTo>
                    <a:pt x="2936433" y="407983"/>
                  </a:lnTo>
                  <a:lnTo>
                    <a:pt x="2949903" y="402250"/>
                  </a:lnTo>
                  <a:lnTo>
                    <a:pt x="2963373" y="396601"/>
                  </a:lnTo>
                  <a:lnTo>
                    <a:pt x="2976843" y="391033"/>
                  </a:lnTo>
                  <a:lnTo>
                    <a:pt x="2990312" y="385542"/>
                  </a:lnTo>
                  <a:lnTo>
                    <a:pt x="3003782" y="380125"/>
                  </a:lnTo>
                  <a:lnTo>
                    <a:pt x="3017252" y="374778"/>
                  </a:lnTo>
                  <a:lnTo>
                    <a:pt x="3030722" y="369498"/>
                  </a:lnTo>
                  <a:lnTo>
                    <a:pt x="3044192" y="364281"/>
                  </a:lnTo>
                  <a:lnTo>
                    <a:pt x="3057662" y="359123"/>
                  </a:lnTo>
                  <a:lnTo>
                    <a:pt x="3071132" y="354020"/>
                  </a:lnTo>
                  <a:lnTo>
                    <a:pt x="3084602" y="348969"/>
                  </a:lnTo>
                  <a:lnTo>
                    <a:pt x="3098071" y="343966"/>
                  </a:lnTo>
                  <a:lnTo>
                    <a:pt x="3111541" y="339006"/>
                  </a:lnTo>
                  <a:lnTo>
                    <a:pt x="3125011" y="334087"/>
                  </a:lnTo>
                  <a:lnTo>
                    <a:pt x="3138481" y="329204"/>
                  </a:lnTo>
                  <a:lnTo>
                    <a:pt x="3151951" y="324353"/>
                  </a:lnTo>
                  <a:lnTo>
                    <a:pt x="3165421" y="319529"/>
                  </a:lnTo>
                  <a:lnTo>
                    <a:pt x="3178891" y="314730"/>
                  </a:lnTo>
                  <a:lnTo>
                    <a:pt x="3192361" y="309951"/>
                  </a:lnTo>
                  <a:lnTo>
                    <a:pt x="3205830" y="305187"/>
                  </a:lnTo>
                  <a:lnTo>
                    <a:pt x="3219300" y="300435"/>
                  </a:lnTo>
                  <a:lnTo>
                    <a:pt x="3232770" y="295690"/>
                  </a:lnTo>
                  <a:lnTo>
                    <a:pt x="3246240" y="290949"/>
                  </a:lnTo>
                  <a:lnTo>
                    <a:pt x="3259710" y="286206"/>
                  </a:lnTo>
                  <a:lnTo>
                    <a:pt x="3273180" y="281457"/>
                  </a:lnTo>
                  <a:lnTo>
                    <a:pt x="3286650" y="276700"/>
                  </a:lnTo>
                  <a:lnTo>
                    <a:pt x="3300120" y="271934"/>
                  </a:lnTo>
                  <a:lnTo>
                    <a:pt x="3313589" y="267158"/>
                  </a:lnTo>
                  <a:lnTo>
                    <a:pt x="3327059" y="262372"/>
                  </a:lnTo>
                  <a:lnTo>
                    <a:pt x="3340529" y="257577"/>
                  </a:lnTo>
                  <a:lnTo>
                    <a:pt x="3353999" y="252773"/>
                  </a:lnTo>
                  <a:lnTo>
                    <a:pt x="3367469" y="247959"/>
                  </a:lnTo>
                  <a:lnTo>
                    <a:pt x="3380939" y="243135"/>
                  </a:lnTo>
                  <a:lnTo>
                    <a:pt x="3394409" y="238302"/>
                  </a:lnTo>
                  <a:lnTo>
                    <a:pt x="3407879" y="233459"/>
                  </a:lnTo>
                  <a:lnTo>
                    <a:pt x="3421349" y="228607"/>
                  </a:lnTo>
                  <a:lnTo>
                    <a:pt x="3434818" y="223745"/>
                  </a:lnTo>
                  <a:lnTo>
                    <a:pt x="3448288" y="218873"/>
                  </a:lnTo>
                  <a:lnTo>
                    <a:pt x="3461758" y="213992"/>
                  </a:lnTo>
                  <a:lnTo>
                    <a:pt x="3475228" y="209101"/>
                  </a:lnTo>
                  <a:lnTo>
                    <a:pt x="3488698" y="204201"/>
                  </a:lnTo>
                  <a:lnTo>
                    <a:pt x="3502168" y="199290"/>
                  </a:lnTo>
                  <a:lnTo>
                    <a:pt x="3515638" y="194370"/>
                  </a:lnTo>
                  <a:lnTo>
                    <a:pt x="3529108" y="189440"/>
                  </a:lnTo>
                  <a:lnTo>
                    <a:pt x="3542577" y="184501"/>
                  </a:lnTo>
                  <a:lnTo>
                    <a:pt x="3556047" y="179551"/>
                  </a:lnTo>
                  <a:lnTo>
                    <a:pt x="3569517" y="174592"/>
                  </a:lnTo>
                  <a:lnTo>
                    <a:pt x="3582987" y="169623"/>
                  </a:lnTo>
                  <a:lnTo>
                    <a:pt x="3596457" y="164644"/>
                  </a:lnTo>
                  <a:lnTo>
                    <a:pt x="3609927" y="159656"/>
                  </a:lnTo>
                  <a:lnTo>
                    <a:pt x="3623397" y="154657"/>
                  </a:lnTo>
                  <a:lnTo>
                    <a:pt x="3636867" y="149648"/>
                  </a:lnTo>
                  <a:lnTo>
                    <a:pt x="3650336" y="144630"/>
                  </a:lnTo>
                  <a:lnTo>
                    <a:pt x="3663806" y="139601"/>
                  </a:lnTo>
                  <a:lnTo>
                    <a:pt x="3677276" y="134563"/>
                  </a:lnTo>
                  <a:lnTo>
                    <a:pt x="3690746" y="129515"/>
                  </a:lnTo>
                  <a:lnTo>
                    <a:pt x="3704216" y="124456"/>
                  </a:lnTo>
                  <a:lnTo>
                    <a:pt x="3717686" y="119388"/>
                  </a:lnTo>
                  <a:lnTo>
                    <a:pt x="3731156" y="114309"/>
                  </a:lnTo>
                  <a:lnTo>
                    <a:pt x="3744626" y="109221"/>
                  </a:lnTo>
                  <a:lnTo>
                    <a:pt x="3758095" y="104122"/>
                  </a:lnTo>
                  <a:lnTo>
                    <a:pt x="3771565" y="99013"/>
                  </a:lnTo>
                  <a:lnTo>
                    <a:pt x="3785035" y="93894"/>
                  </a:lnTo>
                  <a:lnTo>
                    <a:pt x="3798505" y="88765"/>
                  </a:lnTo>
                  <a:lnTo>
                    <a:pt x="3811975" y="83626"/>
                  </a:lnTo>
                  <a:lnTo>
                    <a:pt x="3825445" y="78477"/>
                  </a:lnTo>
                  <a:lnTo>
                    <a:pt x="3838915" y="73317"/>
                  </a:lnTo>
                  <a:lnTo>
                    <a:pt x="3852385" y="68147"/>
                  </a:lnTo>
                  <a:lnTo>
                    <a:pt x="3865854" y="62967"/>
                  </a:lnTo>
                  <a:lnTo>
                    <a:pt x="3879324" y="57777"/>
                  </a:lnTo>
                  <a:lnTo>
                    <a:pt x="3892794" y="52576"/>
                  </a:lnTo>
                  <a:lnTo>
                    <a:pt x="3906264" y="47365"/>
                  </a:lnTo>
                  <a:lnTo>
                    <a:pt x="3919734" y="42144"/>
                  </a:lnTo>
                  <a:lnTo>
                    <a:pt x="3933204" y="36913"/>
                  </a:lnTo>
                  <a:lnTo>
                    <a:pt x="3946674" y="31671"/>
                  </a:lnTo>
                  <a:lnTo>
                    <a:pt x="3960144" y="26418"/>
                  </a:lnTo>
                  <a:lnTo>
                    <a:pt x="3973614" y="21155"/>
                  </a:lnTo>
                  <a:lnTo>
                    <a:pt x="3987083" y="15882"/>
                  </a:lnTo>
                  <a:lnTo>
                    <a:pt x="4000553" y="10598"/>
                  </a:lnTo>
                  <a:lnTo>
                    <a:pt x="4014023" y="5304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977328" y="1926065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4977328" y="139178"/>
              <a:ext cx="4027493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984854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182344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379834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5896020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0.6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093510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291000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602317" y="3203322"/>
              <a:ext cx="77751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570358" y="3498589"/>
              <a:ext cx="4027493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70358" y="5980405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70358" y="5226607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70358" y="4472808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70358" y="3719010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5686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92421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99156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05891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70358" y="5603506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70358" y="4849707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70358" y="4095909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1390537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45788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52523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592585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570358" y="3498589"/>
              <a:ext cx="4027493" cy="2841995"/>
            </a:xfrm>
            <a:custGeom>
              <a:avLst/>
              <a:pathLst>
                <a:path w="4027493" h="2841995">
                  <a:moveTo>
                    <a:pt x="0" y="2521519"/>
                  </a:moveTo>
                  <a:lnTo>
                    <a:pt x="13469" y="2517351"/>
                  </a:lnTo>
                  <a:lnTo>
                    <a:pt x="26939" y="2513165"/>
                  </a:lnTo>
                  <a:lnTo>
                    <a:pt x="40409" y="2508960"/>
                  </a:lnTo>
                  <a:lnTo>
                    <a:pt x="53879" y="2504737"/>
                  </a:lnTo>
                  <a:lnTo>
                    <a:pt x="67349" y="2500496"/>
                  </a:lnTo>
                  <a:lnTo>
                    <a:pt x="80819" y="2496236"/>
                  </a:lnTo>
                  <a:lnTo>
                    <a:pt x="94289" y="2491957"/>
                  </a:lnTo>
                  <a:lnTo>
                    <a:pt x="107759" y="2487659"/>
                  </a:lnTo>
                  <a:lnTo>
                    <a:pt x="121228" y="2483342"/>
                  </a:lnTo>
                  <a:lnTo>
                    <a:pt x="134698" y="2479006"/>
                  </a:lnTo>
                  <a:lnTo>
                    <a:pt x="148168" y="2474649"/>
                  </a:lnTo>
                  <a:lnTo>
                    <a:pt x="161638" y="2470273"/>
                  </a:lnTo>
                  <a:lnTo>
                    <a:pt x="175108" y="2465877"/>
                  </a:lnTo>
                  <a:lnTo>
                    <a:pt x="188578" y="2461460"/>
                  </a:lnTo>
                  <a:lnTo>
                    <a:pt x="202048" y="2457022"/>
                  </a:lnTo>
                  <a:lnTo>
                    <a:pt x="215518" y="2452564"/>
                  </a:lnTo>
                  <a:lnTo>
                    <a:pt x="228987" y="2448084"/>
                  </a:lnTo>
                  <a:lnTo>
                    <a:pt x="242457" y="2443583"/>
                  </a:lnTo>
                  <a:lnTo>
                    <a:pt x="255927" y="2439060"/>
                  </a:lnTo>
                  <a:lnTo>
                    <a:pt x="269397" y="2434515"/>
                  </a:lnTo>
                  <a:lnTo>
                    <a:pt x="282867" y="2429947"/>
                  </a:lnTo>
                  <a:lnTo>
                    <a:pt x="296337" y="2425356"/>
                  </a:lnTo>
                  <a:lnTo>
                    <a:pt x="309807" y="2420742"/>
                  </a:lnTo>
                  <a:lnTo>
                    <a:pt x="323277" y="2416104"/>
                  </a:lnTo>
                  <a:lnTo>
                    <a:pt x="336746" y="2411443"/>
                  </a:lnTo>
                  <a:lnTo>
                    <a:pt x="350216" y="2406756"/>
                  </a:lnTo>
                  <a:lnTo>
                    <a:pt x="363686" y="2402045"/>
                  </a:lnTo>
                  <a:lnTo>
                    <a:pt x="377156" y="2397308"/>
                  </a:lnTo>
                  <a:lnTo>
                    <a:pt x="390626" y="2392544"/>
                  </a:lnTo>
                  <a:lnTo>
                    <a:pt x="404096" y="2387754"/>
                  </a:lnTo>
                  <a:lnTo>
                    <a:pt x="417566" y="2382937"/>
                  </a:lnTo>
                  <a:lnTo>
                    <a:pt x="431036" y="2378092"/>
                  </a:lnTo>
                  <a:lnTo>
                    <a:pt x="444505" y="2373217"/>
                  </a:lnTo>
                  <a:lnTo>
                    <a:pt x="457975" y="2368312"/>
                  </a:lnTo>
                  <a:lnTo>
                    <a:pt x="471445" y="2363374"/>
                  </a:lnTo>
                  <a:lnTo>
                    <a:pt x="484915" y="2358404"/>
                  </a:lnTo>
                  <a:lnTo>
                    <a:pt x="498385" y="2353399"/>
                  </a:lnTo>
                  <a:lnTo>
                    <a:pt x="511855" y="2348359"/>
                  </a:lnTo>
                  <a:lnTo>
                    <a:pt x="525325" y="2343281"/>
                  </a:lnTo>
                  <a:lnTo>
                    <a:pt x="538795" y="2338164"/>
                  </a:lnTo>
                  <a:lnTo>
                    <a:pt x="552264" y="2333007"/>
                  </a:lnTo>
                  <a:lnTo>
                    <a:pt x="565734" y="2327808"/>
                  </a:lnTo>
                  <a:lnTo>
                    <a:pt x="579204" y="2322566"/>
                  </a:lnTo>
                  <a:lnTo>
                    <a:pt x="592674" y="2317279"/>
                  </a:lnTo>
                  <a:lnTo>
                    <a:pt x="606144" y="2311946"/>
                  </a:lnTo>
                  <a:lnTo>
                    <a:pt x="619614" y="2306565"/>
                  </a:lnTo>
                  <a:lnTo>
                    <a:pt x="633084" y="2301134"/>
                  </a:lnTo>
                  <a:lnTo>
                    <a:pt x="646554" y="2295651"/>
                  </a:lnTo>
                  <a:lnTo>
                    <a:pt x="660024" y="2290116"/>
                  </a:lnTo>
                  <a:lnTo>
                    <a:pt x="673493" y="2284526"/>
                  </a:lnTo>
                  <a:lnTo>
                    <a:pt x="686963" y="2278880"/>
                  </a:lnTo>
                  <a:lnTo>
                    <a:pt x="700433" y="2273175"/>
                  </a:lnTo>
                  <a:lnTo>
                    <a:pt x="713903" y="2267411"/>
                  </a:lnTo>
                  <a:lnTo>
                    <a:pt x="727373" y="2261584"/>
                  </a:lnTo>
                  <a:lnTo>
                    <a:pt x="740843" y="2255695"/>
                  </a:lnTo>
                  <a:lnTo>
                    <a:pt x="754313" y="2249740"/>
                  </a:lnTo>
                  <a:lnTo>
                    <a:pt x="767783" y="2243719"/>
                  </a:lnTo>
                  <a:lnTo>
                    <a:pt x="781252" y="2237629"/>
                  </a:lnTo>
                  <a:lnTo>
                    <a:pt x="794722" y="2231469"/>
                  </a:lnTo>
                  <a:lnTo>
                    <a:pt x="808192" y="2225238"/>
                  </a:lnTo>
                  <a:lnTo>
                    <a:pt x="821662" y="2218933"/>
                  </a:lnTo>
                  <a:lnTo>
                    <a:pt x="835132" y="2212554"/>
                  </a:lnTo>
                  <a:lnTo>
                    <a:pt x="848602" y="2206099"/>
                  </a:lnTo>
                  <a:lnTo>
                    <a:pt x="862072" y="2199567"/>
                  </a:lnTo>
                  <a:lnTo>
                    <a:pt x="875542" y="2192957"/>
                  </a:lnTo>
                  <a:lnTo>
                    <a:pt x="889011" y="2186268"/>
                  </a:lnTo>
                  <a:lnTo>
                    <a:pt x="902481" y="2179498"/>
                  </a:lnTo>
                  <a:lnTo>
                    <a:pt x="915951" y="2172648"/>
                  </a:lnTo>
                  <a:lnTo>
                    <a:pt x="929421" y="2165718"/>
                  </a:lnTo>
                  <a:lnTo>
                    <a:pt x="942891" y="2158706"/>
                  </a:lnTo>
                  <a:lnTo>
                    <a:pt x="956361" y="2151613"/>
                  </a:lnTo>
                  <a:lnTo>
                    <a:pt x="969831" y="2144440"/>
                  </a:lnTo>
                  <a:lnTo>
                    <a:pt x="983301" y="2137187"/>
                  </a:lnTo>
                  <a:lnTo>
                    <a:pt x="996770" y="2129855"/>
                  </a:lnTo>
                  <a:lnTo>
                    <a:pt x="1010240" y="2122444"/>
                  </a:lnTo>
                  <a:lnTo>
                    <a:pt x="1023710" y="2114958"/>
                  </a:lnTo>
                  <a:lnTo>
                    <a:pt x="1037180" y="2107397"/>
                  </a:lnTo>
                  <a:lnTo>
                    <a:pt x="1050650" y="2099763"/>
                  </a:lnTo>
                  <a:lnTo>
                    <a:pt x="1064120" y="2092060"/>
                  </a:lnTo>
                  <a:lnTo>
                    <a:pt x="1077590" y="2084289"/>
                  </a:lnTo>
                  <a:lnTo>
                    <a:pt x="1091060" y="2076455"/>
                  </a:lnTo>
                  <a:lnTo>
                    <a:pt x="1104529" y="2068559"/>
                  </a:lnTo>
                  <a:lnTo>
                    <a:pt x="1117999" y="2060607"/>
                  </a:lnTo>
                  <a:lnTo>
                    <a:pt x="1131469" y="2052601"/>
                  </a:lnTo>
                  <a:lnTo>
                    <a:pt x="1144939" y="2044546"/>
                  </a:lnTo>
                  <a:lnTo>
                    <a:pt x="1158409" y="2036446"/>
                  </a:lnTo>
                  <a:lnTo>
                    <a:pt x="1171879" y="2028306"/>
                  </a:lnTo>
                  <a:lnTo>
                    <a:pt x="1185349" y="2020130"/>
                  </a:lnTo>
                  <a:lnTo>
                    <a:pt x="1198819" y="2011923"/>
                  </a:lnTo>
                  <a:lnTo>
                    <a:pt x="1212289" y="2003691"/>
                  </a:lnTo>
                  <a:lnTo>
                    <a:pt x="1225758" y="1995438"/>
                  </a:lnTo>
                  <a:lnTo>
                    <a:pt x="1239228" y="1987170"/>
                  </a:lnTo>
                  <a:lnTo>
                    <a:pt x="1252698" y="1978891"/>
                  </a:lnTo>
                  <a:lnTo>
                    <a:pt x="1266168" y="1970608"/>
                  </a:lnTo>
                  <a:lnTo>
                    <a:pt x="1279638" y="1962325"/>
                  </a:lnTo>
                  <a:lnTo>
                    <a:pt x="1293108" y="1954048"/>
                  </a:lnTo>
                  <a:lnTo>
                    <a:pt x="1306578" y="1945782"/>
                  </a:lnTo>
                  <a:lnTo>
                    <a:pt x="1320048" y="1937532"/>
                  </a:lnTo>
                  <a:lnTo>
                    <a:pt x="1333517" y="1929305"/>
                  </a:lnTo>
                  <a:lnTo>
                    <a:pt x="1346987" y="1921105"/>
                  </a:lnTo>
                  <a:lnTo>
                    <a:pt x="1360457" y="1912937"/>
                  </a:lnTo>
                  <a:lnTo>
                    <a:pt x="1373927" y="1904805"/>
                  </a:lnTo>
                  <a:lnTo>
                    <a:pt x="1387397" y="1896711"/>
                  </a:lnTo>
                  <a:lnTo>
                    <a:pt x="1400867" y="1888657"/>
                  </a:lnTo>
                  <a:lnTo>
                    <a:pt x="1414337" y="1880644"/>
                  </a:lnTo>
                  <a:lnTo>
                    <a:pt x="1427807" y="1872675"/>
                  </a:lnTo>
                  <a:lnTo>
                    <a:pt x="1441276" y="1864749"/>
                  </a:lnTo>
                  <a:lnTo>
                    <a:pt x="1454746" y="1856868"/>
                  </a:lnTo>
                  <a:lnTo>
                    <a:pt x="1468216" y="1849034"/>
                  </a:lnTo>
                  <a:lnTo>
                    <a:pt x="1481686" y="1841245"/>
                  </a:lnTo>
                  <a:lnTo>
                    <a:pt x="1495156" y="1833504"/>
                  </a:lnTo>
                  <a:lnTo>
                    <a:pt x="1508626" y="1825809"/>
                  </a:lnTo>
                  <a:lnTo>
                    <a:pt x="1522096" y="1818162"/>
                  </a:lnTo>
                  <a:lnTo>
                    <a:pt x="1535566" y="1810563"/>
                  </a:lnTo>
                  <a:lnTo>
                    <a:pt x="1549035" y="1803010"/>
                  </a:lnTo>
                  <a:lnTo>
                    <a:pt x="1562505" y="1795505"/>
                  </a:lnTo>
                  <a:lnTo>
                    <a:pt x="1575975" y="1788046"/>
                  </a:lnTo>
                  <a:lnTo>
                    <a:pt x="1589445" y="1780634"/>
                  </a:lnTo>
                  <a:lnTo>
                    <a:pt x="1602915" y="1773267"/>
                  </a:lnTo>
                  <a:lnTo>
                    <a:pt x="1616385" y="1765945"/>
                  </a:lnTo>
                  <a:lnTo>
                    <a:pt x="1629855" y="1758668"/>
                  </a:lnTo>
                  <a:lnTo>
                    <a:pt x="1643325" y="1751435"/>
                  </a:lnTo>
                  <a:lnTo>
                    <a:pt x="1656794" y="1744244"/>
                  </a:lnTo>
                  <a:lnTo>
                    <a:pt x="1670264" y="1737095"/>
                  </a:lnTo>
                  <a:lnTo>
                    <a:pt x="1683734" y="1729987"/>
                  </a:lnTo>
                  <a:lnTo>
                    <a:pt x="1697204" y="1719374"/>
                  </a:lnTo>
                  <a:lnTo>
                    <a:pt x="1710674" y="1707369"/>
                  </a:lnTo>
                  <a:lnTo>
                    <a:pt x="1724144" y="1695330"/>
                  </a:lnTo>
                  <a:lnTo>
                    <a:pt x="1737614" y="1683262"/>
                  </a:lnTo>
                  <a:lnTo>
                    <a:pt x="1751084" y="1671169"/>
                  </a:lnTo>
                  <a:lnTo>
                    <a:pt x="1764554" y="1659057"/>
                  </a:lnTo>
                  <a:lnTo>
                    <a:pt x="1778023" y="1646929"/>
                  </a:lnTo>
                  <a:lnTo>
                    <a:pt x="1791493" y="1634792"/>
                  </a:lnTo>
                  <a:lnTo>
                    <a:pt x="1804963" y="1622650"/>
                  </a:lnTo>
                  <a:lnTo>
                    <a:pt x="1818433" y="1610508"/>
                  </a:lnTo>
                  <a:lnTo>
                    <a:pt x="1831903" y="1598371"/>
                  </a:lnTo>
                  <a:lnTo>
                    <a:pt x="1845373" y="1586246"/>
                  </a:lnTo>
                  <a:lnTo>
                    <a:pt x="1858843" y="1574138"/>
                  </a:lnTo>
                  <a:lnTo>
                    <a:pt x="1872313" y="1562052"/>
                  </a:lnTo>
                  <a:lnTo>
                    <a:pt x="1885782" y="1549994"/>
                  </a:lnTo>
                  <a:lnTo>
                    <a:pt x="1899252" y="1537970"/>
                  </a:lnTo>
                  <a:lnTo>
                    <a:pt x="1912722" y="1525987"/>
                  </a:lnTo>
                  <a:lnTo>
                    <a:pt x="1926192" y="1514050"/>
                  </a:lnTo>
                  <a:lnTo>
                    <a:pt x="1939662" y="1502165"/>
                  </a:lnTo>
                  <a:lnTo>
                    <a:pt x="1953132" y="1490339"/>
                  </a:lnTo>
                  <a:lnTo>
                    <a:pt x="1966602" y="1478578"/>
                  </a:lnTo>
                  <a:lnTo>
                    <a:pt x="1980072" y="1466889"/>
                  </a:lnTo>
                  <a:lnTo>
                    <a:pt x="1993541" y="1455277"/>
                  </a:lnTo>
                  <a:lnTo>
                    <a:pt x="2007011" y="1443751"/>
                  </a:lnTo>
                  <a:lnTo>
                    <a:pt x="2020481" y="1432316"/>
                  </a:lnTo>
                  <a:lnTo>
                    <a:pt x="2033951" y="1420978"/>
                  </a:lnTo>
                  <a:lnTo>
                    <a:pt x="2047421" y="1409746"/>
                  </a:lnTo>
                  <a:lnTo>
                    <a:pt x="2060891" y="1398621"/>
                  </a:lnTo>
                  <a:lnTo>
                    <a:pt x="2074361" y="1387605"/>
                  </a:lnTo>
                  <a:lnTo>
                    <a:pt x="2087831" y="1376696"/>
                  </a:lnTo>
                  <a:lnTo>
                    <a:pt x="2101300" y="1365894"/>
                  </a:lnTo>
                  <a:lnTo>
                    <a:pt x="2114770" y="1355199"/>
                  </a:lnTo>
                  <a:lnTo>
                    <a:pt x="2128240" y="1344610"/>
                  </a:lnTo>
                  <a:lnTo>
                    <a:pt x="2141710" y="1334126"/>
                  </a:lnTo>
                  <a:lnTo>
                    <a:pt x="2155180" y="1323746"/>
                  </a:lnTo>
                  <a:lnTo>
                    <a:pt x="2168650" y="1313469"/>
                  </a:lnTo>
                  <a:lnTo>
                    <a:pt x="2182120" y="1303294"/>
                  </a:lnTo>
                  <a:lnTo>
                    <a:pt x="2195590" y="1293221"/>
                  </a:lnTo>
                  <a:lnTo>
                    <a:pt x="2209059" y="1283248"/>
                  </a:lnTo>
                  <a:lnTo>
                    <a:pt x="2222529" y="1273373"/>
                  </a:lnTo>
                  <a:lnTo>
                    <a:pt x="2235999" y="1263596"/>
                  </a:lnTo>
                  <a:lnTo>
                    <a:pt x="2249469" y="1253915"/>
                  </a:lnTo>
                  <a:lnTo>
                    <a:pt x="2262939" y="1244329"/>
                  </a:lnTo>
                  <a:lnTo>
                    <a:pt x="2276409" y="1234835"/>
                  </a:lnTo>
                  <a:lnTo>
                    <a:pt x="2289879" y="1225432"/>
                  </a:lnTo>
                  <a:lnTo>
                    <a:pt x="2303349" y="1216118"/>
                  </a:lnTo>
                  <a:lnTo>
                    <a:pt x="2316819" y="1206892"/>
                  </a:lnTo>
                  <a:lnTo>
                    <a:pt x="2330288" y="1197752"/>
                  </a:lnTo>
                  <a:lnTo>
                    <a:pt x="2343758" y="1188695"/>
                  </a:lnTo>
                  <a:lnTo>
                    <a:pt x="2357228" y="1179720"/>
                  </a:lnTo>
                  <a:lnTo>
                    <a:pt x="2370698" y="1170824"/>
                  </a:lnTo>
                  <a:lnTo>
                    <a:pt x="2384168" y="1162005"/>
                  </a:lnTo>
                  <a:lnTo>
                    <a:pt x="2397638" y="1153261"/>
                  </a:lnTo>
                  <a:lnTo>
                    <a:pt x="2411108" y="1144589"/>
                  </a:lnTo>
                  <a:lnTo>
                    <a:pt x="2424578" y="1135987"/>
                  </a:lnTo>
                  <a:lnTo>
                    <a:pt x="2438047" y="1127452"/>
                  </a:lnTo>
                  <a:lnTo>
                    <a:pt x="2451517" y="1118982"/>
                  </a:lnTo>
                  <a:lnTo>
                    <a:pt x="2464987" y="1110574"/>
                  </a:lnTo>
                  <a:lnTo>
                    <a:pt x="2478457" y="1102226"/>
                  </a:lnTo>
                  <a:lnTo>
                    <a:pt x="2491927" y="1093934"/>
                  </a:lnTo>
                  <a:lnTo>
                    <a:pt x="2505397" y="1085695"/>
                  </a:lnTo>
                  <a:lnTo>
                    <a:pt x="2518867" y="1077508"/>
                  </a:lnTo>
                  <a:lnTo>
                    <a:pt x="2532337" y="1069368"/>
                  </a:lnTo>
                  <a:lnTo>
                    <a:pt x="2545806" y="1061273"/>
                  </a:lnTo>
                  <a:lnTo>
                    <a:pt x="2559276" y="1053220"/>
                  </a:lnTo>
                  <a:lnTo>
                    <a:pt x="2572746" y="1045206"/>
                  </a:lnTo>
                  <a:lnTo>
                    <a:pt x="2586216" y="1037228"/>
                  </a:lnTo>
                  <a:lnTo>
                    <a:pt x="2599686" y="1029282"/>
                  </a:lnTo>
                  <a:lnTo>
                    <a:pt x="2613156" y="1021366"/>
                  </a:lnTo>
                  <a:lnTo>
                    <a:pt x="2626626" y="1013475"/>
                  </a:lnTo>
                  <a:lnTo>
                    <a:pt x="2640096" y="1005608"/>
                  </a:lnTo>
                  <a:lnTo>
                    <a:pt x="2653565" y="997762"/>
                  </a:lnTo>
                  <a:lnTo>
                    <a:pt x="2667035" y="989931"/>
                  </a:lnTo>
                  <a:lnTo>
                    <a:pt x="2680505" y="982115"/>
                  </a:lnTo>
                  <a:lnTo>
                    <a:pt x="2693975" y="974309"/>
                  </a:lnTo>
                  <a:lnTo>
                    <a:pt x="2707445" y="966510"/>
                  </a:lnTo>
                  <a:lnTo>
                    <a:pt x="2720915" y="958716"/>
                  </a:lnTo>
                  <a:lnTo>
                    <a:pt x="2734385" y="950923"/>
                  </a:lnTo>
                  <a:lnTo>
                    <a:pt x="2747855" y="943129"/>
                  </a:lnTo>
                  <a:lnTo>
                    <a:pt x="2761324" y="935330"/>
                  </a:lnTo>
                  <a:lnTo>
                    <a:pt x="2774794" y="927523"/>
                  </a:lnTo>
                  <a:lnTo>
                    <a:pt x="2788264" y="919706"/>
                  </a:lnTo>
                  <a:lnTo>
                    <a:pt x="2801734" y="911875"/>
                  </a:lnTo>
                  <a:lnTo>
                    <a:pt x="2815204" y="904029"/>
                  </a:lnTo>
                  <a:lnTo>
                    <a:pt x="2828674" y="896164"/>
                  </a:lnTo>
                  <a:lnTo>
                    <a:pt x="2842144" y="888277"/>
                  </a:lnTo>
                  <a:lnTo>
                    <a:pt x="2855614" y="880368"/>
                  </a:lnTo>
                  <a:lnTo>
                    <a:pt x="2869084" y="872431"/>
                  </a:lnTo>
                  <a:lnTo>
                    <a:pt x="2882553" y="864467"/>
                  </a:lnTo>
                  <a:lnTo>
                    <a:pt x="2896023" y="856472"/>
                  </a:lnTo>
                  <a:lnTo>
                    <a:pt x="2909493" y="848444"/>
                  </a:lnTo>
                  <a:lnTo>
                    <a:pt x="2922963" y="840380"/>
                  </a:lnTo>
                  <a:lnTo>
                    <a:pt x="2936433" y="832280"/>
                  </a:lnTo>
                  <a:lnTo>
                    <a:pt x="2949903" y="824141"/>
                  </a:lnTo>
                  <a:lnTo>
                    <a:pt x="2963373" y="815962"/>
                  </a:lnTo>
                  <a:lnTo>
                    <a:pt x="2976843" y="807740"/>
                  </a:lnTo>
                  <a:lnTo>
                    <a:pt x="2990312" y="799474"/>
                  </a:lnTo>
                  <a:lnTo>
                    <a:pt x="3003782" y="791163"/>
                  </a:lnTo>
                  <a:lnTo>
                    <a:pt x="3017252" y="782804"/>
                  </a:lnTo>
                  <a:lnTo>
                    <a:pt x="3030722" y="774397"/>
                  </a:lnTo>
                  <a:lnTo>
                    <a:pt x="3044192" y="765941"/>
                  </a:lnTo>
                  <a:lnTo>
                    <a:pt x="3057662" y="757433"/>
                  </a:lnTo>
                  <a:lnTo>
                    <a:pt x="3071132" y="748874"/>
                  </a:lnTo>
                  <a:lnTo>
                    <a:pt x="3084602" y="740261"/>
                  </a:lnTo>
                  <a:lnTo>
                    <a:pt x="3098071" y="731594"/>
                  </a:lnTo>
                  <a:lnTo>
                    <a:pt x="3111541" y="722872"/>
                  </a:lnTo>
                  <a:lnTo>
                    <a:pt x="3125011" y="714095"/>
                  </a:lnTo>
                  <a:lnTo>
                    <a:pt x="3138481" y="705260"/>
                  </a:lnTo>
                  <a:lnTo>
                    <a:pt x="3151951" y="696368"/>
                  </a:lnTo>
                  <a:lnTo>
                    <a:pt x="3165421" y="687417"/>
                  </a:lnTo>
                  <a:lnTo>
                    <a:pt x="3178891" y="678408"/>
                  </a:lnTo>
                  <a:lnTo>
                    <a:pt x="3192361" y="669339"/>
                  </a:lnTo>
                  <a:lnTo>
                    <a:pt x="3205830" y="660210"/>
                  </a:lnTo>
                  <a:lnTo>
                    <a:pt x="3219300" y="651020"/>
                  </a:lnTo>
                  <a:lnTo>
                    <a:pt x="3232770" y="641769"/>
                  </a:lnTo>
                  <a:lnTo>
                    <a:pt x="3246240" y="632456"/>
                  </a:lnTo>
                  <a:lnTo>
                    <a:pt x="3259710" y="623081"/>
                  </a:lnTo>
                  <a:lnTo>
                    <a:pt x="3273180" y="613646"/>
                  </a:lnTo>
                  <a:lnTo>
                    <a:pt x="3286650" y="604151"/>
                  </a:lnTo>
                  <a:lnTo>
                    <a:pt x="3300120" y="594596"/>
                  </a:lnTo>
                  <a:lnTo>
                    <a:pt x="3313589" y="584982"/>
                  </a:lnTo>
                  <a:lnTo>
                    <a:pt x="3327059" y="575310"/>
                  </a:lnTo>
                  <a:lnTo>
                    <a:pt x="3340529" y="565580"/>
                  </a:lnTo>
                  <a:lnTo>
                    <a:pt x="3353999" y="555793"/>
                  </a:lnTo>
                  <a:lnTo>
                    <a:pt x="3367469" y="545949"/>
                  </a:lnTo>
                  <a:lnTo>
                    <a:pt x="3380939" y="536048"/>
                  </a:lnTo>
                  <a:lnTo>
                    <a:pt x="3394409" y="526092"/>
                  </a:lnTo>
                  <a:lnTo>
                    <a:pt x="3407879" y="516080"/>
                  </a:lnTo>
                  <a:lnTo>
                    <a:pt x="3421349" y="506014"/>
                  </a:lnTo>
                  <a:lnTo>
                    <a:pt x="3434818" y="495893"/>
                  </a:lnTo>
                  <a:lnTo>
                    <a:pt x="3448288" y="485717"/>
                  </a:lnTo>
                  <a:lnTo>
                    <a:pt x="3461758" y="475488"/>
                  </a:lnTo>
                  <a:lnTo>
                    <a:pt x="3475228" y="465205"/>
                  </a:lnTo>
                  <a:lnTo>
                    <a:pt x="3488698" y="454869"/>
                  </a:lnTo>
                  <a:lnTo>
                    <a:pt x="3502168" y="444480"/>
                  </a:lnTo>
                  <a:lnTo>
                    <a:pt x="3515638" y="434039"/>
                  </a:lnTo>
                  <a:lnTo>
                    <a:pt x="3529108" y="423545"/>
                  </a:lnTo>
                  <a:lnTo>
                    <a:pt x="3542577" y="413000"/>
                  </a:lnTo>
                  <a:lnTo>
                    <a:pt x="3556047" y="402402"/>
                  </a:lnTo>
                  <a:lnTo>
                    <a:pt x="3569517" y="391753"/>
                  </a:lnTo>
                  <a:lnTo>
                    <a:pt x="3582987" y="381053"/>
                  </a:lnTo>
                  <a:lnTo>
                    <a:pt x="3596457" y="370302"/>
                  </a:lnTo>
                  <a:lnTo>
                    <a:pt x="3609927" y="359500"/>
                  </a:lnTo>
                  <a:lnTo>
                    <a:pt x="3623397" y="348647"/>
                  </a:lnTo>
                  <a:lnTo>
                    <a:pt x="3636867" y="337743"/>
                  </a:lnTo>
                  <a:lnTo>
                    <a:pt x="3650336" y="326789"/>
                  </a:lnTo>
                  <a:lnTo>
                    <a:pt x="3663806" y="315785"/>
                  </a:lnTo>
                  <a:lnTo>
                    <a:pt x="3677276" y="304731"/>
                  </a:lnTo>
                  <a:lnTo>
                    <a:pt x="3690746" y="293627"/>
                  </a:lnTo>
                  <a:lnTo>
                    <a:pt x="3704216" y="282473"/>
                  </a:lnTo>
                  <a:lnTo>
                    <a:pt x="3717686" y="271270"/>
                  </a:lnTo>
                  <a:lnTo>
                    <a:pt x="3731156" y="260016"/>
                  </a:lnTo>
                  <a:lnTo>
                    <a:pt x="3744626" y="248714"/>
                  </a:lnTo>
                  <a:lnTo>
                    <a:pt x="3758095" y="237361"/>
                  </a:lnTo>
                  <a:lnTo>
                    <a:pt x="3771565" y="225960"/>
                  </a:lnTo>
                  <a:lnTo>
                    <a:pt x="3785035" y="214509"/>
                  </a:lnTo>
                  <a:lnTo>
                    <a:pt x="3798505" y="203009"/>
                  </a:lnTo>
                  <a:lnTo>
                    <a:pt x="3811975" y="191459"/>
                  </a:lnTo>
                  <a:lnTo>
                    <a:pt x="3825445" y="179861"/>
                  </a:lnTo>
                  <a:lnTo>
                    <a:pt x="3838915" y="168213"/>
                  </a:lnTo>
                  <a:lnTo>
                    <a:pt x="3852385" y="156517"/>
                  </a:lnTo>
                  <a:lnTo>
                    <a:pt x="3865854" y="144771"/>
                  </a:lnTo>
                  <a:lnTo>
                    <a:pt x="3879324" y="132977"/>
                  </a:lnTo>
                  <a:lnTo>
                    <a:pt x="3892794" y="121133"/>
                  </a:lnTo>
                  <a:lnTo>
                    <a:pt x="3906264" y="109240"/>
                  </a:lnTo>
                  <a:lnTo>
                    <a:pt x="3919734" y="97298"/>
                  </a:lnTo>
                  <a:lnTo>
                    <a:pt x="3933204" y="85308"/>
                  </a:lnTo>
                  <a:lnTo>
                    <a:pt x="3946674" y="73268"/>
                  </a:lnTo>
                  <a:lnTo>
                    <a:pt x="3960144" y="61179"/>
                  </a:lnTo>
                  <a:lnTo>
                    <a:pt x="3973614" y="49042"/>
                  </a:lnTo>
                  <a:lnTo>
                    <a:pt x="3987083" y="36855"/>
                  </a:lnTo>
                  <a:lnTo>
                    <a:pt x="4000553" y="24619"/>
                  </a:lnTo>
                  <a:lnTo>
                    <a:pt x="4014023" y="12334"/>
                  </a:lnTo>
                  <a:lnTo>
                    <a:pt x="4027493" y="0"/>
                  </a:lnTo>
                  <a:lnTo>
                    <a:pt x="4027493" y="878190"/>
                  </a:lnTo>
                  <a:lnTo>
                    <a:pt x="4014023" y="881237"/>
                  </a:lnTo>
                  <a:lnTo>
                    <a:pt x="4000553" y="884285"/>
                  </a:lnTo>
                  <a:lnTo>
                    <a:pt x="3987083" y="887335"/>
                  </a:lnTo>
                  <a:lnTo>
                    <a:pt x="3973614" y="890387"/>
                  </a:lnTo>
                  <a:lnTo>
                    <a:pt x="3960144" y="893442"/>
                  </a:lnTo>
                  <a:lnTo>
                    <a:pt x="3946674" y="896499"/>
                  </a:lnTo>
                  <a:lnTo>
                    <a:pt x="3933204" y="899559"/>
                  </a:lnTo>
                  <a:lnTo>
                    <a:pt x="3919734" y="902622"/>
                  </a:lnTo>
                  <a:lnTo>
                    <a:pt x="3906264" y="905687"/>
                  </a:lnTo>
                  <a:lnTo>
                    <a:pt x="3892794" y="908756"/>
                  </a:lnTo>
                  <a:lnTo>
                    <a:pt x="3879324" y="911828"/>
                  </a:lnTo>
                  <a:lnTo>
                    <a:pt x="3865854" y="914903"/>
                  </a:lnTo>
                  <a:lnTo>
                    <a:pt x="3852385" y="917982"/>
                  </a:lnTo>
                  <a:lnTo>
                    <a:pt x="3838915" y="921064"/>
                  </a:lnTo>
                  <a:lnTo>
                    <a:pt x="3825445" y="924150"/>
                  </a:lnTo>
                  <a:lnTo>
                    <a:pt x="3811975" y="927241"/>
                  </a:lnTo>
                  <a:lnTo>
                    <a:pt x="3798505" y="930336"/>
                  </a:lnTo>
                  <a:lnTo>
                    <a:pt x="3785035" y="933435"/>
                  </a:lnTo>
                  <a:lnTo>
                    <a:pt x="3771565" y="936539"/>
                  </a:lnTo>
                  <a:lnTo>
                    <a:pt x="3758095" y="939647"/>
                  </a:lnTo>
                  <a:lnTo>
                    <a:pt x="3744626" y="942761"/>
                  </a:lnTo>
                  <a:lnTo>
                    <a:pt x="3731156" y="945880"/>
                  </a:lnTo>
                  <a:lnTo>
                    <a:pt x="3717686" y="949005"/>
                  </a:lnTo>
                  <a:lnTo>
                    <a:pt x="3704216" y="952136"/>
                  </a:lnTo>
                  <a:lnTo>
                    <a:pt x="3690746" y="955272"/>
                  </a:lnTo>
                  <a:lnTo>
                    <a:pt x="3677276" y="958415"/>
                  </a:lnTo>
                  <a:lnTo>
                    <a:pt x="3663806" y="961565"/>
                  </a:lnTo>
                  <a:lnTo>
                    <a:pt x="3650336" y="964721"/>
                  </a:lnTo>
                  <a:lnTo>
                    <a:pt x="3636867" y="967884"/>
                  </a:lnTo>
                  <a:lnTo>
                    <a:pt x="3623397" y="971055"/>
                  </a:lnTo>
                  <a:lnTo>
                    <a:pt x="3609927" y="974234"/>
                  </a:lnTo>
                  <a:lnTo>
                    <a:pt x="3596457" y="977421"/>
                  </a:lnTo>
                  <a:lnTo>
                    <a:pt x="3582987" y="980616"/>
                  </a:lnTo>
                  <a:lnTo>
                    <a:pt x="3569517" y="983820"/>
                  </a:lnTo>
                  <a:lnTo>
                    <a:pt x="3556047" y="987032"/>
                  </a:lnTo>
                  <a:lnTo>
                    <a:pt x="3542577" y="990255"/>
                  </a:lnTo>
                  <a:lnTo>
                    <a:pt x="3529108" y="993487"/>
                  </a:lnTo>
                  <a:lnTo>
                    <a:pt x="3515638" y="996729"/>
                  </a:lnTo>
                  <a:lnTo>
                    <a:pt x="3502168" y="999982"/>
                  </a:lnTo>
                  <a:lnTo>
                    <a:pt x="3488698" y="1003246"/>
                  </a:lnTo>
                  <a:lnTo>
                    <a:pt x="3475228" y="1006522"/>
                  </a:lnTo>
                  <a:lnTo>
                    <a:pt x="3461758" y="1009809"/>
                  </a:lnTo>
                  <a:lnTo>
                    <a:pt x="3448288" y="1013109"/>
                  </a:lnTo>
                  <a:lnTo>
                    <a:pt x="3434818" y="1016422"/>
                  </a:lnTo>
                  <a:lnTo>
                    <a:pt x="3421349" y="1019748"/>
                  </a:lnTo>
                  <a:lnTo>
                    <a:pt x="3407879" y="1023088"/>
                  </a:lnTo>
                  <a:lnTo>
                    <a:pt x="3394409" y="1026443"/>
                  </a:lnTo>
                  <a:lnTo>
                    <a:pt x="3380939" y="1029812"/>
                  </a:lnTo>
                  <a:lnTo>
                    <a:pt x="3367469" y="1033197"/>
                  </a:lnTo>
                  <a:lnTo>
                    <a:pt x="3353999" y="1036598"/>
                  </a:lnTo>
                  <a:lnTo>
                    <a:pt x="3340529" y="1040016"/>
                  </a:lnTo>
                  <a:lnTo>
                    <a:pt x="3327059" y="1043452"/>
                  </a:lnTo>
                  <a:lnTo>
                    <a:pt x="3313589" y="1046905"/>
                  </a:lnTo>
                  <a:lnTo>
                    <a:pt x="3300120" y="1050377"/>
                  </a:lnTo>
                  <a:lnTo>
                    <a:pt x="3286650" y="1053869"/>
                  </a:lnTo>
                  <a:lnTo>
                    <a:pt x="3273180" y="1057381"/>
                  </a:lnTo>
                  <a:lnTo>
                    <a:pt x="3259710" y="1060914"/>
                  </a:lnTo>
                  <a:lnTo>
                    <a:pt x="3246240" y="1064468"/>
                  </a:lnTo>
                  <a:lnTo>
                    <a:pt x="3232770" y="1068045"/>
                  </a:lnTo>
                  <a:lnTo>
                    <a:pt x="3219300" y="1071646"/>
                  </a:lnTo>
                  <a:lnTo>
                    <a:pt x="3205830" y="1075273"/>
                  </a:lnTo>
                  <a:lnTo>
                    <a:pt x="3192361" y="1078928"/>
                  </a:lnTo>
                  <a:lnTo>
                    <a:pt x="3178891" y="1082613"/>
                  </a:lnTo>
                  <a:lnTo>
                    <a:pt x="3165421" y="1086330"/>
                  </a:lnTo>
                  <a:lnTo>
                    <a:pt x="3151951" y="1090082"/>
                  </a:lnTo>
                  <a:lnTo>
                    <a:pt x="3138481" y="1093870"/>
                  </a:lnTo>
                  <a:lnTo>
                    <a:pt x="3125011" y="1097696"/>
                  </a:lnTo>
                  <a:lnTo>
                    <a:pt x="3111541" y="1101563"/>
                  </a:lnTo>
                  <a:lnTo>
                    <a:pt x="3098071" y="1105471"/>
                  </a:lnTo>
                  <a:lnTo>
                    <a:pt x="3084602" y="1109422"/>
                  </a:lnTo>
                  <a:lnTo>
                    <a:pt x="3071132" y="1113419"/>
                  </a:lnTo>
                  <a:lnTo>
                    <a:pt x="3057662" y="1117463"/>
                  </a:lnTo>
                  <a:lnTo>
                    <a:pt x="3044192" y="1121554"/>
                  </a:lnTo>
                  <a:lnTo>
                    <a:pt x="3030722" y="1125695"/>
                  </a:lnTo>
                  <a:lnTo>
                    <a:pt x="3017252" y="1129887"/>
                  </a:lnTo>
                  <a:lnTo>
                    <a:pt x="3003782" y="1134131"/>
                  </a:lnTo>
                  <a:lnTo>
                    <a:pt x="2990312" y="1138429"/>
                  </a:lnTo>
                  <a:lnTo>
                    <a:pt x="2976843" y="1142780"/>
                  </a:lnTo>
                  <a:lnTo>
                    <a:pt x="2963373" y="1147186"/>
                  </a:lnTo>
                  <a:lnTo>
                    <a:pt x="2949903" y="1151649"/>
                  </a:lnTo>
                  <a:lnTo>
                    <a:pt x="2936433" y="1156167"/>
                  </a:lnTo>
                  <a:lnTo>
                    <a:pt x="2922963" y="1160743"/>
                  </a:lnTo>
                  <a:lnTo>
                    <a:pt x="2909493" y="1165377"/>
                  </a:lnTo>
                  <a:lnTo>
                    <a:pt x="2896023" y="1170068"/>
                  </a:lnTo>
                  <a:lnTo>
                    <a:pt x="2882553" y="1174818"/>
                  </a:lnTo>
                  <a:lnTo>
                    <a:pt x="2869084" y="1179626"/>
                  </a:lnTo>
                  <a:lnTo>
                    <a:pt x="2855614" y="1184492"/>
                  </a:lnTo>
                  <a:lnTo>
                    <a:pt x="2842144" y="1189417"/>
                  </a:lnTo>
                  <a:lnTo>
                    <a:pt x="2828674" y="1194400"/>
                  </a:lnTo>
                  <a:lnTo>
                    <a:pt x="2815204" y="1199442"/>
                  </a:lnTo>
                  <a:lnTo>
                    <a:pt x="2801734" y="1204540"/>
                  </a:lnTo>
                  <a:lnTo>
                    <a:pt x="2788264" y="1209696"/>
                  </a:lnTo>
                  <a:lnTo>
                    <a:pt x="2774794" y="1214908"/>
                  </a:lnTo>
                  <a:lnTo>
                    <a:pt x="2761324" y="1220177"/>
                  </a:lnTo>
                  <a:lnTo>
                    <a:pt x="2747855" y="1225500"/>
                  </a:lnTo>
                  <a:lnTo>
                    <a:pt x="2734385" y="1230878"/>
                  </a:lnTo>
                  <a:lnTo>
                    <a:pt x="2720915" y="1236309"/>
                  </a:lnTo>
                  <a:lnTo>
                    <a:pt x="2707445" y="1241793"/>
                  </a:lnTo>
                  <a:lnTo>
                    <a:pt x="2693975" y="1247328"/>
                  </a:lnTo>
                  <a:lnTo>
                    <a:pt x="2680505" y="1252914"/>
                  </a:lnTo>
                  <a:lnTo>
                    <a:pt x="2667035" y="1258549"/>
                  </a:lnTo>
                  <a:lnTo>
                    <a:pt x="2653565" y="1264232"/>
                  </a:lnTo>
                  <a:lnTo>
                    <a:pt x="2640096" y="1269961"/>
                  </a:lnTo>
                  <a:lnTo>
                    <a:pt x="2626626" y="1275737"/>
                  </a:lnTo>
                  <a:lnTo>
                    <a:pt x="2613156" y="1281556"/>
                  </a:lnTo>
                  <a:lnTo>
                    <a:pt x="2599686" y="1287418"/>
                  </a:lnTo>
                  <a:lnTo>
                    <a:pt x="2586216" y="1293322"/>
                  </a:lnTo>
                  <a:lnTo>
                    <a:pt x="2572746" y="1299266"/>
                  </a:lnTo>
                  <a:lnTo>
                    <a:pt x="2559276" y="1305248"/>
                  </a:lnTo>
                  <a:lnTo>
                    <a:pt x="2545806" y="1311268"/>
                  </a:lnTo>
                  <a:lnTo>
                    <a:pt x="2532337" y="1317324"/>
                  </a:lnTo>
                  <a:lnTo>
                    <a:pt x="2518867" y="1323413"/>
                  </a:lnTo>
                  <a:lnTo>
                    <a:pt x="2505397" y="1329536"/>
                  </a:lnTo>
                  <a:lnTo>
                    <a:pt x="2491927" y="1335691"/>
                  </a:lnTo>
                  <a:lnTo>
                    <a:pt x="2478457" y="1341876"/>
                  </a:lnTo>
                  <a:lnTo>
                    <a:pt x="2464987" y="1348089"/>
                  </a:lnTo>
                  <a:lnTo>
                    <a:pt x="2451517" y="1354330"/>
                  </a:lnTo>
                  <a:lnTo>
                    <a:pt x="2438047" y="1360597"/>
                  </a:lnTo>
                  <a:lnTo>
                    <a:pt x="2424578" y="1366889"/>
                  </a:lnTo>
                  <a:lnTo>
                    <a:pt x="2411108" y="1373204"/>
                  </a:lnTo>
                  <a:lnTo>
                    <a:pt x="2397638" y="1379541"/>
                  </a:lnTo>
                  <a:lnTo>
                    <a:pt x="2384168" y="1385899"/>
                  </a:lnTo>
                  <a:lnTo>
                    <a:pt x="2370698" y="1392276"/>
                  </a:lnTo>
                  <a:lnTo>
                    <a:pt x="2357228" y="1398672"/>
                  </a:lnTo>
                  <a:lnTo>
                    <a:pt x="2343758" y="1405085"/>
                  </a:lnTo>
                  <a:lnTo>
                    <a:pt x="2330288" y="1411514"/>
                  </a:lnTo>
                  <a:lnTo>
                    <a:pt x="2316819" y="1417958"/>
                  </a:lnTo>
                  <a:lnTo>
                    <a:pt x="2303349" y="1424416"/>
                  </a:lnTo>
                  <a:lnTo>
                    <a:pt x="2289879" y="1430886"/>
                  </a:lnTo>
                  <a:lnTo>
                    <a:pt x="2276409" y="1437369"/>
                  </a:lnTo>
                  <a:lnTo>
                    <a:pt x="2262939" y="1443861"/>
                  </a:lnTo>
                  <a:lnTo>
                    <a:pt x="2249469" y="1450364"/>
                  </a:lnTo>
                  <a:lnTo>
                    <a:pt x="2235999" y="1456876"/>
                  </a:lnTo>
                  <a:lnTo>
                    <a:pt x="2222529" y="1463395"/>
                  </a:lnTo>
                  <a:lnTo>
                    <a:pt x="2209059" y="1469921"/>
                  </a:lnTo>
                  <a:lnTo>
                    <a:pt x="2195590" y="1476454"/>
                  </a:lnTo>
                  <a:lnTo>
                    <a:pt x="2182120" y="1482991"/>
                  </a:lnTo>
                  <a:lnTo>
                    <a:pt x="2168650" y="1489534"/>
                  </a:lnTo>
                  <a:lnTo>
                    <a:pt x="2155180" y="1496080"/>
                  </a:lnTo>
                  <a:lnTo>
                    <a:pt x="2141710" y="1502629"/>
                  </a:lnTo>
                  <a:lnTo>
                    <a:pt x="2128240" y="1509180"/>
                  </a:lnTo>
                  <a:lnTo>
                    <a:pt x="2114770" y="1515733"/>
                  </a:lnTo>
                  <a:lnTo>
                    <a:pt x="2101300" y="1522288"/>
                  </a:lnTo>
                  <a:lnTo>
                    <a:pt x="2087831" y="1528842"/>
                  </a:lnTo>
                  <a:lnTo>
                    <a:pt x="2074361" y="1535396"/>
                  </a:lnTo>
                  <a:lnTo>
                    <a:pt x="2060891" y="1541950"/>
                  </a:lnTo>
                  <a:lnTo>
                    <a:pt x="2047421" y="1548502"/>
                  </a:lnTo>
                  <a:lnTo>
                    <a:pt x="2033951" y="1555052"/>
                  </a:lnTo>
                  <a:lnTo>
                    <a:pt x="2020481" y="1561602"/>
                  </a:lnTo>
                  <a:lnTo>
                    <a:pt x="2007011" y="1568152"/>
                  </a:lnTo>
                  <a:lnTo>
                    <a:pt x="1993541" y="1574704"/>
                  </a:lnTo>
                  <a:lnTo>
                    <a:pt x="1980072" y="1581260"/>
                  </a:lnTo>
                  <a:lnTo>
                    <a:pt x="1966602" y="1587822"/>
                  </a:lnTo>
                  <a:lnTo>
                    <a:pt x="1953132" y="1594392"/>
                  </a:lnTo>
                  <a:lnTo>
                    <a:pt x="1939662" y="1600971"/>
                  </a:lnTo>
                  <a:lnTo>
                    <a:pt x="1926192" y="1607562"/>
                  </a:lnTo>
                  <a:lnTo>
                    <a:pt x="1912722" y="1614165"/>
                  </a:lnTo>
                  <a:lnTo>
                    <a:pt x="1899252" y="1620783"/>
                  </a:lnTo>
                  <a:lnTo>
                    <a:pt x="1885782" y="1627417"/>
                  </a:lnTo>
                  <a:lnTo>
                    <a:pt x="1872313" y="1634069"/>
                  </a:lnTo>
                  <a:lnTo>
                    <a:pt x="1858843" y="1640741"/>
                  </a:lnTo>
                  <a:lnTo>
                    <a:pt x="1845373" y="1647434"/>
                  </a:lnTo>
                  <a:lnTo>
                    <a:pt x="1831903" y="1654150"/>
                  </a:lnTo>
                  <a:lnTo>
                    <a:pt x="1818433" y="1660891"/>
                  </a:lnTo>
                  <a:lnTo>
                    <a:pt x="1804963" y="1667659"/>
                  </a:lnTo>
                  <a:lnTo>
                    <a:pt x="1791493" y="1674454"/>
                  </a:lnTo>
                  <a:lnTo>
                    <a:pt x="1778023" y="1681278"/>
                  </a:lnTo>
                  <a:lnTo>
                    <a:pt x="1764554" y="1688133"/>
                  </a:lnTo>
                  <a:lnTo>
                    <a:pt x="1751084" y="1695020"/>
                  </a:lnTo>
                  <a:lnTo>
                    <a:pt x="1737614" y="1701941"/>
                  </a:lnTo>
                  <a:lnTo>
                    <a:pt x="1724144" y="1708897"/>
                  </a:lnTo>
                  <a:lnTo>
                    <a:pt x="1710674" y="1715889"/>
                  </a:lnTo>
                  <a:lnTo>
                    <a:pt x="1697204" y="1722919"/>
                  </a:lnTo>
                  <a:lnTo>
                    <a:pt x="1683734" y="1731342"/>
                  </a:lnTo>
                  <a:lnTo>
                    <a:pt x="1670264" y="1743267"/>
                  </a:lnTo>
                  <a:lnTo>
                    <a:pt x="1656794" y="1755146"/>
                  </a:lnTo>
                  <a:lnTo>
                    <a:pt x="1643325" y="1766975"/>
                  </a:lnTo>
                  <a:lnTo>
                    <a:pt x="1629855" y="1778750"/>
                  </a:lnTo>
                  <a:lnTo>
                    <a:pt x="1616385" y="1790468"/>
                  </a:lnTo>
                  <a:lnTo>
                    <a:pt x="1602915" y="1802124"/>
                  </a:lnTo>
                  <a:lnTo>
                    <a:pt x="1589445" y="1813716"/>
                  </a:lnTo>
                  <a:lnTo>
                    <a:pt x="1575975" y="1825241"/>
                  </a:lnTo>
                  <a:lnTo>
                    <a:pt x="1562505" y="1836695"/>
                  </a:lnTo>
                  <a:lnTo>
                    <a:pt x="1549035" y="1848076"/>
                  </a:lnTo>
                  <a:lnTo>
                    <a:pt x="1535566" y="1859380"/>
                  </a:lnTo>
                  <a:lnTo>
                    <a:pt x="1522096" y="1870606"/>
                  </a:lnTo>
                  <a:lnTo>
                    <a:pt x="1508626" y="1881751"/>
                  </a:lnTo>
                  <a:lnTo>
                    <a:pt x="1495156" y="1892812"/>
                  </a:lnTo>
                  <a:lnTo>
                    <a:pt x="1481686" y="1903788"/>
                  </a:lnTo>
                  <a:lnTo>
                    <a:pt x="1468216" y="1914676"/>
                  </a:lnTo>
                  <a:lnTo>
                    <a:pt x="1454746" y="1925476"/>
                  </a:lnTo>
                  <a:lnTo>
                    <a:pt x="1441276" y="1936185"/>
                  </a:lnTo>
                  <a:lnTo>
                    <a:pt x="1427807" y="1946803"/>
                  </a:lnTo>
                  <a:lnTo>
                    <a:pt x="1414337" y="1957328"/>
                  </a:lnTo>
                  <a:lnTo>
                    <a:pt x="1400867" y="1967760"/>
                  </a:lnTo>
                  <a:lnTo>
                    <a:pt x="1387397" y="1978097"/>
                  </a:lnTo>
                  <a:lnTo>
                    <a:pt x="1373927" y="1988340"/>
                  </a:lnTo>
                  <a:lnTo>
                    <a:pt x="1360457" y="1998489"/>
                  </a:lnTo>
                  <a:lnTo>
                    <a:pt x="1346987" y="2008544"/>
                  </a:lnTo>
                  <a:lnTo>
                    <a:pt x="1333517" y="2018507"/>
                  </a:lnTo>
                  <a:lnTo>
                    <a:pt x="1320048" y="2028381"/>
                  </a:lnTo>
                  <a:lnTo>
                    <a:pt x="1306578" y="2038173"/>
                  </a:lnTo>
                  <a:lnTo>
                    <a:pt x="1293108" y="2047886"/>
                  </a:lnTo>
                  <a:lnTo>
                    <a:pt x="1279638" y="2057525"/>
                  </a:lnTo>
                  <a:lnTo>
                    <a:pt x="1266168" y="2067095"/>
                  </a:lnTo>
                  <a:lnTo>
                    <a:pt x="1252698" y="2076600"/>
                  </a:lnTo>
                  <a:lnTo>
                    <a:pt x="1239228" y="2086045"/>
                  </a:lnTo>
                  <a:lnTo>
                    <a:pt x="1225758" y="2095434"/>
                  </a:lnTo>
                  <a:lnTo>
                    <a:pt x="1212289" y="2104772"/>
                  </a:lnTo>
                  <a:lnTo>
                    <a:pt x="1198819" y="2114063"/>
                  </a:lnTo>
                  <a:lnTo>
                    <a:pt x="1185349" y="2123312"/>
                  </a:lnTo>
                  <a:lnTo>
                    <a:pt x="1171879" y="2132522"/>
                  </a:lnTo>
                  <a:lnTo>
                    <a:pt x="1158409" y="2141698"/>
                  </a:lnTo>
                  <a:lnTo>
                    <a:pt x="1144939" y="2150844"/>
                  </a:lnTo>
                  <a:lnTo>
                    <a:pt x="1131469" y="2159963"/>
                  </a:lnTo>
                  <a:lnTo>
                    <a:pt x="1117999" y="2169059"/>
                  </a:lnTo>
                  <a:lnTo>
                    <a:pt x="1104529" y="2178135"/>
                  </a:lnTo>
                  <a:lnTo>
                    <a:pt x="1091060" y="2187195"/>
                  </a:lnTo>
                  <a:lnTo>
                    <a:pt x="1077590" y="2196241"/>
                  </a:lnTo>
                  <a:lnTo>
                    <a:pt x="1064120" y="2205276"/>
                  </a:lnTo>
                  <a:lnTo>
                    <a:pt x="1050650" y="2214303"/>
                  </a:lnTo>
                  <a:lnTo>
                    <a:pt x="1037180" y="2223323"/>
                  </a:lnTo>
                  <a:lnTo>
                    <a:pt x="1023710" y="2232337"/>
                  </a:lnTo>
                  <a:lnTo>
                    <a:pt x="1010240" y="2241349"/>
                  </a:lnTo>
                  <a:lnTo>
                    <a:pt x="996770" y="2250358"/>
                  </a:lnTo>
                  <a:lnTo>
                    <a:pt x="983301" y="2259366"/>
                  </a:lnTo>
                  <a:lnTo>
                    <a:pt x="969831" y="2268373"/>
                  </a:lnTo>
                  <a:lnTo>
                    <a:pt x="956361" y="2277380"/>
                  </a:lnTo>
                  <a:lnTo>
                    <a:pt x="942891" y="2286386"/>
                  </a:lnTo>
                  <a:lnTo>
                    <a:pt x="929421" y="2295392"/>
                  </a:lnTo>
                  <a:lnTo>
                    <a:pt x="915951" y="2304397"/>
                  </a:lnTo>
                  <a:lnTo>
                    <a:pt x="902481" y="2313401"/>
                  </a:lnTo>
                  <a:lnTo>
                    <a:pt x="889011" y="2322401"/>
                  </a:lnTo>
                  <a:lnTo>
                    <a:pt x="875542" y="2331399"/>
                  </a:lnTo>
                  <a:lnTo>
                    <a:pt x="862072" y="2340391"/>
                  </a:lnTo>
                  <a:lnTo>
                    <a:pt x="848602" y="2349378"/>
                  </a:lnTo>
                  <a:lnTo>
                    <a:pt x="835132" y="2358357"/>
                  </a:lnTo>
                  <a:lnTo>
                    <a:pt x="821662" y="2367327"/>
                  </a:lnTo>
                  <a:lnTo>
                    <a:pt x="808192" y="2376286"/>
                  </a:lnTo>
                  <a:lnTo>
                    <a:pt x="794722" y="2385233"/>
                  </a:lnTo>
                  <a:lnTo>
                    <a:pt x="781252" y="2394166"/>
                  </a:lnTo>
                  <a:lnTo>
                    <a:pt x="767783" y="2403083"/>
                  </a:lnTo>
                  <a:lnTo>
                    <a:pt x="754313" y="2411982"/>
                  </a:lnTo>
                  <a:lnTo>
                    <a:pt x="740843" y="2420861"/>
                  </a:lnTo>
                  <a:lnTo>
                    <a:pt x="727373" y="2429718"/>
                  </a:lnTo>
                  <a:lnTo>
                    <a:pt x="713903" y="2438552"/>
                  </a:lnTo>
                  <a:lnTo>
                    <a:pt x="700433" y="2447361"/>
                  </a:lnTo>
                  <a:lnTo>
                    <a:pt x="686963" y="2456143"/>
                  </a:lnTo>
                  <a:lnTo>
                    <a:pt x="673493" y="2464895"/>
                  </a:lnTo>
                  <a:lnTo>
                    <a:pt x="660024" y="2473617"/>
                  </a:lnTo>
                  <a:lnTo>
                    <a:pt x="646554" y="2482307"/>
                  </a:lnTo>
                  <a:lnTo>
                    <a:pt x="633084" y="2490962"/>
                  </a:lnTo>
                  <a:lnTo>
                    <a:pt x="619614" y="2499582"/>
                  </a:lnTo>
                  <a:lnTo>
                    <a:pt x="606144" y="2508164"/>
                  </a:lnTo>
                  <a:lnTo>
                    <a:pt x="592674" y="2516708"/>
                  </a:lnTo>
                  <a:lnTo>
                    <a:pt x="579204" y="2525210"/>
                  </a:lnTo>
                  <a:lnTo>
                    <a:pt x="565734" y="2533671"/>
                  </a:lnTo>
                  <a:lnTo>
                    <a:pt x="552264" y="2542089"/>
                  </a:lnTo>
                  <a:lnTo>
                    <a:pt x="538795" y="2550462"/>
                  </a:lnTo>
                  <a:lnTo>
                    <a:pt x="525325" y="2558788"/>
                  </a:lnTo>
                  <a:lnTo>
                    <a:pt x="511855" y="2567068"/>
                  </a:lnTo>
                  <a:lnTo>
                    <a:pt x="498385" y="2575299"/>
                  </a:lnTo>
                  <a:lnTo>
                    <a:pt x="484915" y="2583480"/>
                  </a:lnTo>
                  <a:lnTo>
                    <a:pt x="471445" y="2591610"/>
                  </a:lnTo>
                  <a:lnTo>
                    <a:pt x="457975" y="2599689"/>
                  </a:lnTo>
                  <a:lnTo>
                    <a:pt x="444505" y="2607715"/>
                  </a:lnTo>
                  <a:lnTo>
                    <a:pt x="431036" y="2615687"/>
                  </a:lnTo>
                  <a:lnTo>
                    <a:pt x="417566" y="2623604"/>
                  </a:lnTo>
                  <a:lnTo>
                    <a:pt x="404096" y="2631465"/>
                  </a:lnTo>
                  <a:lnTo>
                    <a:pt x="390626" y="2639271"/>
                  </a:lnTo>
                  <a:lnTo>
                    <a:pt x="377156" y="2647021"/>
                  </a:lnTo>
                  <a:lnTo>
                    <a:pt x="363686" y="2654716"/>
                  </a:lnTo>
                  <a:lnTo>
                    <a:pt x="350216" y="2662354"/>
                  </a:lnTo>
                  <a:lnTo>
                    <a:pt x="336746" y="2669937"/>
                  </a:lnTo>
                  <a:lnTo>
                    <a:pt x="323277" y="2677465"/>
                  </a:lnTo>
                  <a:lnTo>
                    <a:pt x="309807" y="2684937"/>
                  </a:lnTo>
                  <a:lnTo>
                    <a:pt x="296337" y="2692354"/>
                  </a:lnTo>
                  <a:lnTo>
                    <a:pt x="282867" y="2699716"/>
                  </a:lnTo>
                  <a:lnTo>
                    <a:pt x="269397" y="2707022"/>
                  </a:lnTo>
                  <a:lnTo>
                    <a:pt x="255927" y="2714274"/>
                  </a:lnTo>
                  <a:lnTo>
                    <a:pt x="242457" y="2721472"/>
                  </a:lnTo>
                  <a:lnTo>
                    <a:pt x="228987" y="2728615"/>
                  </a:lnTo>
                  <a:lnTo>
                    <a:pt x="215518" y="2735704"/>
                  </a:lnTo>
                  <a:lnTo>
                    <a:pt x="202048" y="2742739"/>
                  </a:lnTo>
                  <a:lnTo>
                    <a:pt x="188578" y="2749721"/>
                  </a:lnTo>
                  <a:lnTo>
                    <a:pt x="175108" y="2756649"/>
                  </a:lnTo>
                  <a:lnTo>
                    <a:pt x="161638" y="2763525"/>
                  </a:lnTo>
                  <a:lnTo>
                    <a:pt x="148168" y="2770347"/>
                  </a:lnTo>
                  <a:lnTo>
                    <a:pt x="134698" y="2777117"/>
                  </a:lnTo>
                  <a:lnTo>
                    <a:pt x="121228" y="2783835"/>
                  </a:lnTo>
                  <a:lnTo>
                    <a:pt x="107759" y="2790501"/>
                  </a:lnTo>
                  <a:lnTo>
                    <a:pt x="94289" y="2797115"/>
                  </a:lnTo>
                  <a:lnTo>
                    <a:pt x="80819" y="2803678"/>
                  </a:lnTo>
                  <a:lnTo>
                    <a:pt x="67349" y="2810190"/>
                  </a:lnTo>
                  <a:lnTo>
                    <a:pt x="53879" y="2816651"/>
                  </a:lnTo>
                  <a:lnTo>
                    <a:pt x="40409" y="2823062"/>
                  </a:lnTo>
                  <a:lnTo>
                    <a:pt x="26939" y="2829423"/>
                  </a:lnTo>
                  <a:lnTo>
                    <a:pt x="13469" y="2835734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70358" y="3498589"/>
              <a:ext cx="4027493" cy="2521519"/>
            </a:xfrm>
            <a:custGeom>
              <a:avLst/>
              <a:pathLst>
                <a:path w="4027493" h="2521519">
                  <a:moveTo>
                    <a:pt x="0" y="2521519"/>
                  </a:moveTo>
                  <a:lnTo>
                    <a:pt x="13469" y="2517351"/>
                  </a:lnTo>
                  <a:lnTo>
                    <a:pt x="26939" y="2513165"/>
                  </a:lnTo>
                  <a:lnTo>
                    <a:pt x="40409" y="2508960"/>
                  </a:lnTo>
                  <a:lnTo>
                    <a:pt x="53879" y="2504737"/>
                  </a:lnTo>
                  <a:lnTo>
                    <a:pt x="67349" y="2500496"/>
                  </a:lnTo>
                  <a:lnTo>
                    <a:pt x="80819" y="2496236"/>
                  </a:lnTo>
                  <a:lnTo>
                    <a:pt x="94289" y="2491957"/>
                  </a:lnTo>
                  <a:lnTo>
                    <a:pt x="107759" y="2487659"/>
                  </a:lnTo>
                  <a:lnTo>
                    <a:pt x="121228" y="2483342"/>
                  </a:lnTo>
                  <a:lnTo>
                    <a:pt x="134698" y="2479006"/>
                  </a:lnTo>
                  <a:lnTo>
                    <a:pt x="148168" y="2474649"/>
                  </a:lnTo>
                  <a:lnTo>
                    <a:pt x="161638" y="2470273"/>
                  </a:lnTo>
                  <a:lnTo>
                    <a:pt x="175108" y="2465877"/>
                  </a:lnTo>
                  <a:lnTo>
                    <a:pt x="188578" y="2461460"/>
                  </a:lnTo>
                  <a:lnTo>
                    <a:pt x="202048" y="2457022"/>
                  </a:lnTo>
                  <a:lnTo>
                    <a:pt x="215518" y="2452564"/>
                  </a:lnTo>
                  <a:lnTo>
                    <a:pt x="228987" y="2448084"/>
                  </a:lnTo>
                  <a:lnTo>
                    <a:pt x="242457" y="2443583"/>
                  </a:lnTo>
                  <a:lnTo>
                    <a:pt x="255927" y="2439060"/>
                  </a:lnTo>
                  <a:lnTo>
                    <a:pt x="269397" y="2434515"/>
                  </a:lnTo>
                  <a:lnTo>
                    <a:pt x="282867" y="2429947"/>
                  </a:lnTo>
                  <a:lnTo>
                    <a:pt x="296337" y="2425356"/>
                  </a:lnTo>
                  <a:lnTo>
                    <a:pt x="309807" y="2420742"/>
                  </a:lnTo>
                  <a:lnTo>
                    <a:pt x="323277" y="2416104"/>
                  </a:lnTo>
                  <a:lnTo>
                    <a:pt x="336746" y="2411443"/>
                  </a:lnTo>
                  <a:lnTo>
                    <a:pt x="350216" y="2406756"/>
                  </a:lnTo>
                  <a:lnTo>
                    <a:pt x="363686" y="2402045"/>
                  </a:lnTo>
                  <a:lnTo>
                    <a:pt x="377156" y="2397308"/>
                  </a:lnTo>
                  <a:lnTo>
                    <a:pt x="390626" y="2392544"/>
                  </a:lnTo>
                  <a:lnTo>
                    <a:pt x="404096" y="2387754"/>
                  </a:lnTo>
                  <a:lnTo>
                    <a:pt x="417566" y="2382937"/>
                  </a:lnTo>
                  <a:lnTo>
                    <a:pt x="431036" y="2378092"/>
                  </a:lnTo>
                  <a:lnTo>
                    <a:pt x="444505" y="2373217"/>
                  </a:lnTo>
                  <a:lnTo>
                    <a:pt x="457975" y="2368312"/>
                  </a:lnTo>
                  <a:lnTo>
                    <a:pt x="471445" y="2363374"/>
                  </a:lnTo>
                  <a:lnTo>
                    <a:pt x="484915" y="2358404"/>
                  </a:lnTo>
                  <a:lnTo>
                    <a:pt x="498385" y="2353399"/>
                  </a:lnTo>
                  <a:lnTo>
                    <a:pt x="511855" y="2348359"/>
                  </a:lnTo>
                  <a:lnTo>
                    <a:pt x="525325" y="2343281"/>
                  </a:lnTo>
                  <a:lnTo>
                    <a:pt x="538795" y="2338164"/>
                  </a:lnTo>
                  <a:lnTo>
                    <a:pt x="552264" y="2333007"/>
                  </a:lnTo>
                  <a:lnTo>
                    <a:pt x="565734" y="2327808"/>
                  </a:lnTo>
                  <a:lnTo>
                    <a:pt x="579204" y="2322566"/>
                  </a:lnTo>
                  <a:lnTo>
                    <a:pt x="592674" y="2317279"/>
                  </a:lnTo>
                  <a:lnTo>
                    <a:pt x="606144" y="2311946"/>
                  </a:lnTo>
                  <a:lnTo>
                    <a:pt x="619614" y="2306565"/>
                  </a:lnTo>
                  <a:lnTo>
                    <a:pt x="633084" y="2301134"/>
                  </a:lnTo>
                  <a:lnTo>
                    <a:pt x="646554" y="2295651"/>
                  </a:lnTo>
                  <a:lnTo>
                    <a:pt x="660024" y="2290116"/>
                  </a:lnTo>
                  <a:lnTo>
                    <a:pt x="673493" y="2284526"/>
                  </a:lnTo>
                  <a:lnTo>
                    <a:pt x="686963" y="2278880"/>
                  </a:lnTo>
                  <a:lnTo>
                    <a:pt x="700433" y="2273175"/>
                  </a:lnTo>
                  <a:lnTo>
                    <a:pt x="713903" y="2267411"/>
                  </a:lnTo>
                  <a:lnTo>
                    <a:pt x="727373" y="2261584"/>
                  </a:lnTo>
                  <a:lnTo>
                    <a:pt x="740843" y="2255695"/>
                  </a:lnTo>
                  <a:lnTo>
                    <a:pt x="754313" y="2249740"/>
                  </a:lnTo>
                  <a:lnTo>
                    <a:pt x="767783" y="2243719"/>
                  </a:lnTo>
                  <a:lnTo>
                    <a:pt x="781252" y="2237629"/>
                  </a:lnTo>
                  <a:lnTo>
                    <a:pt x="794722" y="2231469"/>
                  </a:lnTo>
                  <a:lnTo>
                    <a:pt x="808192" y="2225238"/>
                  </a:lnTo>
                  <a:lnTo>
                    <a:pt x="821662" y="2218933"/>
                  </a:lnTo>
                  <a:lnTo>
                    <a:pt x="835132" y="2212554"/>
                  </a:lnTo>
                  <a:lnTo>
                    <a:pt x="848602" y="2206099"/>
                  </a:lnTo>
                  <a:lnTo>
                    <a:pt x="862072" y="2199567"/>
                  </a:lnTo>
                  <a:lnTo>
                    <a:pt x="875542" y="2192957"/>
                  </a:lnTo>
                  <a:lnTo>
                    <a:pt x="889011" y="2186268"/>
                  </a:lnTo>
                  <a:lnTo>
                    <a:pt x="902481" y="2179498"/>
                  </a:lnTo>
                  <a:lnTo>
                    <a:pt x="915951" y="2172648"/>
                  </a:lnTo>
                  <a:lnTo>
                    <a:pt x="929421" y="2165718"/>
                  </a:lnTo>
                  <a:lnTo>
                    <a:pt x="942891" y="2158706"/>
                  </a:lnTo>
                  <a:lnTo>
                    <a:pt x="956361" y="2151613"/>
                  </a:lnTo>
                  <a:lnTo>
                    <a:pt x="969831" y="2144440"/>
                  </a:lnTo>
                  <a:lnTo>
                    <a:pt x="983301" y="2137187"/>
                  </a:lnTo>
                  <a:lnTo>
                    <a:pt x="996770" y="2129855"/>
                  </a:lnTo>
                  <a:lnTo>
                    <a:pt x="1010240" y="2122444"/>
                  </a:lnTo>
                  <a:lnTo>
                    <a:pt x="1023710" y="2114958"/>
                  </a:lnTo>
                  <a:lnTo>
                    <a:pt x="1037180" y="2107397"/>
                  </a:lnTo>
                  <a:lnTo>
                    <a:pt x="1050650" y="2099763"/>
                  </a:lnTo>
                  <a:lnTo>
                    <a:pt x="1064120" y="2092060"/>
                  </a:lnTo>
                  <a:lnTo>
                    <a:pt x="1077590" y="2084289"/>
                  </a:lnTo>
                  <a:lnTo>
                    <a:pt x="1091060" y="2076455"/>
                  </a:lnTo>
                  <a:lnTo>
                    <a:pt x="1104529" y="2068559"/>
                  </a:lnTo>
                  <a:lnTo>
                    <a:pt x="1117999" y="2060607"/>
                  </a:lnTo>
                  <a:lnTo>
                    <a:pt x="1131469" y="2052601"/>
                  </a:lnTo>
                  <a:lnTo>
                    <a:pt x="1144939" y="2044546"/>
                  </a:lnTo>
                  <a:lnTo>
                    <a:pt x="1158409" y="2036446"/>
                  </a:lnTo>
                  <a:lnTo>
                    <a:pt x="1171879" y="2028306"/>
                  </a:lnTo>
                  <a:lnTo>
                    <a:pt x="1185349" y="2020130"/>
                  </a:lnTo>
                  <a:lnTo>
                    <a:pt x="1198819" y="2011923"/>
                  </a:lnTo>
                  <a:lnTo>
                    <a:pt x="1212289" y="2003691"/>
                  </a:lnTo>
                  <a:lnTo>
                    <a:pt x="1225758" y="1995438"/>
                  </a:lnTo>
                  <a:lnTo>
                    <a:pt x="1239228" y="1987170"/>
                  </a:lnTo>
                  <a:lnTo>
                    <a:pt x="1252698" y="1978891"/>
                  </a:lnTo>
                  <a:lnTo>
                    <a:pt x="1266168" y="1970608"/>
                  </a:lnTo>
                  <a:lnTo>
                    <a:pt x="1279638" y="1962325"/>
                  </a:lnTo>
                  <a:lnTo>
                    <a:pt x="1293108" y="1954048"/>
                  </a:lnTo>
                  <a:lnTo>
                    <a:pt x="1306578" y="1945782"/>
                  </a:lnTo>
                  <a:lnTo>
                    <a:pt x="1320048" y="1937532"/>
                  </a:lnTo>
                  <a:lnTo>
                    <a:pt x="1333517" y="1929305"/>
                  </a:lnTo>
                  <a:lnTo>
                    <a:pt x="1346987" y="1921105"/>
                  </a:lnTo>
                  <a:lnTo>
                    <a:pt x="1360457" y="1912937"/>
                  </a:lnTo>
                  <a:lnTo>
                    <a:pt x="1373927" y="1904805"/>
                  </a:lnTo>
                  <a:lnTo>
                    <a:pt x="1387397" y="1896711"/>
                  </a:lnTo>
                  <a:lnTo>
                    <a:pt x="1400867" y="1888657"/>
                  </a:lnTo>
                  <a:lnTo>
                    <a:pt x="1414337" y="1880644"/>
                  </a:lnTo>
                  <a:lnTo>
                    <a:pt x="1427807" y="1872675"/>
                  </a:lnTo>
                  <a:lnTo>
                    <a:pt x="1441276" y="1864749"/>
                  </a:lnTo>
                  <a:lnTo>
                    <a:pt x="1454746" y="1856868"/>
                  </a:lnTo>
                  <a:lnTo>
                    <a:pt x="1468216" y="1849034"/>
                  </a:lnTo>
                  <a:lnTo>
                    <a:pt x="1481686" y="1841245"/>
                  </a:lnTo>
                  <a:lnTo>
                    <a:pt x="1495156" y="1833504"/>
                  </a:lnTo>
                  <a:lnTo>
                    <a:pt x="1508626" y="1825809"/>
                  </a:lnTo>
                  <a:lnTo>
                    <a:pt x="1522096" y="1818162"/>
                  </a:lnTo>
                  <a:lnTo>
                    <a:pt x="1535566" y="1810563"/>
                  </a:lnTo>
                  <a:lnTo>
                    <a:pt x="1549035" y="1803010"/>
                  </a:lnTo>
                  <a:lnTo>
                    <a:pt x="1562505" y="1795505"/>
                  </a:lnTo>
                  <a:lnTo>
                    <a:pt x="1575975" y="1788046"/>
                  </a:lnTo>
                  <a:lnTo>
                    <a:pt x="1589445" y="1780634"/>
                  </a:lnTo>
                  <a:lnTo>
                    <a:pt x="1602915" y="1773267"/>
                  </a:lnTo>
                  <a:lnTo>
                    <a:pt x="1616385" y="1765945"/>
                  </a:lnTo>
                  <a:lnTo>
                    <a:pt x="1629855" y="1758668"/>
                  </a:lnTo>
                  <a:lnTo>
                    <a:pt x="1643325" y="1751435"/>
                  </a:lnTo>
                  <a:lnTo>
                    <a:pt x="1656794" y="1744244"/>
                  </a:lnTo>
                  <a:lnTo>
                    <a:pt x="1670264" y="1737095"/>
                  </a:lnTo>
                  <a:lnTo>
                    <a:pt x="1683734" y="1729987"/>
                  </a:lnTo>
                  <a:lnTo>
                    <a:pt x="1697204" y="1719374"/>
                  </a:lnTo>
                  <a:lnTo>
                    <a:pt x="1710674" y="1707369"/>
                  </a:lnTo>
                  <a:lnTo>
                    <a:pt x="1724144" y="1695330"/>
                  </a:lnTo>
                  <a:lnTo>
                    <a:pt x="1737614" y="1683262"/>
                  </a:lnTo>
                  <a:lnTo>
                    <a:pt x="1751084" y="1671169"/>
                  </a:lnTo>
                  <a:lnTo>
                    <a:pt x="1764554" y="1659057"/>
                  </a:lnTo>
                  <a:lnTo>
                    <a:pt x="1778023" y="1646929"/>
                  </a:lnTo>
                  <a:lnTo>
                    <a:pt x="1791493" y="1634792"/>
                  </a:lnTo>
                  <a:lnTo>
                    <a:pt x="1804963" y="1622650"/>
                  </a:lnTo>
                  <a:lnTo>
                    <a:pt x="1818433" y="1610508"/>
                  </a:lnTo>
                  <a:lnTo>
                    <a:pt x="1831903" y="1598371"/>
                  </a:lnTo>
                  <a:lnTo>
                    <a:pt x="1845373" y="1586246"/>
                  </a:lnTo>
                  <a:lnTo>
                    <a:pt x="1858843" y="1574138"/>
                  </a:lnTo>
                  <a:lnTo>
                    <a:pt x="1872313" y="1562052"/>
                  </a:lnTo>
                  <a:lnTo>
                    <a:pt x="1885782" y="1549994"/>
                  </a:lnTo>
                  <a:lnTo>
                    <a:pt x="1899252" y="1537970"/>
                  </a:lnTo>
                  <a:lnTo>
                    <a:pt x="1912722" y="1525987"/>
                  </a:lnTo>
                  <a:lnTo>
                    <a:pt x="1926192" y="1514050"/>
                  </a:lnTo>
                  <a:lnTo>
                    <a:pt x="1939662" y="1502165"/>
                  </a:lnTo>
                  <a:lnTo>
                    <a:pt x="1953132" y="1490339"/>
                  </a:lnTo>
                  <a:lnTo>
                    <a:pt x="1966602" y="1478578"/>
                  </a:lnTo>
                  <a:lnTo>
                    <a:pt x="1980072" y="1466889"/>
                  </a:lnTo>
                  <a:lnTo>
                    <a:pt x="1993541" y="1455277"/>
                  </a:lnTo>
                  <a:lnTo>
                    <a:pt x="2007011" y="1443751"/>
                  </a:lnTo>
                  <a:lnTo>
                    <a:pt x="2020481" y="1432316"/>
                  </a:lnTo>
                  <a:lnTo>
                    <a:pt x="2033951" y="1420978"/>
                  </a:lnTo>
                  <a:lnTo>
                    <a:pt x="2047421" y="1409746"/>
                  </a:lnTo>
                  <a:lnTo>
                    <a:pt x="2060891" y="1398621"/>
                  </a:lnTo>
                  <a:lnTo>
                    <a:pt x="2074361" y="1387605"/>
                  </a:lnTo>
                  <a:lnTo>
                    <a:pt x="2087831" y="1376696"/>
                  </a:lnTo>
                  <a:lnTo>
                    <a:pt x="2101300" y="1365894"/>
                  </a:lnTo>
                  <a:lnTo>
                    <a:pt x="2114770" y="1355199"/>
                  </a:lnTo>
                  <a:lnTo>
                    <a:pt x="2128240" y="1344610"/>
                  </a:lnTo>
                  <a:lnTo>
                    <a:pt x="2141710" y="1334126"/>
                  </a:lnTo>
                  <a:lnTo>
                    <a:pt x="2155180" y="1323746"/>
                  </a:lnTo>
                  <a:lnTo>
                    <a:pt x="2168650" y="1313469"/>
                  </a:lnTo>
                  <a:lnTo>
                    <a:pt x="2182120" y="1303294"/>
                  </a:lnTo>
                  <a:lnTo>
                    <a:pt x="2195590" y="1293221"/>
                  </a:lnTo>
                  <a:lnTo>
                    <a:pt x="2209059" y="1283248"/>
                  </a:lnTo>
                  <a:lnTo>
                    <a:pt x="2222529" y="1273373"/>
                  </a:lnTo>
                  <a:lnTo>
                    <a:pt x="2235999" y="1263596"/>
                  </a:lnTo>
                  <a:lnTo>
                    <a:pt x="2249469" y="1253915"/>
                  </a:lnTo>
                  <a:lnTo>
                    <a:pt x="2262939" y="1244329"/>
                  </a:lnTo>
                  <a:lnTo>
                    <a:pt x="2276409" y="1234835"/>
                  </a:lnTo>
                  <a:lnTo>
                    <a:pt x="2289879" y="1225432"/>
                  </a:lnTo>
                  <a:lnTo>
                    <a:pt x="2303349" y="1216118"/>
                  </a:lnTo>
                  <a:lnTo>
                    <a:pt x="2316819" y="1206892"/>
                  </a:lnTo>
                  <a:lnTo>
                    <a:pt x="2330288" y="1197752"/>
                  </a:lnTo>
                  <a:lnTo>
                    <a:pt x="2343758" y="1188695"/>
                  </a:lnTo>
                  <a:lnTo>
                    <a:pt x="2357228" y="1179720"/>
                  </a:lnTo>
                  <a:lnTo>
                    <a:pt x="2370698" y="1170824"/>
                  </a:lnTo>
                  <a:lnTo>
                    <a:pt x="2384168" y="1162005"/>
                  </a:lnTo>
                  <a:lnTo>
                    <a:pt x="2397638" y="1153261"/>
                  </a:lnTo>
                  <a:lnTo>
                    <a:pt x="2411108" y="1144589"/>
                  </a:lnTo>
                  <a:lnTo>
                    <a:pt x="2424578" y="1135987"/>
                  </a:lnTo>
                  <a:lnTo>
                    <a:pt x="2438047" y="1127452"/>
                  </a:lnTo>
                  <a:lnTo>
                    <a:pt x="2451517" y="1118982"/>
                  </a:lnTo>
                  <a:lnTo>
                    <a:pt x="2464987" y="1110574"/>
                  </a:lnTo>
                  <a:lnTo>
                    <a:pt x="2478457" y="1102226"/>
                  </a:lnTo>
                  <a:lnTo>
                    <a:pt x="2491927" y="1093934"/>
                  </a:lnTo>
                  <a:lnTo>
                    <a:pt x="2505397" y="1085695"/>
                  </a:lnTo>
                  <a:lnTo>
                    <a:pt x="2518867" y="1077508"/>
                  </a:lnTo>
                  <a:lnTo>
                    <a:pt x="2532337" y="1069368"/>
                  </a:lnTo>
                  <a:lnTo>
                    <a:pt x="2545806" y="1061273"/>
                  </a:lnTo>
                  <a:lnTo>
                    <a:pt x="2559276" y="1053220"/>
                  </a:lnTo>
                  <a:lnTo>
                    <a:pt x="2572746" y="1045206"/>
                  </a:lnTo>
                  <a:lnTo>
                    <a:pt x="2586216" y="1037228"/>
                  </a:lnTo>
                  <a:lnTo>
                    <a:pt x="2599686" y="1029282"/>
                  </a:lnTo>
                  <a:lnTo>
                    <a:pt x="2613156" y="1021366"/>
                  </a:lnTo>
                  <a:lnTo>
                    <a:pt x="2626626" y="1013475"/>
                  </a:lnTo>
                  <a:lnTo>
                    <a:pt x="2640096" y="1005608"/>
                  </a:lnTo>
                  <a:lnTo>
                    <a:pt x="2653565" y="997762"/>
                  </a:lnTo>
                  <a:lnTo>
                    <a:pt x="2667035" y="989931"/>
                  </a:lnTo>
                  <a:lnTo>
                    <a:pt x="2680505" y="982115"/>
                  </a:lnTo>
                  <a:lnTo>
                    <a:pt x="2693975" y="974309"/>
                  </a:lnTo>
                  <a:lnTo>
                    <a:pt x="2707445" y="966510"/>
                  </a:lnTo>
                  <a:lnTo>
                    <a:pt x="2720915" y="958716"/>
                  </a:lnTo>
                  <a:lnTo>
                    <a:pt x="2734385" y="950923"/>
                  </a:lnTo>
                  <a:lnTo>
                    <a:pt x="2747855" y="943129"/>
                  </a:lnTo>
                  <a:lnTo>
                    <a:pt x="2761324" y="935330"/>
                  </a:lnTo>
                  <a:lnTo>
                    <a:pt x="2774794" y="927523"/>
                  </a:lnTo>
                  <a:lnTo>
                    <a:pt x="2788264" y="919706"/>
                  </a:lnTo>
                  <a:lnTo>
                    <a:pt x="2801734" y="911875"/>
                  </a:lnTo>
                  <a:lnTo>
                    <a:pt x="2815204" y="904029"/>
                  </a:lnTo>
                  <a:lnTo>
                    <a:pt x="2828674" y="896164"/>
                  </a:lnTo>
                  <a:lnTo>
                    <a:pt x="2842144" y="888277"/>
                  </a:lnTo>
                  <a:lnTo>
                    <a:pt x="2855614" y="880368"/>
                  </a:lnTo>
                  <a:lnTo>
                    <a:pt x="2869084" y="872431"/>
                  </a:lnTo>
                  <a:lnTo>
                    <a:pt x="2882553" y="864467"/>
                  </a:lnTo>
                  <a:lnTo>
                    <a:pt x="2896023" y="856472"/>
                  </a:lnTo>
                  <a:lnTo>
                    <a:pt x="2909493" y="848444"/>
                  </a:lnTo>
                  <a:lnTo>
                    <a:pt x="2922963" y="840380"/>
                  </a:lnTo>
                  <a:lnTo>
                    <a:pt x="2936433" y="832280"/>
                  </a:lnTo>
                  <a:lnTo>
                    <a:pt x="2949903" y="824141"/>
                  </a:lnTo>
                  <a:lnTo>
                    <a:pt x="2963373" y="815962"/>
                  </a:lnTo>
                  <a:lnTo>
                    <a:pt x="2976843" y="807740"/>
                  </a:lnTo>
                  <a:lnTo>
                    <a:pt x="2990312" y="799474"/>
                  </a:lnTo>
                  <a:lnTo>
                    <a:pt x="3003782" y="791163"/>
                  </a:lnTo>
                  <a:lnTo>
                    <a:pt x="3017252" y="782804"/>
                  </a:lnTo>
                  <a:lnTo>
                    <a:pt x="3030722" y="774397"/>
                  </a:lnTo>
                  <a:lnTo>
                    <a:pt x="3044192" y="765941"/>
                  </a:lnTo>
                  <a:lnTo>
                    <a:pt x="3057662" y="757433"/>
                  </a:lnTo>
                  <a:lnTo>
                    <a:pt x="3071132" y="748874"/>
                  </a:lnTo>
                  <a:lnTo>
                    <a:pt x="3084602" y="740261"/>
                  </a:lnTo>
                  <a:lnTo>
                    <a:pt x="3098071" y="731594"/>
                  </a:lnTo>
                  <a:lnTo>
                    <a:pt x="3111541" y="722872"/>
                  </a:lnTo>
                  <a:lnTo>
                    <a:pt x="3125011" y="714095"/>
                  </a:lnTo>
                  <a:lnTo>
                    <a:pt x="3138481" y="705260"/>
                  </a:lnTo>
                  <a:lnTo>
                    <a:pt x="3151951" y="696368"/>
                  </a:lnTo>
                  <a:lnTo>
                    <a:pt x="3165421" y="687417"/>
                  </a:lnTo>
                  <a:lnTo>
                    <a:pt x="3178891" y="678408"/>
                  </a:lnTo>
                  <a:lnTo>
                    <a:pt x="3192361" y="669339"/>
                  </a:lnTo>
                  <a:lnTo>
                    <a:pt x="3205830" y="660210"/>
                  </a:lnTo>
                  <a:lnTo>
                    <a:pt x="3219300" y="651020"/>
                  </a:lnTo>
                  <a:lnTo>
                    <a:pt x="3232770" y="641769"/>
                  </a:lnTo>
                  <a:lnTo>
                    <a:pt x="3246240" y="632456"/>
                  </a:lnTo>
                  <a:lnTo>
                    <a:pt x="3259710" y="623081"/>
                  </a:lnTo>
                  <a:lnTo>
                    <a:pt x="3273180" y="613646"/>
                  </a:lnTo>
                  <a:lnTo>
                    <a:pt x="3286650" y="604151"/>
                  </a:lnTo>
                  <a:lnTo>
                    <a:pt x="3300120" y="594596"/>
                  </a:lnTo>
                  <a:lnTo>
                    <a:pt x="3313589" y="584982"/>
                  </a:lnTo>
                  <a:lnTo>
                    <a:pt x="3327059" y="575310"/>
                  </a:lnTo>
                  <a:lnTo>
                    <a:pt x="3340529" y="565580"/>
                  </a:lnTo>
                  <a:lnTo>
                    <a:pt x="3353999" y="555793"/>
                  </a:lnTo>
                  <a:lnTo>
                    <a:pt x="3367469" y="545949"/>
                  </a:lnTo>
                  <a:lnTo>
                    <a:pt x="3380939" y="536048"/>
                  </a:lnTo>
                  <a:lnTo>
                    <a:pt x="3394409" y="526092"/>
                  </a:lnTo>
                  <a:lnTo>
                    <a:pt x="3407879" y="516080"/>
                  </a:lnTo>
                  <a:lnTo>
                    <a:pt x="3421349" y="506014"/>
                  </a:lnTo>
                  <a:lnTo>
                    <a:pt x="3434818" y="495893"/>
                  </a:lnTo>
                  <a:lnTo>
                    <a:pt x="3448288" y="485717"/>
                  </a:lnTo>
                  <a:lnTo>
                    <a:pt x="3461758" y="475488"/>
                  </a:lnTo>
                  <a:lnTo>
                    <a:pt x="3475228" y="465205"/>
                  </a:lnTo>
                  <a:lnTo>
                    <a:pt x="3488698" y="454869"/>
                  </a:lnTo>
                  <a:lnTo>
                    <a:pt x="3502168" y="444480"/>
                  </a:lnTo>
                  <a:lnTo>
                    <a:pt x="3515638" y="434039"/>
                  </a:lnTo>
                  <a:lnTo>
                    <a:pt x="3529108" y="423545"/>
                  </a:lnTo>
                  <a:lnTo>
                    <a:pt x="3542577" y="413000"/>
                  </a:lnTo>
                  <a:lnTo>
                    <a:pt x="3556047" y="402402"/>
                  </a:lnTo>
                  <a:lnTo>
                    <a:pt x="3569517" y="391753"/>
                  </a:lnTo>
                  <a:lnTo>
                    <a:pt x="3582987" y="381053"/>
                  </a:lnTo>
                  <a:lnTo>
                    <a:pt x="3596457" y="370302"/>
                  </a:lnTo>
                  <a:lnTo>
                    <a:pt x="3609927" y="359500"/>
                  </a:lnTo>
                  <a:lnTo>
                    <a:pt x="3623397" y="348647"/>
                  </a:lnTo>
                  <a:lnTo>
                    <a:pt x="3636867" y="337743"/>
                  </a:lnTo>
                  <a:lnTo>
                    <a:pt x="3650336" y="326789"/>
                  </a:lnTo>
                  <a:lnTo>
                    <a:pt x="3663806" y="315785"/>
                  </a:lnTo>
                  <a:lnTo>
                    <a:pt x="3677276" y="304731"/>
                  </a:lnTo>
                  <a:lnTo>
                    <a:pt x="3690746" y="293627"/>
                  </a:lnTo>
                  <a:lnTo>
                    <a:pt x="3704216" y="282473"/>
                  </a:lnTo>
                  <a:lnTo>
                    <a:pt x="3717686" y="271270"/>
                  </a:lnTo>
                  <a:lnTo>
                    <a:pt x="3731156" y="260016"/>
                  </a:lnTo>
                  <a:lnTo>
                    <a:pt x="3744626" y="248714"/>
                  </a:lnTo>
                  <a:lnTo>
                    <a:pt x="3758095" y="237361"/>
                  </a:lnTo>
                  <a:lnTo>
                    <a:pt x="3771565" y="225960"/>
                  </a:lnTo>
                  <a:lnTo>
                    <a:pt x="3785035" y="214509"/>
                  </a:lnTo>
                  <a:lnTo>
                    <a:pt x="3798505" y="203009"/>
                  </a:lnTo>
                  <a:lnTo>
                    <a:pt x="3811975" y="191459"/>
                  </a:lnTo>
                  <a:lnTo>
                    <a:pt x="3825445" y="179861"/>
                  </a:lnTo>
                  <a:lnTo>
                    <a:pt x="3838915" y="168213"/>
                  </a:lnTo>
                  <a:lnTo>
                    <a:pt x="3852385" y="156517"/>
                  </a:lnTo>
                  <a:lnTo>
                    <a:pt x="3865854" y="144771"/>
                  </a:lnTo>
                  <a:lnTo>
                    <a:pt x="3879324" y="132977"/>
                  </a:lnTo>
                  <a:lnTo>
                    <a:pt x="3892794" y="121133"/>
                  </a:lnTo>
                  <a:lnTo>
                    <a:pt x="3906264" y="109240"/>
                  </a:lnTo>
                  <a:lnTo>
                    <a:pt x="3919734" y="97298"/>
                  </a:lnTo>
                  <a:lnTo>
                    <a:pt x="3933204" y="85308"/>
                  </a:lnTo>
                  <a:lnTo>
                    <a:pt x="3946674" y="73268"/>
                  </a:lnTo>
                  <a:lnTo>
                    <a:pt x="3960144" y="61179"/>
                  </a:lnTo>
                  <a:lnTo>
                    <a:pt x="3973614" y="49042"/>
                  </a:lnTo>
                  <a:lnTo>
                    <a:pt x="3987083" y="36855"/>
                  </a:lnTo>
                  <a:lnTo>
                    <a:pt x="4000553" y="24619"/>
                  </a:lnTo>
                  <a:lnTo>
                    <a:pt x="4014023" y="12334"/>
                  </a:lnTo>
                  <a:lnTo>
                    <a:pt x="4027493" y="0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70358" y="4376779"/>
              <a:ext cx="4027493" cy="1963805"/>
            </a:xfrm>
            <a:custGeom>
              <a:avLst/>
              <a:pathLst>
                <a:path w="4027493" h="1963805">
                  <a:moveTo>
                    <a:pt x="4027493" y="0"/>
                  </a:moveTo>
                  <a:lnTo>
                    <a:pt x="4014023" y="3046"/>
                  </a:lnTo>
                  <a:lnTo>
                    <a:pt x="4000553" y="6094"/>
                  </a:lnTo>
                  <a:lnTo>
                    <a:pt x="3987083" y="9144"/>
                  </a:lnTo>
                  <a:lnTo>
                    <a:pt x="3973614" y="12196"/>
                  </a:lnTo>
                  <a:lnTo>
                    <a:pt x="3960144" y="15251"/>
                  </a:lnTo>
                  <a:lnTo>
                    <a:pt x="3946674" y="18308"/>
                  </a:lnTo>
                  <a:lnTo>
                    <a:pt x="3933204" y="21368"/>
                  </a:lnTo>
                  <a:lnTo>
                    <a:pt x="3919734" y="24431"/>
                  </a:lnTo>
                  <a:lnTo>
                    <a:pt x="3906264" y="27496"/>
                  </a:lnTo>
                  <a:lnTo>
                    <a:pt x="3892794" y="30565"/>
                  </a:lnTo>
                  <a:lnTo>
                    <a:pt x="3879324" y="33637"/>
                  </a:lnTo>
                  <a:lnTo>
                    <a:pt x="3865854" y="36712"/>
                  </a:lnTo>
                  <a:lnTo>
                    <a:pt x="3852385" y="39791"/>
                  </a:lnTo>
                  <a:lnTo>
                    <a:pt x="3838915" y="42873"/>
                  </a:lnTo>
                  <a:lnTo>
                    <a:pt x="3825445" y="45960"/>
                  </a:lnTo>
                  <a:lnTo>
                    <a:pt x="3811975" y="49050"/>
                  </a:lnTo>
                  <a:lnTo>
                    <a:pt x="3798505" y="52145"/>
                  </a:lnTo>
                  <a:lnTo>
                    <a:pt x="3785035" y="55244"/>
                  </a:lnTo>
                  <a:lnTo>
                    <a:pt x="3771565" y="58348"/>
                  </a:lnTo>
                  <a:lnTo>
                    <a:pt x="3758095" y="61456"/>
                  </a:lnTo>
                  <a:lnTo>
                    <a:pt x="3744626" y="64570"/>
                  </a:lnTo>
                  <a:lnTo>
                    <a:pt x="3731156" y="67690"/>
                  </a:lnTo>
                  <a:lnTo>
                    <a:pt x="3717686" y="70814"/>
                  </a:lnTo>
                  <a:lnTo>
                    <a:pt x="3704216" y="73945"/>
                  </a:lnTo>
                  <a:lnTo>
                    <a:pt x="3690746" y="77081"/>
                  </a:lnTo>
                  <a:lnTo>
                    <a:pt x="3677276" y="80224"/>
                  </a:lnTo>
                  <a:lnTo>
                    <a:pt x="3663806" y="83374"/>
                  </a:lnTo>
                  <a:lnTo>
                    <a:pt x="3650336" y="86530"/>
                  </a:lnTo>
                  <a:lnTo>
                    <a:pt x="3636867" y="89694"/>
                  </a:lnTo>
                  <a:lnTo>
                    <a:pt x="3623397" y="92864"/>
                  </a:lnTo>
                  <a:lnTo>
                    <a:pt x="3609927" y="96043"/>
                  </a:lnTo>
                  <a:lnTo>
                    <a:pt x="3596457" y="99230"/>
                  </a:lnTo>
                  <a:lnTo>
                    <a:pt x="3582987" y="102425"/>
                  </a:lnTo>
                  <a:lnTo>
                    <a:pt x="3569517" y="105629"/>
                  </a:lnTo>
                  <a:lnTo>
                    <a:pt x="3556047" y="108842"/>
                  </a:lnTo>
                  <a:lnTo>
                    <a:pt x="3542577" y="112064"/>
                  </a:lnTo>
                  <a:lnTo>
                    <a:pt x="3529108" y="115296"/>
                  </a:lnTo>
                  <a:lnTo>
                    <a:pt x="3515638" y="118538"/>
                  </a:lnTo>
                  <a:lnTo>
                    <a:pt x="3502168" y="121791"/>
                  </a:lnTo>
                  <a:lnTo>
                    <a:pt x="3488698" y="125055"/>
                  </a:lnTo>
                  <a:lnTo>
                    <a:pt x="3475228" y="128331"/>
                  </a:lnTo>
                  <a:lnTo>
                    <a:pt x="3461758" y="131618"/>
                  </a:lnTo>
                  <a:lnTo>
                    <a:pt x="3448288" y="134918"/>
                  </a:lnTo>
                  <a:lnTo>
                    <a:pt x="3434818" y="138231"/>
                  </a:lnTo>
                  <a:lnTo>
                    <a:pt x="3421349" y="141557"/>
                  </a:lnTo>
                  <a:lnTo>
                    <a:pt x="3407879" y="144897"/>
                  </a:lnTo>
                  <a:lnTo>
                    <a:pt x="3394409" y="148252"/>
                  </a:lnTo>
                  <a:lnTo>
                    <a:pt x="3380939" y="151621"/>
                  </a:lnTo>
                  <a:lnTo>
                    <a:pt x="3367469" y="155006"/>
                  </a:lnTo>
                  <a:lnTo>
                    <a:pt x="3353999" y="158407"/>
                  </a:lnTo>
                  <a:lnTo>
                    <a:pt x="3340529" y="161825"/>
                  </a:lnTo>
                  <a:lnTo>
                    <a:pt x="3327059" y="165261"/>
                  </a:lnTo>
                  <a:lnTo>
                    <a:pt x="3313589" y="168714"/>
                  </a:lnTo>
                  <a:lnTo>
                    <a:pt x="3300120" y="172187"/>
                  </a:lnTo>
                  <a:lnTo>
                    <a:pt x="3286650" y="175678"/>
                  </a:lnTo>
                  <a:lnTo>
                    <a:pt x="3273180" y="179190"/>
                  </a:lnTo>
                  <a:lnTo>
                    <a:pt x="3259710" y="182723"/>
                  </a:lnTo>
                  <a:lnTo>
                    <a:pt x="3246240" y="186278"/>
                  </a:lnTo>
                  <a:lnTo>
                    <a:pt x="3232770" y="189855"/>
                  </a:lnTo>
                  <a:lnTo>
                    <a:pt x="3219300" y="193455"/>
                  </a:lnTo>
                  <a:lnTo>
                    <a:pt x="3205830" y="197082"/>
                  </a:lnTo>
                  <a:lnTo>
                    <a:pt x="3192361" y="200737"/>
                  </a:lnTo>
                  <a:lnTo>
                    <a:pt x="3178891" y="204422"/>
                  </a:lnTo>
                  <a:lnTo>
                    <a:pt x="3165421" y="208140"/>
                  </a:lnTo>
                  <a:lnTo>
                    <a:pt x="3151951" y="211891"/>
                  </a:lnTo>
                  <a:lnTo>
                    <a:pt x="3138481" y="215679"/>
                  </a:lnTo>
                  <a:lnTo>
                    <a:pt x="3125011" y="219505"/>
                  </a:lnTo>
                  <a:lnTo>
                    <a:pt x="3111541" y="223372"/>
                  </a:lnTo>
                  <a:lnTo>
                    <a:pt x="3098071" y="227280"/>
                  </a:lnTo>
                  <a:lnTo>
                    <a:pt x="3084602" y="231231"/>
                  </a:lnTo>
                  <a:lnTo>
                    <a:pt x="3071132" y="235228"/>
                  </a:lnTo>
                  <a:lnTo>
                    <a:pt x="3057662" y="239272"/>
                  </a:lnTo>
                  <a:lnTo>
                    <a:pt x="3044192" y="243363"/>
                  </a:lnTo>
                  <a:lnTo>
                    <a:pt x="3030722" y="247504"/>
                  </a:lnTo>
                  <a:lnTo>
                    <a:pt x="3017252" y="251697"/>
                  </a:lnTo>
                  <a:lnTo>
                    <a:pt x="3003782" y="255941"/>
                  </a:lnTo>
                  <a:lnTo>
                    <a:pt x="2990312" y="260238"/>
                  </a:lnTo>
                  <a:lnTo>
                    <a:pt x="2976843" y="264589"/>
                  </a:lnTo>
                  <a:lnTo>
                    <a:pt x="2963373" y="268995"/>
                  </a:lnTo>
                  <a:lnTo>
                    <a:pt x="2949903" y="273458"/>
                  </a:lnTo>
                  <a:lnTo>
                    <a:pt x="2936433" y="277976"/>
                  </a:lnTo>
                  <a:lnTo>
                    <a:pt x="2922963" y="282552"/>
                  </a:lnTo>
                  <a:lnTo>
                    <a:pt x="2909493" y="287186"/>
                  </a:lnTo>
                  <a:lnTo>
                    <a:pt x="2896023" y="291877"/>
                  </a:lnTo>
                  <a:lnTo>
                    <a:pt x="2882553" y="296627"/>
                  </a:lnTo>
                  <a:lnTo>
                    <a:pt x="2869084" y="301435"/>
                  </a:lnTo>
                  <a:lnTo>
                    <a:pt x="2855614" y="306302"/>
                  </a:lnTo>
                  <a:lnTo>
                    <a:pt x="2842144" y="311226"/>
                  </a:lnTo>
                  <a:lnTo>
                    <a:pt x="2828674" y="316210"/>
                  </a:lnTo>
                  <a:lnTo>
                    <a:pt x="2815204" y="321251"/>
                  </a:lnTo>
                  <a:lnTo>
                    <a:pt x="2801734" y="326349"/>
                  </a:lnTo>
                  <a:lnTo>
                    <a:pt x="2788264" y="331505"/>
                  </a:lnTo>
                  <a:lnTo>
                    <a:pt x="2774794" y="336717"/>
                  </a:lnTo>
                  <a:lnTo>
                    <a:pt x="2761324" y="341986"/>
                  </a:lnTo>
                  <a:lnTo>
                    <a:pt x="2747855" y="347309"/>
                  </a:lnTo>
                  <a:lnTo>
                    <a:pt x="2734385" y="352687"/>
                  </a:lnTo>
                  <a:lnTo>
                    <a:pt x="2720915" y="358118"/>
                  </a:lnTo>
                  <a:lnTo>
                    <a:pt x="2707445" y="363602"/>
                  </a:lnTo>
                  <a:lnTo>
                    <a:pt x="2693975" y="369137"/>
                  </a:lnTo>
                  <a:lnTo>
                    <a:pt x="2680505" y="374723"/>
                  </a:lnTo>
                  <a:lnTo>
                    <a:pt x="2667035" y="380358"/>
                  </a:lnTo>
                  <a:lnTo>
                    <a:pt x="2653565" y="386041"/>
                  </a:lnTo>
                  <a:lnTo>
                    <a:pt x="2640096" y="391771"/>
                  </a:lnTo>
                  <a:lnTo>
                    <a:pt x="2626626" y="397546"/>
                  </a:lnTo>
                  <a:lnTo>
                    <a:pt x="2613156" y="403365"/>
                  </a:lnTo>
                  <a:lnTo>
                    <a:pt x="2599686" y="409227"/>
                  </a:lnTo>
                  <a:lnTo>
                    <a:pt x="2586216" y="415131"/>
                  </a:lnTo>
                  <a:lnTo>
                    <a:pt x="2572746" y="421075"/>
                  </a:lnTo>
                  <a:lnTo>
                    <a:pt x="2559276" y="427057"/>
                  </a:lnTo>
                  <a:lnTo>
                    <a:pt x="2545806" y="433077"/>
                  </a:lnTo>
                  <a:lnTo>
                    <a:pt x="2532337" y="439133"/>
                  </a:lnTo>
                  <a:lnTo>
                    <a:pt x="2518867" y="445223"/>
                  </a:lnTo>
                  <a:lnTo>
                    <a:pt x="2505397" y="451346"/>
                  </a:lnTo>
                  <a:lnTo>
                    <a:pt x="2491927" y="457500"/>
                  </a:lnTo>
                  <a:lnTo>
                    <a:pt x="2478457" y="463685"/>
                  </a:lnTo>
                  <a:lnTo>
                    <a:pt x="2464987" y="469898"/>
                  </a:lnTo>
                  <a:lnTo>
                    <a:pt x="2451517" y="476139"/>
                  </a:lnTo>
                  <a:lnTo>
                    <a:pt x="2438047" y="482406"/>
                  </a:lnTo>
                  <a:lnTo>
                    <a:pt x="2424578" y="488698"/>
                  </a:lnTo>
                  <a:lnTo>
                    <a:pt x="2411108" y="495013"/>
                  </a:lnTo>
                  <a:lnTo>
                    <a:pt x="2397638" y="501350"/>
                  </a:lnTo>
                  <a:lnTo>
                    <a:pt x="2384168" y="507708"/>
                  </a:lnTo>
                  <a:lnTo>
                    <a:pt x="2370698" y="514085"/>
                  </a:lnTo>
                  <a:lnTo>
                    <a:pt x="2357228" y="520481"/>
                  </a:lnTo>
                  <a:lnTo>
                    <a:pt x="2343758" y="526894"/>
                  </a:lnTo>
                  <a:lnTo>
                    <a:pt x="2330288" y="533323"/>
                  </a:lnTo>
                  <a:lnTo>
                    <a:pt x="2316819" y="539767"/>
                  </a:lnTo>
                  <a:lnTo>
                    <a:pt x="2303349" y="546225"/>
                  </a:lnTo>
                  <a:lnTo>
                    <a:pt x="2289879" y="552695"/>
                  </a:lnTo>
                  <a:lnTo>
                    <a:pt x="2276409" y="559178"/>
                  </a:lnTo>
                  <a:lnTo>
                    <a:pt x="2262939" y="565671"/>
                  </a:lnTo>
                  <a:lnTo>
                    <a:pt x="2249469" y="572173"/>
                  </a:lnTo>
                  <a:lnTo>
                    <a:pt x="2235999" y="578685"/>
                  </a:lnTo>
                  <a:lnTo>
                    <a:pt x="2222529" y="585204"/>
                  </a:lnTo>
                  <a:lnTo>
                    <a:pt x="2209059" y="591730"/>
                  </a:lnTo>
                  <a:lnTo>
                    <a:pt x="2195590" y="598263"/>
                  </a:lnTo>
                  <a:lnTo>
                    <a:pt x="2182120" y="604800"/>
                  </a:lnTo>
                  <a:lnTo>
                    <a:pt x="2168650" y="611343"/>
                  </a:lnTo>
                  <a:lnTo>
                    <a:pt x="2155180" y="617889"/>
                  </a:lnTo>
                  <a:lnTo>
                    <a:pt x="2141710" y="624438"/>
                  </a:lnTo>
                  <a:lnTo>
                    <a:pt x="2128240" y="630989"/>
                  </a:lnTo>
                  <a:lnTo>
                    <a:pt x="2114770" y="637542"/>
                  </a:lnTo>
                  <a:lnTo>
                    <a:pt x="2101300" y="644097"/>
                  </a:lnTo>
                  <a:lnTo>
                    <a:pt x="2087831" y="650651"/>
                  </a:lnTo>
                  <a:lnTo>
                    <a:pt x="2074361" y="657205"/>
                  </a:lnTo>
                  <a:lnTo>
                    <a:pt x="2060891" y="663759"/>
                  </a:lnTo>
                  <a:lnTo>
                    <a:pt x="2047421" y="670311"/>
                  </a:lnTo>
                  <a:lnTo>
                    <a:pt x="2033951" y="676862"/>
                  </a:lnTo>
                  <a:lnTo>
                    <a:pt x="2020481" y="683411"/>
                  </a:lnTo>
                  <a:lnTo>
                    <a:pt x="2007011" y="689961"/>
                  </a:lnTo>
                  <a:lnTo>
                    <a:pt x="1993541" y="696513"/>
                  </a:lnTo>
                  <a:lnTo>
                    <a:pt x="1980072" y="703069"/>
                  </a:lnTo>
                  <a:lnTo>
                    <a:pt x="1966602" y="709632"/>
                  </a:lnTo>
                  <a:lnTo>
                    <a:pt x="1953132" y="716201"/>
                  </a:lnTo>
                  <a:lnTo>
                    <a:pt x="1939662" y="722781"/>
                  </a:lnTo>
                  <a:lnTo>
                    <a:pt x="1926192" y="729371"/>
                  </a:lnTo>
                  <a:lnTo>
                    <a:pt x="1912722" y="735974"/>
                  </a:lnTo>
                  <a:lnTo>
                    <a:pt x="1899252" y="742592"/>
                  </a:lnTo>
                  <a:lnTo>
                    <a:pt x="1885782" y="749226"/>
                  </a:lnTo>
                  <a:lnTo>
                    <a:pt x="1872313" y="755878"/>
                  </a:lnTo>
                  <a:lnTo>
                    <a:pt x="1858843" y="762550"/>
                  </a:lnTo>
                  <a:lnTo>
                    <a:pt x="1845373" y="769243"/>
                  </a:lnTo>
                  <a:lnTo>
                    <a:pt x="1831903" y="775959"/>
                  </a:lnTo>
                  <a:lnTo>
                    <a:pt x="1818433" y="782700"/>
                  </a:lnTo>
                  <a:lnTo>
                    <a:pt x="1804963" y="789468"/>
                  </a:lnTo>
                  <a:lnTo>
                    <a:pt x="1791493" y="796263"/>
                  </a:lnTo>
                  <a:lnTo>
                    <a:pt x="1778023" y="803087"/>
                  </a:lnTo>
                  <a:lnTo>
                    <a:pt x="1764554" y="809942"/>
                  </a:lnTo>
                  <a:lnTo>
                    <a:pt x="1751084" y="816830"/>
                  </a:lnTo>
                  <a:lnTo>
                    <a:pt x="1737614" y="823751"/>
                  </a:lnTo>
                  <a:lnTo>
                    <a:pt x="1724144" y="830706"/>
                  </a:lnTo>
                  <a:lnTo>
                    <a:pt x="1710674" y="837698"/>
                  </a:lnTo>
                  <a:lnTo>
                    <a:pt x="1697204" y="844728"/>
                  </a:lnTo>
                  <a:lnTo>
                    <a:pt x="1683734" y="853151"/>
                  </a:lnTo>
                  <a:lnTo>
                    <a:pt x="1670264" y="865076"/>
                  </a:lnTo>
                  <a:lnTo>
                    <a:pt x="1656794" y="876955"/>
                  </a:lnTo>
                  <a:lnTo>
                    <a:pt x="1643325" y="888784"/>
                  </a:lnTo>
                  <a:lnTo>
                    <a:pt x="1629855" y="900559"/>
                  </a:lnTo>
                  <a:lnTo>
                    <a:pt x="1616385" y="912277"/>
                  </a:lnTo>
                  <a:lnTo>
                    <a:pt x="1602915" y="923933"/>
                  </a:lnTo>
                  <a:lnTo>
                    <a:pt x="1589445" y="935525"/>
                  </a:lnTo>
                  <a:lnTo>
                    <a:pt x="1575975" y="947050"/>
                  </a:lnTo>
                  <a:lnTo>
                    <a:pt x="1562505" y="958504"/>
                  </a:lnTo>
                  <a:lnTo>
                    <a:pt x="1549035" y="969885"/>
                  </a:lnTo>
                  <a:lnTo>
                    <a:pt x="1535566" y="981189"/>
                  </a:lnTo>
                  <a:lnTo>
                    <a:pt x="1522096" y="992415"/>
                  </a:lnTo>
                  <a:lnTo>
                    <a:pt x="1508626" y="1003560"/>
                  </a:lnTo>
                  <a:lnTo>
                    <a:pt x="1495156" y="1014621"/>
                  </a:lnTo>
                  <a:lnTo>
                    <a:pt x="1481686" y="1025597"/>
                  </a:lnTo>
                  <a:lnTo>
                    <a:pt x="1468216" y="1036485"/>
                  </a:lnTo>
                  <a:lnTo>
                    <a:pt x="1454746" y="1047285"/>
                  </a:lnTo>
                  <a:lnTo>
                    <a:pt x="1441276" y="1057994"/>
                  </a:lnTo>
                  <a:lnTo>
                    <a:pt x="1427807" y="1068612"/>
                  </a:lnTo>
                  <a:lnTo>
                    <a:pt x="1414337" y="1079137"/>
                  </a:lnTo>
                  <a:lnTo>
                    <a:pt x="1400867" y="1089569"/>
                  </a:lnTo>
                  <a:lnTo>
                    <a:pt x="1387397" y="1099906"/>
                  </a:lnTo>
                  <a:lnTo>
                    <a:pt x="1373927" y="1110149"/>
                  </a:lnTo>
                  <a:lnTo>
                    <a:pt x="1360457" y="1120298"/>
                  </a:lnTo>
                  <a:lnTo>
                    <a:pt x="1346987" y="1130353"/>
                  </a:lnTo>
                  <a:lnTo>
                    <a:pt x="1333517" y="1140316"/>
                  </a:lnTo>
                  <a:lnTo>
                    <a:pt x="1320048" y="1150191"/>
                  </a:lnTo>
                  <a:lnTo>
                    <a:pt x="1306578" y="1159982"/>
                  </a:lnTo>
                  <a:lnTo>
                    <a:pt x="1293108" y="1169695"/>
                  </a:lnTo>
                  <a:lnTo>
                    <a:pt x="1279638" y="1179334"/>
                  </a:lnTo>
                  <a:lnTo>
                    <a:pt x="1266168" y="1188904"/>
                  </a:lnTo>
                  <a:lnTo>
                    <a:pt x="1252698" y="1198409"/>
                  </a:lnTo>
                  <a:lnTo>
                    <a:pt x="1239228" y="1207854"/>
                  </a:lnTo>
                  <a:lnTo>
                    <a:pt x="1225758" y="1217243"/>
                  </a:lnTo>
                  <a:lnTo>
                    <a:pt x="1212289" y="1226581"/>
                  </a:lnTo>
                  <a:lnTo>
                    <a:pt x="1198819" y="1235872"/>
                  </a:lnTo>
                  <a:lnTo>
                    <a:pt x="1185349" y="1245121"/>
                  </a:lnTo>
                  <a:lnTo>
                    <a:pt x="1171879" y="1254331"/>
                  </a:lnTo>
                  <a:lnTo>
                    <a:pt x="1158409" y="1263507"/>
                  </a:lnTo>
                  <a:lnTo>
                    <a:pt x="1144939" y="1272653"/>
                  </a:lnTo>
                  <a:lnTo>
                    <a:pt x="1131469" y="1281772"/>
                  </a:lnTo>
                  <a:lnTo>
                    <a:pt x="1117999" y="1290868"/>
                  </a:lnTo>
                  <a:lnTo>
                    <a:pt x="1104529" y="1299945"/>
                  </a:lnTo>
                  <a:lnTo>
                    <a:pt x="1091060" y="1309004"/>
                  </a:lnTo>
                  <a:lnTo>
                    <a:pt x="1077590" y="1318050"/>
                  </a:lnTo>
                  <a:lnTo>
                    <a:pt x="1064120" y="1327086"/>
                  </a:lnTo>
                  <a:lnTo>
                    <a:pt x="1050650" y="1336112"/>
                  </a:lnTo>
                  <a:lnTo>
                    <a:pt x="1037180" y="1345132"/>
                  </a:lnTo>
                  <a:lnTo>
                    <a:pt x="1023710" y="1354146"/>
                  </a:lnTo>
                  <a:lnTo>
                    <a:pt x="1010240" y="1363158"/>
                  </a:lnTo>
                  <a:lnTo>
                    <a:pt x="996770" y="1372167"/>
                  </a:lnTo>
                  <a:lnTo>
                    <a:pt x="983301" y="1381175"/>
                  </a:lnTo>
                  <a:lnTo>
                    <a:pt x="969831" y="1390182"/>
                  </a:lnTo>
                  <a:lnTo>
                    <a:pt x="956361" y="1399189"/>
                  </a:lnTo>
                  <a:lnTo>
                    <a:pt x="942891" y="1408195"/>
                  </a:lnTo>
                  <a:lnTo>
                    <a:pt x="929421" y="1417201"/>
                  </a:lnTo>
                  <a:lnTo>
                    <a:pt x="915951" y="1426206"/>
                  </a:lnTo>
                  <a:lnTo>
                    <a:pt x="902481" y="1435210"/>
                  </a:lnTo>
                  <a:lnTo>
                    <a:pt x="889011" y="1444210"/>
                  </a:lnTo>
                  <a:lnTo>
                    <a:pt x="875542" y="1453208"/>
                  </a:lnTo>
                  <a:lnTo>
                    <a:pt x="862072" y="1462200"/>
                  </a:lnTo>
                  <a:lnTo>
                    <a:pt x="848602" y="1471187"/>
                  </a:lnTo>
                  <a:lnTo>
                    <a:pt x="835132" y="1480166"/>
                  </a:lnTo>
                  <a:lnTo>
                    <a:pt x="821662" y="1489136"/>
                  </a:lnTo>
                  <a:lnTo>
                    <a:pt x="808192" y="1498096"/>
                  </a:lnTo>
                  <a:lnTo>
                    <a:pt x="794722" y="1507043"/>
                  </a:lnTo>
                  <a:lnTo>
                    <a:pt x="781252" y="1515975"/>
                  </a:lnTo>
                  <a:lnTo>
                    <a:pt x="767783" y="1524892"/>
                  </a:lnTo>
                  <a:lnTo>
                    <a:pt x="754313" y="1533791"/>
                  </a:lnTo>
                  <a:lnTo>
                    <a:pt x="740843" y="1542670"/>
                  </a:lnTo>
                  <a:lnTo>
                    <a:pt x="727373" y="1551527"/>
                  </a:lnTo>
                  <a:lnTo>
                    <a:pt x="713903" y="1560361"/>
                  </a:lnTo>
                  <a:lnTo>
                    <a:pt x="700433" y="1569170"/>
                  </a:lnTo>
                  <a:lnTo>
                    <a:pt x="686963" y="1577952"/>
                  </a:lnTo>
                  <a:lnTo>
                    <a:pt x="673493" y="1586704"/>
                  </a:lnTo>
                  <a:lnTo>
                    <a:pt x="660024" y="1595426"/>
                  </a:lnTo>
                  <a:lnTo>
                    <a:pt x="646554" y="1604116"/>
                  </a:lnTo>
                  <a:lnTo>
                    <a:pt x="633084" y="1612771"/>
                  </a:lnTo>
                  <a:lnTo>
                    <a:pt x="619614" y="1621391"/>
                  </a:lnTo>
                  <a:lnTo>
                    <a:pt x="606144" y="1629973"/>
                  </a:lnTo>
                  <a:lnTo>
                    <a:pt x="592674" y="1638517"/>
                  </a:lnTo>
                  <a:lnTo>
                    <a:pt x="579204" y="1647019"/>
                  </a:lnTo>
                  <a:lnTo>
                    <a:pt x="565734" y="1655480"/>
                  </a:lnTo>
                  <a:lnTo>
                    <a:pt x="552264" y="1663898"/>
                  </a:lnTo>
                  <a:lnTo>
                    <a:pt x="538795" y="1672271"/>
                  </a:lnTo>
                  <a:lnTo>
                    <a:pt x="525325" y="1680597"/>
                  </a:lnTo>
                  <a:lnTo>
                    <a:pt x="511855" y="1688877"/>
                  </a:lnTo>
                  <a:lnTo>
                    <a:pt x="498385" y="1697108"/>
                  </a:lnTo>
                  <a:lnTo>
                    <a:pt x="484915" y="1705289"/>
                  </a:lnTo>
                  <a:lnTo>
                    <a:pt x="471445" y="1713420"/>
                  </a:lnTo>
                  <a:lnTo>
                    <a:pt x="457975" y="1721498"/>
                  </a:lnTo>
                  <a:lnTo>
                    <a:pt x="444505" y="1729524"/>
                  </a:lnTo>
                  <a:lnTo>
                    <a:pt x="431036" y="1737496"/>
                  </a:lnTo>
                  <a:lnTo>
                    <a:pt x="417566" y="1745413"/>
                  </a:lnTo>
                  <a:lnTo>
                    <a:pt x="404096" y="1753275"/>
                  </a:lnTo>
                  <a:lnTo>
                    <a:pt x="390626" y="1761080"/>
                  </a:lnTo>
                  <a:lnTo>
                    <a:pt x="377156" y="1768831"/>
                  </a:lnTo>
                  <a:lnTo>
                    <a:pt x="363686" y="1776525"/>
                  </a:lnTo>
                  <a:lnTo>
                    <a:pt x="350216" y="1784164"/>
                  </a:lnTo>
                  <a:lnTo>
                    <a:pt x="336746" y="1791747"/>
                  </a:lnTo>
                  <a:lnTo>
                    <a:pt x="323277" y="1799274"/>
                  </a:lnTo>
                  <a:lnTo>
                    <a:pt x="309807" y="1806746"/>
                  </a:lnTo>
                  <a:lnTo>
                    <a:pt x="296337" y="1814163"/>
                  </a:lnTo>
                  <a:lnTo>
                    <a:pt x="282867" y="1821525"/>
                  </a:lnTo>
                  <a:lnTo>
                    <a:pt x="269397" y="1828831"/>
                  </a:lnTo>
                  <a:lnTo>
                    <a:pt x="255927" y="1836084"/>
                  </a:lnTo>
                  <a:lnTo>
                    <a:pt x="242457" y="1843281"/>
                  </a:lnTo>
                  <a:lnTo>
                    <a:pt x="228987" y="1850424"/>
                  </a:lnTo>
                  <a:lnTo>
                    <a:pt x="215518" y="1857513"/>
                  </a:lnTo>
                  <a:lnTo>
                    <a:pt x="202048" y="1864548"/>
                  </a:lnTo>
                  <a:lnTo>
                    <a:pt x="188578" y="1871530"/>
                  </a:lnTo>
                  <a:lnTo>
                    <a:pt x="175108" y="1878458"/>
                  </a:lnTo>
                  <a:lnTo>
                    <a:pt x="161638" y="1885334"/>
                  </a:lnTo>
                  <a:lnTo>
                    <a:pt x="148168" y="1892156"/>
                  </a:lnTo>
                  <a:lnTo>
                    <a:pt x="134698" y="1898926"/>
                  </a:lnTo>
                  <a:lnTo>
                    <a:pt x="121228" y="1905644"/>
                  </a:lnTo>
                  <a:lnTo>
                    <a:pt x="107759" y="1912310"/>
                  </a:lnTo>
                  <a:lnTo>
                    <a:pt x="94289" y="1918924"/>
                  </a:lnTo>
                  <a:lnTo>
                    <a:pt x="80819" y="1925487"/>
                  </a:lnTo>
                  <a:lnTo>
                    <a:pt x="67349" y="1931999"/>
                  </a:lnTo>
                  <a:lnTo>
                    <a:pt x="53879" y="1938460"/>
                  </a:lnTo>
                  <a:lnTo>
                    <a:pt x="40409" y="1944871"/>
                  </a:lnTo>
                  <a:lnTo>
                    <a:pt x="26939" y="1951232"/>
                  </a:lnTo>
                  <a:lnTo>
                    <a:pt x="13469" y="1957543"/>
                  </a:lnTo>
                  <a:lnTo>
                    <a:pt x="0" y="1963805"/>
                  </a:lnTo>
                  <a:lnTo>
                    <a:pt x="0" y="1963805"/>
                  </a:lnTo>
                  <a:lnTo>
                    <a:pt x="0" y="196380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70358" y="3968209"/>
              <a:ext cx="4027493" cy="2226034"/>
            </a:xfrm>
            <a:custGeom>
              <a:avLst/>
              <a:pathLst>
                <a:path w="4027493" h="2226034">
                  <a:moveTo>
                    <a:pt x="0" y="2226034"/>
                  </a:moveTo>
                  <a:lnTo>
                    <a:pt x="13469" y="2220559"/>
                  </a:lnTo>
                  <a:lnTo>
                    <a:pt x="26939" y="2215052"/>
                  </a:lnTo>
                  <a:lnTo>
                    <a:pt x="40409" y="2209511"/>
                  </a:lnTo>
                  <a:lnTo>
                    <a:pt x="53879" y="2203938"/>
                  </a:lnTo>
                  <a:lnTo>
                    <a:pt x="67349" y="2198331"/>
                  </a:lnTo>
                  <a:lnTo>
                    <a:pt x="80819" y="2192691"/>
                  </a:lnTo>
                  <a:lnTo>
                    <a:pt x="94289" y="2187017"/>
                  </a:lnTo>
                  <a:lnTo>
                    <a:pt x="107759" y="2181309"/>
                  </a:lnTo>
                  <a:lnTo>
                    <a:pt x="121228" y="2175567"/>
                  </a:lnTo>
                  <a:lnTo>
                    <a:pt x="134698" y="2169791"/>
                  </a:lnTo>
                  <a:lnTo>
                    <a:pt x="148168" y="2163980"/>
                  </a:lnTo>
                  <a:lnTo>
                    <a:pt x="161638" y="2158135"/>
                  </a:lnTo>
                  <a:lnTo>
                    <a:pt x="175108" y="2152254"/>
                  </a:lnTo>
                  <a:lnTo>
                    <a:pt x="188578" y="2146339"/>
                  </a:lnTo>
                  <a:lnTo>
                    <a:pt x="202048" y="2140388"/>
                  </a:lnTo>
                  <a:lnTo>
                    <a:pt x="215518" y="2134402"/>
                  </a:lnTo>
                  <a:lnTo>
                    <a:pt x="228987" y="2128380"/>
                  </a:lnTo>
                  <a:lnTo>
                    <a:pt x="242457" y="2122322"/>
                  </a:lnTo>
                  <a:lnTo>
                    <a:pt x="255927" y="2116228"/>
                  </a:lnTo>
                  <a:lnTo>
                    <a:pt x="269397" y="2110097"/>
                  </a:lnTo>
                  <a:lnTo>
                    <a:pt x="282867" y="2103930"/>
                  </a:lnTo>
                  <a:lnTo>
                    <a:pt x="296337" y="2097726"/>
                  </a:lnTo>
                  <a:lnTo>
                    <a:pt x="309807" y="2091485"/>
                  </a:lnTo>
                  <a:lnTo>
                    <a:pt x="323277" y="2085207"/>
                  </a:lnTo>
                  <a:lnTo>
                    <a:pt x="336746" y="2078891"/>
                  </a:lnTo>
                  <a:lnTo>
                    <a:pt x="350216" y="2072537"/>
                  </a:lnTo>
                  <a:lnTo>
                    <a:pt x="363686" y="2066146"/>
                  </a:lnTo>
                  <a:lnTo>
                    <a:pt x="377156" y="2059716"/>
                  </a:lnTo>
                  <a:lnTo>
                    <a:pt x="390626" y="2053248"/>
                  </a:lnTo>
                  <a:lnTo>
                    <a:pt x="404096" y="2046742"/>
                  </a:lnTo>
                  <a:lnTo>
                    <a:pt x="417566" y="2040196"/>
                  </a:lnTo>
                  <a:lnTo>
                    <a:pt x="431036" y="2033612"/>
                  </a:lnTo>
                  <a:lnTo>
                    <a:pt x="444505" y="2026988"/>
                  </a:lnTo>
                  <a:lnTo>
                    <a:pt x="457975" y="2020325"/>
                  </a:lnTo>
                  <a:lnTo>
                    <a:pt x="471445" y="2013624"/>
                  </a:lnTo>
                  <a:lnTo>
                    <a:pt x="484915" y="2006882"/>
                  </a:lnTo>
                  <a:lnTo>
                    <a:pt x="498385" y="2000102"/>
                  </a:lnTo>
                  <a:lnTo>
                    <a:pt x="511855" y="1993282"/>
                  </a:lnTo>
                  <a:lnTo>
                    <a:pt x="525325" y="1986423"/>
                  </a:lnTo>
                  <a:lnTo>
                    <a:pt x="538795" y="1979525"/>
                  </a:lnTo>
                  <a:lnTo>
                    <a:pt x="552264" y="1972587"/>
                  </a:lnTo>
                  <a:lnTo>
                    <a:pt x="565734" y="1965610"/>
                  </a:lnTo>
                  <a:lnTo>
                    <a:pt x="579204" y="1958594"/>
                  </a:lnTo>
                  <a:lnTo>
                    <a:pt x="592674" y="1951539"/>
                  </a:lnTo>
                  <a:lnTo>
                    <a:pt x="606144" y="1944444"/>
                  </a:lnTo>
                  <a:lnTo>
                    <a:pt x="619614" y="1937310"/>
                  </a:lnTo>
                  <a:lnTo>
                    <a:pt x="633084" y="1930136"/>
                  </a:lnTo>
                  <a:lnTo>
                    <a:pt x="646554" y="1922923"/>
                  </a:lnTo>
                  <a:lnTo>
                    <a:pt x="660024" y="1915671"/>
                  </a:lnTo>
                  <a:lnTo>
                    <a:pt x="673493" y="1908380"/>
                  </a:lnTo>
                  <a:lnTo>
                    <a:pt x="686963" y="1901050"/>
                  </a:lnTo>
                  <a:lnTo>
                    <a:pt x="700433" y="1893680"/>
                  </a:lnTo>
                  <a:lnTo>
                    <a:pt x="713903" y="1886271"/>
                  </a:lnTo>
                  <a:lnTo>
                    <a:pt x="727373" y="1878823"/>
                  </a:lnTo>
                  <a:lnTo>
                    <a:pt x="740843" y="1871336"/>
                  </a:lnTo>
                  <a:lnTo>
                    <a:pt x="754313" y="1863810"/>
                  </a:lnTo>
                  <a:lnTo>
                    <a:pt x="767783" y="1856246"/>
                  </a:lnTo>
                  <a:lnTo>
                    <a:pt x="781252" y="1848642"/>
                  </a:lnTo>
                  <a:lnTo>
                    <a:pt x="794722" y="1840999"/>
                  </a:lnTo>
                  <a:lnTo>
                    <a:pt x="808192" y="1833318"/>
                  </a:lnTo>
                  <a:lnTo>
                    <a:pt x="821662" y="1825598"/>
                  </a:lnTo>
                  <a:lnTo>
                    <a:pt x="835132" y="1817839"/>
                  </a:lnTo>
                  <a:lnTo>
                    <a:pt x="848602" y="1810042"/>
                  </a:lnTo>
                  <a:lnTo>
                    <a:pt x="862072" y="1802207"/>
                  </a:lnTo>
                  <a:lnTo>
                    <a:pt x="875542" y="1794333"/>
                  </a:lnTo>
                  <a:lnTo>
                    <a:pt x="889011" y="1786421"/>
                  </a:lnTo>
                  <a:lnTo>
                    <a:pt x="902481" y="1778471"/>
                  </a:lnTo>
                  <a:lnTo>
                    <a:pt x="915951" y="1770482"/>
                  </a:lnTo>
                  <a:lnTo>
                    <a:pt x="929421" y="1762456"/>
                  </a:lnTo>
                  <a:lnTo>
                    <a:pt x="942891" y="1754393"/>
                  </a:lnTo>
                  <a:lnTo>
                    <a:pt x="956361" y="1746291"/>
                  </a:lnTo>
                  <a:lnTo>
                    <a:pt x="969831" y="1738152"/>
                  </a:lnTo>
                  <a:lnTo>
                    <a:pt x="983301" y="1729976"/>
                  </a:lnTo>
                  <a:lnTo>
                    <a:pt x="996770" y="1721763"/>
                  </a:lnTo>
                  <a:lnTo>
                    <a:pt x="1010240" y="1713512"/>
                  </a:lnTo>
                  <a:lnTo>
                    <a:pt x="1023710" y="1705225"/>
                  </a:lnTo>
                  <a:lnTo>
                    <a:pt x="1037180" y="1696901"/>
                  </a:lnTo>
                  <a:lnTo>
                    <a:pt x="1050650" y="1688540"/>
                  </a:lnTo>
                  <a:lnTo>
                    <a:pt x="1064120" y="1680143"/>
                  </a:lnTo>
                  <a:lnTo>
                    <a:pt x="1077590" y="1671710"/>
                  </a:lnTo>
                  <a:lnTo>
                    <a:pt x="1091060" y="1663240"/>
                  </a:lnTo>
                  <a:lnTo>
                    <a:pt x="1104529" y="1654735"/>
                  </a:lnTo>
                  <a:lnTo>
                    <a:pt x="1117999" y="1646194"/>
                  </a:lnTo>
                  <a:lnTo>
                    <a:pt x="1131469" y="1637618"/>
                  </a:lnTo>
                  <a:lnTo>
                    <a:pt x="1144939" y="1629007"/>
                  </a:lnTo>
                  <a:lnTo>
                    <a:pt x="1158409" y="1620361"/>
                  </a:lnTo>
                  <a:lnTo>
                    <a:pt x="1171879" y="1611680"/>
                  </a:lnTo>
                  <a:lnTo>
                    <a:pt x="1185349" y="1602964"/>
                  </a:lnTo>
                  <a:lnTo>
                    <a:pt x="1198819" y="1594215"/>
                  </a:lnTo>
                  <a:lnTo>
                    <a:pt x="1212289" y="1585431"/>
                  </a:lnTo>
                  <a:lnTo>
                    <a:pt x="1225758" y="1576614"/>
                  </a:lnTo>
                  <a:lnTo>
                    <a:pt x="1239228" y="1567763"/>
                  </a:lnTo>
                  <a:lnTo>
                    <a:pt x="1252698" y="1558879"/>
                  </a:lnTo>
                  <a:lnTo>
                    <a:pt x="1266168" y="1549961"/>
                  </a:lnTo>
                  <a:lnTo>
                    <a:pt x="1279638" y="1541012"/>
                  </a:lnTo>
                  <a:lnTo>
                    <a:pt x="1293108" y="1532030"/>
                  </a:lnTo>
                  <a:lnTo>
                    <a:pt x="1306578" y="1523016"/>
                  </a:lnTo>
                  <a:lnTo>
                    <a:pt x="1320048" y="1513970"/>
                  </a:lnTo>
                  <a:lnTo>
                    <a:pt x="1333517" y="1504893"/>
                  </a:lnTo>
                  <a:lnTo>
                    <a:pt x="1346987" y="1495784"/>
                  </a:lnTo>
                  <a:lnTo>
                    <a:pt x="1360457" y="1486645"/>
                  </a:lnTo>
                  <a:lnTo>
                    <a:pt x="1373927" y="1477476"/>
                  </a:lnTo>
                  <a:lnTo>
                    <a:pt x="1387397" y="1468278"/>
                  </a:lnTo>
                  <a:lnTo>
                    <a:pt x="1400867" y="1459052"/>
                  </a:lnTo>
                  <a:lnTo>
                    <a:pt x="1414337" y="1449800"/>
                  </a:lnTo>
                  <a:lnTo>
                    <a:pt x="1427807" y="1440522"/>
                  </a:lnTo>
                  <a:lnTo>
                    <a:pt x="1441276" y="1431219"/>
                  </a:lnTo>
                  <a:lnTo>
                    <a:pt x="1454746" y="1421894"/>
                  </a:lnTo>
                  <a:lnTo>
                    <a:pt x="1468216" y="1412546"/>
                  </a:lnTo>
                  <a:lnTo>
                    <a:pt x="1481686" y="1403177"/>
                  </a:lnTo>
                  <a:lnTo>
                    <a:pt x="1495156" y="1393789"/>
                  </a:lnTo>
                  <a:lnTo>
                    <a:pt x="1508626" y="1384382"/>
                  </a:lnTo>
                  <a:lnTo>
                    <a:pt x="1522096" y="1374958"/>
                  </a:lnTo>
                  <a:lnTo>
                    <a:pt x="1535566" y="1365519"/>
                  </a:lnTo>
                  <a:lnTo>
                    <a:pt x="1549035" y="1356065"/>
                  </a:lnTo>
                  <a:lnTo>
                    <a:pt x="1562505" y="1346598"/>
                  </a:lnTo>
                  <a:lnTo>
                    <a:pt x="1575975" y="1337119"/>
                  </a:lnTo>
                  <a:lnTo>
                    <a:pt x="1589445" y="1327630"/>
                  </a:lnTo>
                  <a:lnTo>
                    <a:pt x="1602915" y="1318132"/>
                  </a:lnTo>
                  <a:lnTo>
                    <a:pt x="1616385" y="1308627"/>
                  </a:lnTo>
                  <a:lnTo>
                    <a:pt x="1629855" y="1299116"/>
                  </a:lnTo>
                  <a:lnTo>
                    <a:pt x="1643325" y="1289601"/>
                  </a:lnTo>
                  <a:lnTo>
                    <a:pt x="1656794" y="1280083"/>
                  </a:lnTo>
                  <a:lnTo>
                    <a:pt x="1670264" y="1270563"/>
                  </a:lnTo>
                  <a:lnTo>
                    <a:pt x="1683734" y="1261044"/>
                  </a:lnTo>
                  <a:lnTo>
                    <a:pt x="1697204" y="1251527"/>
                  </a:lnTo>
                  <a:lnTo>
                    <a:pt x="1710674" y="1242014"/>
                  </a:lnTo>
                  <a:lnTo>
                    <a:pt x="1724144" y="1232505"/>
                  </a:lnTo>
                  <a:lnTo>
                    <a:pt x="1737614" y="1223004"/>
                  </a:lnTo>
                  <a:lnTo>
                    <a:pt x="1751084" y="1213511"/>
                  </a:lnTo>
                  <a:lnTo>
                    <a:pt x="1764554" y="1204029"/>
                  </a:lnTo>
                  <a:lnTo>
                    <a:pt x="1778023" y="1194559"/>
                  </a:lnTo>
                  <a:lnTo>
                    <a:pt x="1791493" y="1185103"/>
                  </a:lnTo>
                  <a:lnTo>
                    <a:pt x="1804963" y="1175662"/>
                  </a:lnTo>
                  <a:lnTo>
                    <a:pt x="1818433" y="1166240"/>
                  </a:lnTo>
                  <a:lnTo>
                    <a:pt x="1831903" y="1156836"/>
                  </a:lnTo>
                  <a:lnTo>
                    <a:pt x="1845373" y="1147454"/>
                  </a:lnTo>
                  <a:lnTo>
                    <a:pt x="1858843" y="1138095"/>
                  </a:lnTo>
                  <a:lnTo>
                    <a:pt x="1872313" y="1128762"/>
                  </a:lnTo>
                  <a:lnTo>
                    <a:pt x="1885782" y="1119455"/>
                  </a:lnTo>
                  <a:lnTo>
                    <a:pt x="1899252" y="1110178"/>
                  </a:lnTo>
                  <a:lnTo>
                    <a:pt x="1912722" y="1100931"/>
                  </a:lnTo>
                  <a:lnTo>
                    <a:pt x="1926192" y="1091718"/>
                  </a:lnTo>
                  <a:lnTo>
                    <a:pt x="1939662" y="1082540"/>
                  </a:lnTo>
                  <a:lnTo>
                    <a:pt x="1953132" y="1073399"/>
                  </a:lnTo>
                  <a:lnTo>
                    <a:pt x="1966602" y="1064297"/>
                  </a:lnTo>
                  <a:lnTo>
                    <a:pt x="1980072" y="1055237"/>
                  </a:lnTo>
                  <a:lnTo>
                    <a:pt x="1993541" y="1046221"/>
                  </a:lnTo>
                  <a:lnTo>
                    <a:pt x="2007011" y="1037249"/>
                  </a:lnTo>
                  <a:lnTo>
                    <a:pt x="2020481" y="1028326"/>
                  </a:lnTo>
                  <a:lnTo>
                    <a:pt x="2033951" y="1019453"/>
                  </a:lnTo>
                  <a:lnTo>
                    <a:pt x="2047421" y="1010632"/>
                  </a:lnTo>
                  <a:lnTo>
                    <a:pt x="2060891" y="1001864"/>
                  </a:lnTo>
                  <a:lnTo>
                    <a:pt x="2074361" y="993150"/>
                  </a:lnTo>
                  <a:lnTo>
                    <a:pt x="2087831" y="984489"/>
                  </a:lnTo>
                  <a:lnTo>
                    <a:pt x="2101300" y="975881"/>
                  </a:lnTo>
                  <a:lnTo>
                    <a:pt x="2114770" y="967326"/>
                  </a:lnTo>
                  <a:lnTo>
                    <a:pt x="2128240" y="958824"/>
                  </a:lnTo>
                  <a:lnTo>
                    <a:pt x="2141710" y="950375"/>
                  </a:lnTo>
                  <a:lnTo>
                    <a:pt x="2155180" y="941978"/>
                  </a:lnTo>
                  <a:lnTo>
                    <a:pt x="2168650" y="933634"/>
                  </a:lnTo>
                  <a:lnTo>
                    <a:pt x="2182120" y="925342"/>
                  </a:lnTo>
                  <a:lnTo>
                    <a:pt x="2195590" y="917102"/>
                  </a:lnTo>
                  <a:lnTo>
                    <a:pt x="2209059" y="908913"/>
                  </a:lnTo>
                  <a:lnTo>
                    <a:pt x="2222529" y="900776"/>
                  </a:lnTo>
                  <a:lnTo>
                    <a:pt x="2235999" y="892690"/>
                  </a:lnTo>
                  <a:lnTo>
                    <a:pt x="2249469" y="884654"/>
                  </a:lnTo>
                  <a:lnTo>
                    <a:pt x="2262939" y="876670"/>
                  </a:lnTo>
                  <a:lnTo>
                    <a:pt x="2276409" y="868735"/>
                  </a:lnTo>
                  <a:lnTo>
                    <a:pt x="2289879" y="860850"/>
                  </a:lnTo>
                  <a:lnTo>
                    <a:pt x="2303349" y="853014"/>
                  </a:lnTo>
                  <a:lnTo>
                    <a:pt x="2316819" y="845227"/>
                  </a:lnTo>
                  <a:lnTo>
                    <a:pt x="2330288" y="837489"/>
                  </a:lnTo>
                  <a:lnTo>
                    <a:pt x="2343758" y="829799"/>
                  </a:lnTo>
                  <a:lnTo>
                    <a:pt x="2357228" y="822156"/>
                  </a:lnTo>
                  <a:lnTo>
                    <a:pt x="2370698" y="814561"/>
                  </a:lnTo>
                  <a:lnTo>
                    <a:pt x="2384168" y="807012"/>
                  </a:lnTo>
                  <a:lnTo>
                    <a:pt x="2397638" y="799510"/>
                  </a:lnTo>
                  <a:lnTo>
                    <a:pt x="2411108" y="792053"/>
                  </a:lnTo>
                  <a:lnTo>
                    <a:pt x="2424578" y="784642"/>
                  </a:lnTo>
                  <a:lnTo>
                    <a:pt x="2438047" y="777275"/>
                  </a:lnTo>
                  <a:lnTo>
                    <a:pt x="2451517" y="769952"/>
                  </a:lnTo>
                  <a:lnTo>
                    <a:pt x="2464987" y="762672"/>
                  </a:lnTo>
                  <a:lnTo>
                    <a:pt x="2478457" y="755435"/>
                  </a:lnTo>
                  <a:lnTo>
                    <a:pt x="2491927" y="748241"/>
                  </a:lnTo>
                  <a:lnTo>
                    <a:pt x="2505397" y="741088"/>
                  </a:lnTo>
                  <a:lnTo>
                    <a:pt x="2518867" y="733976"/>
                  </a:lnTo>
                  <a:lnTo>
                    <a:pt x="2532337" y="726904"/>
                  </a:lnTo>
                  <a:lnTo>
                    <a:pt x="2545806" y="719872"/>
                  </a:lnTo>
                  <a:lnTo>
                    <a:pt x="2559276" y="712879"/>
                  </a:lnTo>
                  <a:lnTo>
                    <a:pt x="2572746" y="705924"/>
                  </a:lnTo>
                  <a:lnTo>
                    <a:pt x="2586216" y="699007"/>
                  </a:lnTo>
                  <a:lnTo>
                    <a:pt x="2599686" y="692126"/>
                  </a:lnTo>
                  <a:lnTo>
                    <a:pt x="2613156" y="685281"/>
                  </a:lnTo>
                  <a:lnTo>
                    <a:pt x="2626626" y="678472"/>
                  </a:lnTo>
                  <a:lnTo>
                    <a:pt x="2640096" y="671697"/>
                  </a:lnTo>
                  <a:lnTo>
                    <a:pt x="2653565" y="664956"/>
                  </a:lnTo>
                  <a:lnTo>
                    <a:pt x="2667035" y="658247"/>
                  </a:lnTo>
                  <a:lnTo>
                    <a:pt x="2680505" y="651571"/>
                  </a:lnTo>
                  <a:lnTo>
                    <a:pt x="2693975" y="644925"/>
                  </a:lnTo>
                  <a:lnTo>
                    <a:pt x="2707445" y="638311"/>
                  </a:lnTo>
                  <a:lnTo>
                    <a:pt x="2720915" y="631725"/>
                  </a:lnTo>
                  <a:lnTo>
                    <a:pt x="2734385" y="625168"/>
                  </a:lnTo>
                  <a:lnTo>
                    <a:pt x="2747855" y="618639"/>
                  </a:lnTo>
                  <a:lnTo>
                    <a:pt x="2761324" y="612137"/>
                  </a:lnTo>
                  <a:lnTo>
                    <a:pt x="2774794" y="605661"/>
                  </a:lnTo>
                  <a:lnTo>
                    <a:pt x="2788264" y="599210"/>
                  </a:lnTo>
                  <a:lnTo>
                    <a:pt x="2801734" y="592782"/>
                  </a:lnTo>
                  <a:lnTo>
                    <a:pt x="2815204" y="586378"/>
                  </a:lnTo>
                  <a:lnTo>
                    <a:pt x="2828674" y="579996"/>
                  </a:lnTo>
                  <a:lnTo>
                    <a:pt x="2842144" y="573635"/>
                  </a:lnTo>
                  <a:lnTo>
                    <a:pt x="2855614" y="567295"/>
                  </a:lnTo>
                  <a:lnTo>
                    <a:pt x="2869084" y="560973"/>
                  </a:lnTo>
                  <a:lnTo>
                    <a:pt x="2882553" y="554670"/>
                  </a:lnTo>
                  <a:lnTo>
                    <a:pt x="2896023" y="548383"/>
                  </a:lnTo>
                  <a:lnTo>
                    <a:pt x="2909493" y="542113"/>
                  </a:lnTo>
                  <a:lnTo>
                    <a:pt x="2922963" y="535858"/>
                  </a:lnTo>
                  <a:lnTo>
                    <a:pt x="2936433" y="529616"/>
                  </a:lnTo>
                  <a:lnTo>
                    <a:pt x="2949903" y="523388"/>
                  </a:lnTo>
                  <a:lnTo>
                    <a:pt x="2963373" y="517171"/>
                  </a:lnTo>
                  <a:lnTo>
                    <a:pt x="2976843" y="510965"/>
                  </a:lnTo>
                  <a:lnTo>
                    <a:pt x="2990312" y="504769"/>
                  </a:lnTo>
                  <a:lnTo>
                    <a:pt x="3003782" y="498581"/>
                  </a:lnTo>
                  <a:lnTo>
                    <a:pt x="3017252" y="492401"/>
                  </a:lnTo>
                  <a:lnTo>
                    <a:pt x="3030722" y="486226"/>
                  </a:lnTo>
                  <a:lnTo>
                    <a:pt x="3044192" y="480057"/>
                  </a:lnTo>
                  <a:lnTo>
                    <a:pt x="3057662" y="473891"/>
                  </a:lnTo>
                  <a:lnTo>
                    <a:pt x="3071132" y="467728"/>
                  </a:lnTo>
                  <a:lnTo>
                    <a:pt x="3084602" y="461567"/>
                  </a:lnTo>
                  <a:lnTo>
                    <a:pt x="3098071" y="455406"/>
                  </a:lnTo>
                  <a:lnTo>
                    <a:pt x="3111541" y="449244"/>
                  </a:lnTo>
                  <a:lnTo>
                    <a:pt x="3125011" y="443080"/>
                  </a:lnTo>
                  <a:lnTo>
                    <a:pt x="3138481" y="436912"/>
                  </a:lnTo>
                  <a:lnTo>
                    <a:pt x="3151951" y="430740"/>
                  </a:lnTo>
                  <a:lnTo>
                    <a:pt x="3165421" y="424561"/>
                  </a:lnTo>
                  <a:lnTo>
                    <a:pt x="3178891" y="418376"/>
                  </a:lnTo>
                  <a:lnTo>
                    <a:pt x="3192361" y="412182"/>
                  </a:lnTo>
                  <a:lnTo>
                    <a:pt x="3205830" y="405978"/>
                  </a:lnTo>
                  <a:lnTo>
                    <a:pt x="3219300" y="399763"/>
                  </a:lnTo>
                  <a:lnTo>
                    <a:pt x="3232770" y="393536"/>
                  </a:lnTo>
                  <a:lnTo>
                    <a:pt x="3246240" y="387295"/>
                  </a:lnTo>
                  <a:lnTo>
                    <a:pt x="3259710" y="381040"/>
                  </a:lnTo>
                  <a:lnTo>
                    <a:pt x="3273180" y="374770"/>
                  </a:lnTo>
                  <a:lnTo>
                    <a:pt x="3286650" y="368487"/>
                  </a:lnTo>
                  <a:lnTo>
                    <a:pt x="3300120" y="362189"/>
                  </a:lnTo>
                  <a:lnTo>
                    <a:pt x="3313589" y="355877"/>
                  </a:lnTo>
                  <a:lnTo>
                    <a:pt x="3327059" y="349550"/>
                  </a:lnTo>
                  <a:lnTo>
                    <a:pt x="3340529" y="343210"/>
                  </a:lnTo>
                  <a:lnTo>
                    <a:pt x="3353999" y="336854"/>
                  </a:lnTo>
                  <a:lnTo>
                    <a:pt x="3367469" y="330485"/>
                  </a:lnTo>
                  <a:lnTo>
                    <a:pt x="3380939" y="324101"/>
                  </a:lnTo>
                  <a:lnTo>
                    <a:pt x="3394409" y="317702"/>
                  </a:lnTo>
                  <a:lnTo>
                    <a:pt x="3407879" y="311289"/>
                  </a:lnTo>
                  <a:lnTo>
                    <a:pt x="3421349" y="304861"/>
                  </a:lnTo>
                  <a:lnTo>
                    <a:pt x="3434818" y="298419"/>
                  </a:lnTo>
                  <a:lnTo>
                    <a:pt x="3448288" y="291962"/>
                  </a:lnTo>
                  <a:lnTo>
                    <a:pt x="3461758" y="285491"/>
                  </a:lnTo>
                  <a:lnTo>
                    <a:pt x="3475228" y="279004"/>
                  </a:lnTo>
                  <a:lnTo>
                    <a:pt x="3488698" y="272503"/>
                  </a:lnTo>
                  <a:lnTo>
                    <a:pt x="3502168" y="265988"/>
                  </a:lnTo>
                  <a:lnTo>
                    <a:pt x="3515638" y="259457"/>
                  </a:lnTo>
                  <a:lnTo>
                    <a:pt x="3529108" y="252912"/>
                  </a:lnTo>
                  <a:lnTo>
                    <a:pt x="3542577" y="246352"/>
                  </a:lnTo>
                  <a:lnTo>
                    <a:pt x="3556047" y="239777"/>
                  </a:lnTo>
                  <a:lnTo>
                    <a:pt x="3569517" y="233187"/>
                  </a:lnTo>
                  <a:lnTo>
                    <a:pt x="3582987" y="226582"/>
                  </a:lnTo>
                  <a:lnTo>
                    <a:pt x="3596457" y="219962"/>
                  </a:lnTo>
                  <a:lnTo>
                    <a:pt x="3609927" y="213327"/>
                  </a:lnTo>
                  <a:lnTo>
                    <a:pt x="3623397" y="206677"/>
                  </a:lnTo>
                  <a:lnTo>
                    <a:pt x="3636867" y="200012"/>
                  </a:lnTo>
                  <a:lnTo>
                    <a:pt x="3650336" y="193331"/>
                  </a:lnTo>
                  <a:lnTo>
                    <a:pt x="3663806" y="186636"/>
                  </a:lnTo>
                  <a:lnTo>
                    <a:pt x="3677276" y="179925"/>
                  </a:lnTo>
                  <a:lnTo>
                    <a:pt x="3690746" y="173199"/>
                  </a:lnTo>
                  <a:lnTo>
                    <a:pt x="3704216" y="166458"/>
                  </a:lnTo>
                  <a:lnTo>
                    <a:pt x="3717686" y="159702"/>
                  </a:lnTo>
                  <a:lnTo>
                    <a:pt x="3731156" y="152930"/>
                  </a:lnTo>
                  <a:lnTo>
                    <a:pt x="3744626" y="146143"/>
                  </a:lnTo>
                  <a:lnTo>
                    <a:pt x="3758095" y="139340"/>
                  </a:lnTo>
                  <a:lnTo>
                    <a:pt x="3771565" y="132522"/>
                  </a:lnTo>
                  <a:lnTo>
                    <a:pt x="3785035" y="125689"/>
                  </a:lnTo>
                  <a:lnTo>
                    <a:pt x="3798505" y="118840"/>
                  </a:lnTo>
                  <a:lnTo>
                    <a:pt x="3811975" y="111975"/>
                  </a:lnTo>
                  <a:lnTo>
                    <a:pt x="3825445" y="105095"/>
                  </a:lnTo>
                  <a:lnTo>
                    <a:pt x="3838915" y="98200"/>
                  </a:lnTo>
                  <a:lnTo>
                    <a:pt x="3852385" y="91288"/>
                  </a:lnTo>
                  <a:lnTo>
                    <a:pt x="3865854" y="84361"/>
                  </a:lnTo>
                  <a:lnTo>
                    <a:pt x="3879324" y="77418"/>
                  </a:lnTo>
                  <a:lnTo>
                    <a:pt x="3892794" y="70460"/>
                  </a:lnTo>
                  <a:lnTo>
                    <a:pt x="3906264" y="63485"/>
                  </a:lnTo>
                  <a:lnTo>
                    <a:pt x="3919734" y="56495"/>
                  </a:lnTo>
                  <a:lnTo>
                    <a:pt x="3933204" y="49489"/>
                  </a:lnTo>
                  <a:lnTo>
                    <a:pt x="3946674" y="42467"/>
                  </a:lnTo>
                  <a:lnTo>
                    <a:pt x="3960144" y="35429"/>
                  </a:lnTo>
                  <a:lnTo>
                    <a:pt x="3973614" y="28375"/>
                  </a:lnTo>
                  <a:lnTo>
                    <a:pt x="3987083" y="21306"/>
                  </a:lnTo>
                  <a:lnTo>
                    <a:pt x="4000553" y="14220"/>
                  </a:lnTo>
                  <a:lnTo>
                    <a:pt x="4014023" y="7118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70358" y="5226607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70358" y="3498589"/>
              <a:ext cx="4027493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330060" y="5556460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30060" y="480266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30060" y="4048863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1.6</a:t>
              </a:r>
            </a:p>
          </p:txBody>
        </p:sp>
        <p:sp>
          <p:nvSpPr>
            <p:cNvPr id="101" name="pl101"/>
            <p:cNvSpPr/>
            <p:nvPr/>
          </p:nvSpPr>
          <p:spPr>
            <a:xfrm>
              <a:off x="535564" y="56035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35564" y="48497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35564" y="40959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390537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45788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52523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592585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1301703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236905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43640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4503751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2440910" y="6562733"/>
              <a:ext cx="28639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</a:t>
              </a:r>
            </a:p>
          </p:txBody>
        </p:sp>
        <p:sp>
          <p:nvSpPr>
            <p:cNvPr id="113" name="rc113"/>
            <p:cNvSpPr/>
            <p:nvPr/>
          </p:nvSpPr>
          <p:spPr>
            <a:xfrm>
              <a:off x="4977328" y="3498589"/>
              <a:ext cx="4027493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4977328" y="5698574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977328" y="5046001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977328" y="4393427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977328" y="3740854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270305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44763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62497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80230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977328" y="6024861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977328" y="5372288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977328" y="4719714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977328" y="4067141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85897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03630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21363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4977328" y="3498589"/>
              <a:ext cx="4027493" cy="2841995"/>
            </a:xfrm>
            <a:custGeom>
              <a:avLst/>
              <a:pathLst>
                <a:path w="4027493" h="2841995">
                  <a:moveTo>
                    <a:pt x="0" y="2680607"/>
                  </a:moveTo>
                  <a:lnTo>
                    <a:pt x="13469" y="2676079"/>
                  </a:lnTo>
                  <a:lnTo>
                    <a:pt x="26939" y="2671509"/>
                  </a:lnTo>
                  <a:lnTo>
                    <a:pt x="40409" y="2666896"/>
                  </a:lnTo>
                  <a:lnTo>
                    <a:pt x="53879" y="2662240"/>
                  </a:lnTo>
                  <a:lnTo>
                    <a:pt x="67349" y="2657541"/>
                  </a:lnTo>
                  <a:lnTo>
                    <a:pt x="80819" y="2652798"/>
                  </a:lnTo>
                  <a:lnTo>
                    <a:pt x="94289" y="2648010"/>
                  </a:lnTo>
                  <a:lnTo>
                    <a:pt x="107759" y="2643178"/>
                  </a:lnTo>
                  <a:lnTo>
                    <a:pt x="121228" y="2638300"/>
                  </a:lnTo>
                  <a:lnTo>
                    <a:pt x="134698" y="2633376"/>
                  </a:lnTo>
                  <a:lnTo>
                    <a:pt x="148168" y="2628405"/>
                  </a:lnTo>
                  <a:lnTo>
                    <a:pt x="161638" y="2623387"/>
                  </a:lnTo>
                  <a:lnTo>
                    <a:pt x="175108" y="2618322"/>
                  </a:lnTo>
                  <a:lnTo>
                    <a:pt x="188578" y="2613209"/>
                  </a:lnTo>
                  <a:lnTo>
                    <a:pt x="202048" y="2608047"/>
                  </a:lnTo>
                  <a:lnTo>
                    <a:pt x="215518" y="2602835"/>
                  </a:lnTo>
                  <a:lnTo>
                    <a:pt x="228987" y="2597573"/>
                  </a:lnTo>
                  <a:lnTo>
                    <a:pt x="242457" y="2592261"/>
                  </a:lnTo>
                  <a:lnTo>
                    <a:pt x="255927" y="2586898"/>
                  </a:lnTo>
                  <a:lnTo>
                    <a:pt x="269397" y="2581482"/>
                  </a:lnTo>
                  <a:lnTo>
                    <a:pt x="282867" y="2576014"/>
                  </a:lnTo>
                  <a:lnTo>
                    <a:pt x="296337" y="2570493"/>
                  </a:lnTo>
                  <a:lnTo>
                    <a:pt x="309807" y="2564917"/>
                  </a:lnTo>
                  <a:lnTo>
                    <a:pt x="323277" y="2559286"/>
                  </a:lnTo>
                  <a:lnTo>
                    <a:pt x="336746" y="2553600"/>
                  </a:lnTo>
                  <a:lnTo>
                    <a:pt x="350216" y="2547857"/>
                  </a:lnTo>
                  <a:lnTo>
                    <a:pt x="363686" y="2542057"/>
                  </a:lnTo>
                  <a:lnTo>
                    <a:pt x="377156" y="2536199"/>
                  </a:lnTo>
                  <a:lnTo>
                    <a:pt x="390626" y="2530283"/>
                  </a:lnTo>
                  <a:lnTo>
                    <a:pt x="404096" y="2524307"/>
                  </a:lnTo>
                  <a:lnTo>
                    <a:pt x="417566" y="2518270"/>
                  </a:lnTo>
                  <a:lnTo>
                    <a:pt x="431036" y="2512172"/>
                  </a:lnTo>
                  <a:lnTo>
                    <a:pt x="444505" y="2506012"/>
                  </a:lnTo>
                  <a:lnTo>
                    <a:pt x="457975" y="2499788"/>
                  </a:lnTo>
                  <a:lnTo>
                    <a:pt x="471445" y="2493501"/>
                  </a:lnTo>
                  <a:lnTo>
                    <a:pt x="484915" y="2487148"/>
                  </a:lnTo>
                  <a:lnTo>
                    <a:pt x="498385" y="2480730"/>
                  </a:lnTo>
                  <a:lnTo>
                    <a:pt x="511855" y="2474244"/>
                  </a:lnTo>
                  <a:lnTo>
                    <a:pt x="525325" y="2467690"/>
                  </a:lnTo>
                  <a:lnTo>
                    <a:pt x="538795" y="2461066"/>
                  </a:lnTo>
                  <a:lnTo>
                    <a:pt x="552264" y="2454373"/>
                  </a:lnTo>
                  <a:lnTo>
                    <a:pt x="565734" y="2447608"/>
                  </a:lnTo>
                  <a:lnTo>
                    <a:pt x="579204" y="2440770"/>
                  </a:lnTo>
                  <a:lnTo>
                    <a:pt x="592674" y="2433858"/>
                  </a:lnTo>
                  <a:lnTo>
                    <a:pt x="606144" y="2426871"/>
                  </a:lnTo>
                  <a:lnTo>
                    <a:pt x="619614" y="2419808"/>
                  </a:lnTo>
                  <a:lnTo>
                    <a:pt x="633084" y="2412667"/>
                  </a:lnTo>
                  <a:lnTo>
                    <a:pt x="646554" y="2405448"/>
                  </a:lnTo>
                  <a:lnTo>
                    <a:pt x="660024" y="2398148"/>
                  </a:lnTo>
                  <a:lnTo>
                    <a:pt x="673493" y="2390767"/>
                  </a:lnTo>
                  <a:lnTo>
                    <a:pt x="686963" y="2383303"/>
                  </a:lnTo>
                  <a:lnTo>
                    <a:pt x="700433" y="2375755"/>
                  </a:lnTo>
                  <a:lnTo>
                    <a:pt x="713903" y="2368122"/>
                  </a:lnTo>
                  <a:lnTo>
                    <a:pt x="727373" y="2360402"/>
                  </a:lnTo>
                  <a:lnTo>
                    <a:pt x="740843" y="2352595"/>
                  </a:lnTo>
                  <a:lnTo>
                    <a:pt x="754313" y="2344699"/>
                  </a:lnTo>
                  <a:lnTo>
                    <a:pt x="767783" y="2336713"/>
                  </a:lnTo>
                  <a:lnTo>
                    <a:pt x="781252" y="2328637"/>
                  </a:lnTo>
                  <a:lnTo>
                    <a:pt x="794722" y="2320469"/>
                  </a:lnTo>
                  <a:lnTo>
                    <a:pt x="808192" y="2312210"/>
                  </a:lnTo>
                  <a:lnTo>
                    <a:pt x="821662" y="2303858"/>
                  </a:lnTo>
                  <a:lnTo>
                    <a:pt x="835132" y="2295413"/>
                  </a:lnTo>
                  <a:lnTo>
                    <a:pt x="848602" y="2286876"/>
                  </a:lnTo>
                  <a:lnTo>
                    <a:pt x="862072" y="2278248"/>
                  </a:lnTo>
                  <a:lnTo>
                    <a:pt x="875542" y="2269528"/>
                  </a:lnTo>
                  <a:lnTo>
                    <a:pt x="889011" y="2260719"/>
                  </a:lnTo>
                  <a:lnTo>
                    <a:pt x="902481" y="2251821"/>
                  </a:lnTo>
                  <a:lnTo>
                    <a:pt x="915951" y="2242837"/>
                  </a:lnTo>
                  <a:lnTo>
                    <a:pt x="929421" y="2233769"/>
                  </a:lnTo>
                  <a:lnTo>
                    <a:pt x="942891" y="2224621"/>
                  </a:lnTo>
                  <a:lnTo>
                    <a:pt x="956361" y="2215395"/>
                  </a:lnTo>
                  <a:lnTo>
                    <a:pt x="969831" y="2206097"/>
                  </a:lnTo>
                  <a:lnTo>
                    <a:pt x="983301" y="2196730"/>
                  </a:lnTo>
                  <a:lnTo>
                    <a:pt x="996770" y="2187300"/>
                  </a:lnTo>
                  <a:lnTo>
                    <a:pt x="1010240" y="2177812"/>
                  </a:lnTo>
                  <a:lnTo>
                    <a:pt x="1023710" y="2168272"/>
                  </a:lnTo>
                  <a:lnTo>
                    <a:pt x="1037180" y="2158686"/>
                  </a:lnTo>
                  <a:lnTo>
                    <a:pt x="1050650" y="2149062"/>
                  </a:lnTo>
                  <a:lnTo>
                    <a:pt x="1064120" y="2139407"/>
                  </a:lnTo>
                  <a:lnTo>
                    <a:pt x="1077590" y="2129728"/>
                  </a:lnTo>
                  <a:lnTo>
                    <a:pt x="1091060" y="2120034"/>
                  </a:lnTo>
                  <a:lnTo>
                    <a:pt x="1104529" y="2110331"/>
                  </a:lnTo>
                  <a:lnTo>
                    <a:pt x="1117999" y="2100629"/>
                  </a:lnTo>
                  <a:lnTo>
                    <a:pt x="1131469" y="2090934"/>
                  </a:lnTo>
                  <a:lnTo>
                    <a:pt x="1144939" y="2081254"/>
                  </a:lnTo>
                  <a:lnTo>
                    <a:pt x="1158409" y="2071591"/>
                  </a:lnTo>
                  <a:lnTo>
                    <a:pt x="1171879" y="2061951"/>
                  </a:lnTo>
                  <a:lnTo>
                    <a:pt x="1185349" y="2052336"/>
                  </a:lnTo>
                  <a:lnTo>
                    <a:pt x="1198819" y="2042751"/>
                  </a:lnTo>
                  <a:lnTo>
                    <a:pt x="1212289" y="2033199"/>
                  </a:lnTo>
                  <a:lnTo>
                    <a:pt x="1225758" y="2023682"/>
                  </a:lnTo>
                  <a:lnTo>
                    <a:pt x="1239228" y="2014204"/>
                  </a:lnTo>
                  <a:lnTo>
                    <a:pt x="1252698" y="2004766"/>
                  </a:lnTo>
                  <a:lnTo>
                    <a:pt x="1266168" y="1995372"/>
                  </a:lnTo>
                  <a:lnTo>
                    <a:pt x="1279638" y="1986022"/>
                  </a:lnTo>
                  <a:lnTo>
                    <a:pt x="1293108" y="1976719"/>
                  </a:lnTo>
                  <a:lnTo>
                    <a:pt x="1306578" y="1967464"/>
                  </a:lnTo>
                  <a:lnTo>
                    <a:pt x="1320048" y="1958259"/>
                  </a:lnTo>
                  <a:lnTo>
                    <a:pt x="1333517" y="1949104"/>
                  </a:lnTo>
                  <a:lnTo>
                    <a:pt x="1346987" y="1940001"/>
                  </a:lnTo>
                  <a:lnTo>
                    <a:pt x="1360457" y="1930950"/>
                  </a:lnTo>
                  <a:lnTo>
                    <a:pt x="1373927" y="1921952"/>
                  </a:lnTo>
                  <a:lnTo>
                    <a:pt x="1387397" y="1913008"/>
                  </a:lnTo>
                  <a:lnTo>
                    <a:pt x="1400867" y="1904117"/>
                  </a:lnTo>
                  <a:lnTo>
                    <a:pt x="1414337" y="1895281"/>
                  </a:lnTo>
                  <a:lnTo>
                    <a:pt x="1427807" y="1886498"/>
                  </a:lnTo>
                  <a:lnTo>
                    <a:pt x="1441276" y="1877770"/>
                  </a:lnTo>
                  <a:lnTo>
                    <a:pt x="1454746" y="1867277"/>
                  </a:lnTo>
                  <a:lnTo>
                    <a:pt x="1468216" y="1855164"/>
                  </a:lnTo>
                  <a:lnTo>
                    <a:pt x="1481686" y="1843017"/>
                  </a:lnTo>
                  <a:lnTo>
                    <a:pt x="1495156" y="1830838"/>
                  </a:lnTo>
                  <a:lnTo>
                    <a:pt x="1508626" y="1818630"/>
                  </a:lnTo>
                  <a:lnTo>
                    <a:pt x="1522096" y="1806398"/>
                  </a:lnTo>
                  <a:lnTo>
                    <a:pt x="1535566" y="1794144"/>
                  </a:lnTo>
                  <a:lnTo>
                    <a:pt x="1549035" y="1781873"/>
                  </a:lnTo>
                  <a:lnTo>
                    <a:pt x="1562505" y="1769588"/>
                  </a:lnTo>
                  <a:lnTo>
                    <a:pt x="1575975" y="1757294"/>
                  </a:lnTo>
                  <a:lnTo>
                    <a:pt x="1589445" y="1744995"/>
                  </a:lnTo>
                  <a:lnTo>
                    <a:pt x="1602915" y="1732694"/>
                  </a:lnTo>
                  <a:lnTo>
                    <a:pt x="1616385" y="1720396"/>
                  </a:lnTo>
                  <a:lnTo>
                    <a:pt x="1629855" y="1708107"/>
                  </a:lnTo>
                  <a:lnTo>
                    <a:pt x="1643325" y="1695829"/>
                  </a:lnTo>
                  <a:lnTo>
                    <a:pt x="1656794" y="1683569"/>
                  </a:lnTo>
                  <a:lnTo>
                    <a:pt x="1670264" y="1671332"/>
                  </a:lnTo>
                  <a:lnTo>
                    <a:pt x="1683734" y="1659121"/>
                  </a:lnTo>
                  <a:lnTo>
                    <a:pt x="1697204" y="1646942"/>
                  </a:lnTo>
                  <a:lnTo>
                    <a:pt x="1710674" y="1634801"/>
                  </a:lnTo>
                  <a:lnTo>
                    <a:pt x="1724144" y="1622702"/>
                  </a:lnTo>
                  <a:lnTo>
                    <a:pt x="1737614" y="1610652"/>
                  </a:lnTo>
                  <a:lnTo>
                    <a:pt x="1751084" y="1598655"/>
                  </a:lnTo>
                  <a:lnTo>
                    <a:pt x="1764554" y="1586717"/>
                  </a:lnTo>
                  <a:lnTo>
                    <a:pt x="1778023" y="1574843"/>
                  </a:lnTo>
                  <a:lnTo>
                    <a:pt x="1791493" y="1563041"/>
                  </a:lnTo>
                  <a:lnTo>
                    <a:pt x="1804963" y="1551314"/>
                  </a:lnTo>
                  <a:lnTo>
                    <a:pt x="1818433" y="1539667"/>
                  </a:lnTo>
                  <a:lnTo>
                    <a:pt x="1831903" y="1528099"/>
                  </a:lnTo>
                  <a:lnTo>
                    <a:pt x="1845373" y="1516612"/>
                  </a:lnTo>
                  <a:lnTo>
                    <a:pt x="1858843" y="1505208"/>
                  </a:lnTo>
                  <a:lnTo>
                    <a:pt x="1872313" y="1493885"/>
                  </a:lnTo>
                  <a:lnTo>
                    <a:pt x="1885782" y="1482646"/>
                  </a:lnTo>
                  <a:lnTo>
                    <a:pt x="1899252" y="1471491"/>
                  </a:lnTo>
                  <a:lnTo>
                    <a:pt x="1912722" y="1460420"/>
                  </a:lnTo>
                  <a:lnTo>
                    <a:pt x="1926192" y="1449434"/>
                  </a:lnTo>
                  <a:lnTo>
                    <a:pt x="1939662" y="1438533"/>
                  </a:lnTo>
                  <a:lnTo>
                    <a:pt x="1953132" y="1427718"/>
                  </a:lnTo>
                  <a:lnTo>
                    <a:pt x="1966602" y="1416989"/>
                  </a:lnTo>
                  <a:lnTo>
                    <a:pt x="1980072" y="1406346"/>
                  </a:lnTo>
                  <a:lnTo>
                    <a:pt x="1993541" y="1395789"/>
                  </a:lnTo>
                  <a:lnTo>
                    <a:pt x="2007011" y="1385318"/>
                  </a:lnTo>
                  <a:lnTo>
                    <a:pt x="2020481" y="1374933"/>
                  </a:lnTo>
                  <a:lnTo>
                    <a:pt x="2033951" y="1364634"/>
                  </a:lnTo>
                  <a:lnTo>
                    <a:pt x="2047421" y="1354421"/>
                  </a:lnTo>
                  <a:lnTo>
                    <a:pt x="2060891" y="1344294"/>
                  </a:lnTo>
                  <a:lnTo>
                    <a:pt x="2074361" y="1334252"/>
                  </a:lnTo>
                  <a:lnTo>
                    <a:pt x="2087831" y="1324295"/>
                  </a:lnTo>
                  <a:lnTo>
                    <a:pt x="2101300" y="1314423"/>
                  </a:lnTo>
                  <a:lnTo>
                    <a:pt x="2114770" y="1304634"/>
                  </a:lnTo>
                  <a:lnTo>
                    <a:pt x="2128240" y="1294929"/>
                  </a:lnTo>
                  <a:lnTo>
                    <a:pt x="2141710" y="1285306"/>
                  </a:lnTo>
                  <a:lnTo>
                    <a:pt x="2155180" y="1275765"/>
                  </a:lnTo>
                  <a:lnTo>
                    <a:pt x="2168650" y="1266305"/>
                  </a:lnTo>
                  <a:lnTo>
                    <a:pt x="2182120" y="1256926"/>
                  </a:lnTo>
                  <a:lnTo>
                    <a:pt x="2195590" y="1247625"/>
                  </a:lnTo>
                  <a:lnTo>
                    <a:pt x="2209059" y="1238403"/>
                  </a:lnTo>
                  <a:lnTo>
                    <a:pt x="2222529" y="1229258"/>
                  </a:lnTo>
                  <a:lnTo>
                    <a:pt x="2235999" y="1220188"/>
                  </a:lnTo>
                  <a:lnTo>
                    <a:pt x="2249469" y="1211193"/>
                  </a:lnTo>
                  <a:lnTo>
                    <a:pt x="2262939" y="1202272"/>
                  </a:lnTo>
                  <a:lnTo>
                    <a:pt x="2276409" y="1193422"/>
                  </a:lnTo>
                  <a:lnTo>
                    <a:pt x="2289879" y="1184643"/>
                  </a:lnTo>
                  <a:lnTo>
                    <a:pt x="2303349" y="1175932"/>
                  </a:lnTo>
                  <a:lnTo>
                    <a:pt x="2316819" y="1167289"/>
                  </a:lnTo>
                  <a:lnTo>
                    <a:pt x="2330288" y="1158712"/>
                  </a:lnTo>
                  <a:lnTo>
                    <a:pt x="2343758" y="1150199"/>
                  </a:lnTo>
                  <a:lnTo>
                    <a:pt x="2357228" y="1141748"/>
                  </a:lnTo>
                  <a:lnTo>
                    <a:pt x="2370698" y="1133358"/>
                  </a:lnTo>
                  <a:lnTo>
                    <a:pt x="2384168" y="1125026"/>
                  </a:lnTo>
                  <a:lnTo>
                    <a:pt x="2397638" y="1116750"/>
                  </a:lnTo>
                  <a:lnTo>
                    <a:pt x="2411108" y="1108530"/>
                  </a:lnTo>
                  <a:lnTo>
                    <a:pt x="2424578" y="1100362"/>
                  </a:lnTo>
                  <a:lnTo>
                    <a:pt x="2438047" y="1092244"/>
                  </a:lnTo>
                  <a:lnTo>
                    <a:pt x="2451517" y="1084175"/>
                  </a:lnTo>
                  <a:lnTo>
                    <a:pt x="2464987" y="1076152"/>
                  </a:lnTo>
                  <a:lnTo>
                    <a:pt x="2478457" y="1068173"/>
                  </a:lnTo>
                  <a:lnTo>
                    <a:pt x="2491927" y="1060236"/>
                  </a:lnTo>
                  <a:lnTo>
                    <a:pt x="2505397" y="1052339"/>
                  </a:lnTo>
                  <a:lnTo>
                    <a:pt x="2518867" y="1044479"/>
                  </a:lnTo>
                  <a:lnTo>
                    <a:pt x="2532337" y="1036653"/>
                  </a:lnTo>
                  <a:lnTo>
                    <a:pt x="2545806" y="1028860"/>
                  </a:lnTo>
                  <a:lnTo>
                    <a:pt x="2559276" y="1021097"/>
                  </a:lnTo>
                  <a:lnTo>
                    <a:pt x="2572746" y="1013362"/>
                  </a:lnTo>
                  <a:lnTo>
                    <a:pt x="2586216" y="1005652"/>
                  </a:lnTo>
                  <a:lnTo>
                    <a:pt x="2599686" y="997964"/>
                  </a:lnTo>
                  <a:lnTo>
                    <a:pt x="2613156" y="990297"/>
                  </a:lnTo>
                  <a:lnTo>
                    <a:pt x="2626626" y="982648"/>
                  </a:lnTo>
                  <a:lnTo>
                    <a:pt x="2640096" y="975015"/>
                  </a:lnTo>
                  <a:lnTo>
                    <a:pt x="2653565" y="967394"/>
                  </a:lnTo>
                  <a:lnTo>
                    <a:pt x="2667035" y="959784"/>
                  </a:lnTo>
                  <a:lnTo>
                    <a:pt x="2680505" y="952181"/>
                  </a:lnTo>
                  <a:lnTo>
                    <a:pt x="2693975" y="944585"/>
                  </a:lnTo>
                  <a:lnTo>
                    <a:pt x="2707445" y="936991"/>
                  </a:lnTo>
                  <a:lnTo>
                    <a:pt x="2720915" y="929399"/>
                  </a:lnTo>
                  <a:lnTo>
                    <a:pt x="2734385" y="921805"/>
                  </a:lnTo>
                  <a:lnTo>
                    <a:pt x="2747855" y="914207"/>
                  </a:lnTo>
                  <a:lnTo>
                    <a:pt x="2761324" y="906603"/>
                  </a:lnTo>
                  <a:lnTo>
                    <a:pt x="2774794" y="898990"/>
                  </a:lnTo>
                  <a:lnTo>
                    <a:pt x="2788264" y="891366"/>
                  </a:lnTo>
                  <a:lnTo>
                    <a:pt x="2801734" y="883730"/>
                  </a:lnTo>
                  <a:lnTo>
                    <a:pt x="2815204" y="876078"/>
                  </a:lnTo>
                  <a:lnTo>
                    <a:pt x="2828674" y="868409"/>
                  </a:lnTo>
                  <a:lnTo>
                    <a:pt x="2842144" y="860721"/>
                  </a:lnTo>
                  <a:lnTo>
                    <a:pt x="2855614" y="853011"/>
                  </a:lnTo>
                  <a:lnTo>
                    <a:pt x="2869084" y="845278"/>
                  </a:lnTo>
                  <a:lnTo>
                    <a:pt x="2882553" y="837519"/>
                  </a:lnTo>
                  <a:lnTo>
                    <a:pt x="2896023" y="829732"/>
                  </a:lnTo>
                  <a:lnTo>
                    <a:pt x="2909493" y="821916"/>
                  </a:lnTo>
                  <a:lnTo>
                    <a:pt x="2922963" y="814069"/>
                  </a:lnTo>
                  <a:lnTo>
                    <a:pt x="2936433" y="806189"/>
                  </a:lnTo>
                  <a:lnTo>
                    <a:pt x="2949903" y="798275"/>
                  </a:lnTo>
                  <a:lnTo>
                    <a:pt x="2963373" y="790323"/>
                  </a:lnTo>
                  <a:lnTo>
                    <a:pt x="2976843" y="782334"/>
                  </a:lnTo>
                  <a:lnTo>
                    <a:pt x="2990312" y="774305"/>
                  </a:lnTo>
                  <a:lnTo>
                    <a:pt x="3003782" y="766234"/>
                  </a:lnTo>
                  <a:lnTo>
                    <a:pt x="3017252" y="758120"/>
                  </a:lnTo>
                  <a:lnTo>
                    <a:pt x="3030722" y="749962"/>
                  </a:lnTo>
                  <a:lnTo>
                    <a:pt x="3044192" y="741758"/>
                  </a:lnTo>
                  <a:lnTo>
                    <a:pt x="3057662" y="733506"/>
                  </a:lnTo>
                  <a:lnTo>
                    <a:pt x="3071132" y="725205"/>
                  </a:lnTo>
                  <a:lnTo>
                    <a:pt x="3084602" y="716854"/>
                  </a:lnTo>
                  <a:lnTo>
                    <a:pt x="3098071" y="708451"/>
                  </a:lnTo>
                  <a:lnTo>
                    <a:pt x="3111541" y="699995"/>
                  </a:lnTo>
                  <a:lnTo>
                    <a:pt x="3125011" y="691484"/>
                  </a:lnTo>
                  <a:lnTo>
                    <a:pt x="3138481" y="682918"/>
                  </a:lnTo>
                  <a:lnTo>
                    <a:pt x="3151951" y="674295"/>
                  </a:lnTo>
                  <a:lnTo>
                    <a:pt x="3165421" y="665614"/>
                  </a:lnTo>
                  <a:lnTo>
                    <a:pt x="3178891" y="656877"/>
                  </a:lnTo>
                  <a:lnTo>
                    <a:pt x="3192361" y="648082"/>
                  </a:lnTo>
                  <a:lnTo>
                    <a:pt x="3205830" y="639232"/>
                  </a:lnTo>
                  <a:lnTo>
                    <a:pt x="3219300" y="630325"/>
                  </a:lnTo>
                  <a:lnTo>
                    <a:pt x="3232770" y="621363"/>
                  </a:lnTo>
                  <a:lnTo>
                    <a:pt x="3246240" y="612346"/>
                  </a:lnTo>
                  <a:lnTo>
                    <a:pt x="3259710" y="603273"/>
                  </a:lnTo>
                  <a:lnTo>
                    <a:pt x="3273180" y="594146"/>
                  </a:lnTo>
                  <a:lnTo>
                    <a:pt x="3286650" y="584964"/>
                  </a:lnTo>
                  <a:lnTo>
                    <a:pt x="3300120" y="575727"/>
                  </a:lnTo>
                  <a:lnTo>
                    <a:pt x="3313589" y="566437"/>
                  </a:lnTo>
                  <a:lnTo>
                    <a:pt x="3327059" y="557093"/>
                  </a:lnTo>
                  <a:lnTo>
                    <a:pt x="3340529" y="547695"/>
                  </a:lnTo>
                  <a:lnTo>
                    <a:pt x="3353999" y="538244"/>
                  </a:lnTo>
                  <a:lnTo>
                    <a:pt x="3367469" y="528740"/>
                  </a:lnTo>
                  <a:lnTo>
                    <a:pt x="3380939" y="519182"/>
                  </a:lnTo>
                  <a:lnTo>
                    <a:pt x="3394409" y="509572"/>
                  </a:lnTo>
                  <a:lnTo>
                    <a:pt x="3407879" y="499910"/>
                  </a:lnTo>
                  <a:lnTo>
                    <a:pt x="3421349" y="490195"/>
                  </a:lnTo>
                  <a:lnTo>
                    <a:pt x="3434818" y="480428"/>
                  </a:lnTo>
                  <a:lnTo>
                    <a:pt x="3448288" y="470608"/>
                  </a:lnTo>
                  <a:lnTo>
                    <a:pt x="3461758" y="460737"/>
                  </a:lnTo>
                  <a:lnTo>
                    <a:pt x="3475228" y="450814"/>
                  </a:lnTo>
                  <a:lnTo>
                    <a:pt x="3488698" y="440839"/>
                  </a:lnTo>
                  <a:lnTo>
                    <a:pt x="3502168" y="430813"/>
                  </a:lnTo>
                  <a:lnTo>
                    <a:pt x="3515638" y="420735"/>
                  </a:lnTo>
                  <a:lnTo>
                    <a:pt x="3529108" y="410606"/>
                  </a:lnTo>
                  <a:lnTo>
                    <a:pt x="3542577" y="400425"/>
                  </a:lnTo>
                  <a:lnTo>
                    <a:pt x="3556047" y="390194"/>
                  </a:lnTo>
                  <a:lnTo>
                    <a:pt x="3569517" y="379911"/>
                  </a:lnTo>
                  <a:lnTo>
                    <a:pt x="3582987" y="369577"/>
                  </a:lnTo>
                  <a:lnTo>
                    <a:pt x="3596457" y="359192"/>
                  </a:lnTo>
                  <a:lnTo>
                    <a:pt x="3609927" y="348757"/>
                  </a:lnTo>
                  <a:lnTo>
                    <a:pt x="3623397" y="338270"/>
                  </a:lnTo>
                  <a:lnTo>
                    <a:pt x="3636867" y="327732"/>
                  </a:lnTo>
                  <a:lnTo>
                    <a:pt x="3650336" y="317144"/>
                  </a:lnTo>
                  <a:lnTo>
                    <a:pt x="3663806" y="306505"/>
                  </a:lnTo>
                  <a:lnTo>
                    <a:pt x="3677276" y="295815"/>
                  </a:lnTo>
                  <a:lnTo>
                    <a:pt x="3690746" y="285074"/>
                  </a:lnTo>
                  <a:lnTo>
                    <a:pt x="3704216" y="274283"/>
                  </a:lnTo>
                  <a:lnTo>
                    <a:pt x="3717686" y="263441"/>
                  </a:lnTo>
                  <a:lnTo>
                    <a:pt x="3731156" y="252548"/>
                  </a:lnTo>
                  <a:lnTo>
                    <a:pt x="3744626" y="241604"/>
                  </a:lnTo>
                  <a:lnTo>
                    <a:pt x="3758095" y="230610"/>
                  </a:lnTo>
                  <a:lnTo>
                    <a:pt x="3771565" y="219565"/>
                  </a:lnTo>
                  <a:lnTo>
                    <a:pt x="3785035" y="208469"/>
                  </a:lnTo>
                  <a:lnTo>
                    <a:pt x="3798505" y="197322"/>
                  </a:lnTo>
                  <a:lnTo>
                    <a:pt x="3811975" y="186125"/>
                  </a:lnTo>
                  <a:lnTo>
                    <a:pt x="3825445" y="174876"/>
                  </a:lnTo>
                  <a:lnTo>
                    <a:pt x="3838915" y="163576"/>
                  </a:lnTo>
                  <a:lnTo>
                    <a:pt x="3852385" y="152226"/>
                  </a:lnTo>
                  <a:lnTo>
                    <a:pt x="3865854" y="140824"/>
                  </a:lnTo>
                  <a:lnTo>
                    <a:pt x="3879324" y="129372"/>
                  </a:lnTo>
                  <a:lnTo>
                    <a:pt x="3892794" y="117868"/>
                  </a:lnTo>
                  <a:lnTo>
                    <a:pt x="3906264" y="106313"/>
                  </a:lnTo>
                  <a:lnTo>
                    <a:pt x="3919734" y="94706"/>
                  </a:lnTo>
                  <a:lnTo>
                    <a:pt x="3933204" y="83049"/>
                  </a:lnTo>
                  <a:lnTo>
                    <a:pt x="3946674" y="71340"/>
                  </a:lnTo>
                  <a:lnTo>
                    <a:pt x="3960144" y="59579"/>
                  </a:lnTo>
                  <a:lnTo>
                    <a:pt x="3973614" y="47767"/>
                  </a:lnTo>
                  <a:lnTo>
                    <a:pt x="3987083" y="35903"/>
                  </a:lnTo>
                  <a:lnTo>
                    <a:pt x="4000553" y="23987"/>
                  </a:lnTo>
                  <a:lnTo>
                    <a:pt x="4014023" y="12019"/>
                  </a:lnTo>
                  <a:lnTo>
                    <a:pt x="4027493" y="0"/>
                  </a:lnTo>
                  <a:lnTo>
                    <a:pt x="4027493" y="772783"/>
                  </a:lnTo>
                  <a:lnTo>
                    <a:pt x="4014023" y="776876"/>
                  </a:lnTo>
                  <a:lnTo>
                    <a:pt x="4000553" y="780967"/>
                  </a:lnTo>
                  <a:lnTo>
                    <a:pt x="3987083" y="785056"/>
                  </a:lnTo>
                  <a:lnTo>
                    <a:pt x="3973614" y="789144"/>
                  </a:lnTo>
                  <a:lnTo>
                    <a:pt x="3960144" y="793229"/>
                  </a:lnTo>
                  <a:lnTo>
                    <a:pt x="3946674" y="797313"/>
                  </a:lnTo>
                  <a:lnTo>
                    <a:pt x="3933204" y="801396"/>
                  </a:lnTo>
                  <a:lnTo>
                    <a:pt x="3919734" y="805477"/>
                  </a:lnTo>
                  <a:lnTo>
                    <a:pt x="3906264" y="809557"/>
                  </a:lnTo>
                  <a:lnTo>
                    <a:pt x="3892794" y="813636"/>
                  </a:lnTo>
                  <a:lnTo>
                    <a:pt x="3879324" y="817714"/>
                  </a:lnTo>
                  <a:lnTo>
                    <a:pt x="3865854" y="821791"/>
                  </a:lnTo>
                  <a:lnTo>
                    <a:pt x="3852385" y="825867"/>
                  </a:lnTo>
                  <a:lnTo>
                    <a:pt x="3838915" y="829943"/>
                  </a:lnTo>
                  <a:lnTo>
                    <a:pt x="3825445" y="834018"/>
                  </a:lnTo>
                  <a:lnTo>
                    <a:pt x="3811975" y="838093"/>
                  </a:lnTo>
                  <a:lnTo>
                    <a:pt x="3798505" y="842167"/>
                  </a:lnTo>
                  <a:lnTo>
                    <a:pt x="3785035" y="846242"/>
                  </a:lnTo>
                  <a:lnTo>
                    <a:pt x="3771565" y="850316"/>
                  </a:lnTo>
                  <a:lnTo>
                    <a:pt x="3758095" y="854391"/>
                  </a:lnTo>
                  <a:lnTo>
                    <a:pt x="3744626" y="858467"/>
                  </a:lnTo>
                  <a:lnTo>
                    <a:pt x="3731156" y="862543"/>
                  </a:lnTo>
                  <a:lnTo>
                    <a:pt x="3717686" y="866619"/>
                  </a:lnTo>
                  <a:lnTo>
                    <a:pt x="3704216" y="870697"/>
                  </a:lnTo>
                  <a:lnTo>
                    <a:pt x="3690746" y="874776"/>
                  </a:lnTo>
                  <a:lnTo>
                    <a:pt x="3677276" y="878856"/>
                  </a:lnTo>
                  <a:lnTo>
                    <a:pt x="3663806" y="882937"/>
                  </a:lnTo>
                  <a:lnTo>
                    <a:pt x="3650336" y="887020"/>
                  </a:lnTo>
                  <a:lnTo>
                    <a:pt x="3636867" y="891105"/>
                  </a:lnTo>
                  <a:lnTo>
                    <a:pt x="3623397" y="895192"/>
                  </a:lnTo>
                  <a:lnTo>
                    <a:pt x="3609927" y="899282"/>
                  </a:lnTo>
                  <a:lnTo>
                    <a:pt x="3596457" y="903374"/>
                  </a:lnTo>
                  <a:lnTo>
                    <a:pt x="3582987" y="907468"/>
                  </a:lnTo>
                  <a:lnTo>
                    <a:pt x="3569517" y="911566"/>
                  </a:lnTo>
                  <a:lnTo>
                    <a:pt x="3556047" y="915667"/>
                  </a:lnTo>
                  <a:lnTo>
                    <a:pt x="3542577" y="919771"/>
                  </a:lnTo>
                  <a:lnTo>
                    <a:pt x="3529108" y="923879"/>
                  </a:lnTo>
                  <a:lnTo>
                    <a:pt x="3515638" y="927990"/>
                  </a:lnTo>
                  <a:lnTo>
                    <a:pt x="3502168" y="932106"/>
                  </a:lnTo>
                  <a:lnTo>
                    <a:pt x="3488698" y="936227"/>
                  </a:lnTo>
                  <a:lnTo>
                    <a:pt x="3475228" y="940352"/>
                  </a:lnTo>
                  <a:lnTo>
                    <a:pt x="3461758" y="944482"/>
                  </a:lnTo>
                  <a:lnTo>
                    <a:pt x="3448288" y="948618"/>
                  </a:lnTo>
                  <a:lnTo>
                    <a:pt x="3434818" y="952759"/>
                  </a:lnTo>
                  <a:lnTo>
                    <a:pt x="3421349" y="956906"/>
                  </a:lnTo>
                  <a:lnTo>
                    <a:pt x="3407879" y="961060"/>
                  </a:lnTo>
                  <a:lnTo>
                    <a:pt x="3394409" y="965220"/>
                  </a:lnTo>
                  <a:lnTo>
                    <a:pt x="3380939" y="969387"/>
                  </a:lnTo>
                  <a:lnTo>
                    <a:pt x="3367469" y="973561"/>
                  </a:lnTo>
                  <a:lnTo>
                    <a:pt x="3353999" y="977743"/>
                  </a:lnTo>
                  <a:lnTo>
                    <a:pt x="3340529" y="981933"/>
                  </a:lnTo>
                  <a:lnTo>
                    <a:pt x="3327059" y="986131"/>
                  </a:lnTo>
                  <a:lnTo>
                    <a:pt x="3313589" y="990338"/>
                  </a:lnTo>
                  <a:lnTo>
                    <a:pt x="3300120" y="994554"/>
                  </a:lnTo>
                  <a:lnTo>
                    <a:pt x="3286650" y="998779"/>
                  </a:lnTo>
                  <a:lnTo>
                    <a:pt x="3273180" y="1003015"/>
                  </a:lnTo>
                  <a:lnTo>
                    <a:pt x="3259710" y="1007261"/>
                  </a:lnTo>
                  <a:lnTo>
                    <a:pt x="3246240" y="1011517"/>
                  </a:lnTo>
                  <a:lnTo>
                    <a:pt x="3232770" y="1015785"/>
                  </a:lnTo>
                  <a:lnTo>
                    <a:pt x="3219300" y="1020065"/>
                  </a:lnTo>
                  <a:lnTo>
                    <a:pt x="3205830" y="1024357"/>
                  </a:lnTo>
                  <a:lnTo>
                    <a:pt x="3192361" y="1028661"/>
                  </a:lnTo>
                  <a:lnTo>
                    <a:pt x="3178891" y="1032978"/>
                  </a:lnTo>
                  <a:lnTo>
                    <a:pt x="3165421" y="1037309"/>
                  </a:lnTo>
                  <a:lnTo>
                    <a:pt x="3151951" y="1041654"/>
                  </a:lnTo>
                  <a:lnTo>
                    <a:pt x="3138481" y="1046014"/>
                  </a:lnTo>
                  <a:lnTo>
                    <a:pt x="3125011" y="1050389"/>
                  </a:lnTo>
                  <a:lnTo>
                    <a:pt x="3111541" y="1054782"/>
                  </a:lnTo>
                  <a:lnTo>
                    <a:pt x="3098071" y="1059194"/>
                  </a:lnTo>
                  <a:lnTo>
                    <a:pt x="3084602" y="1063628"/>
                  </a:lnTo>
                  <a:lnTo>
                    <a:pt x="3071132" y="1068084"/>
                  </a:lnTo>
                  <a:lnTo>
                    <a:pt x="3057662" y="1072566"/>
                  </a:lnTo>
                  <a:lnTo>
                    <a:pt x="3044192" y="1077075"/>
                  </a:lnTo>
                  <a:lnTo>
                    <a:pt x="3030722" y="1081612"/>
                  </a:lnTo>
                  <a:lnTo>
                    <a:pt x="3017252" y="1086179"/>
                  </a:lnTo>
                  <a:lnTo>
                    <a:pt x="3003782" y="1090778"/>
                  </a:lnTo>
                  <a:lnTo>
                    <a:pt x="2990312" y="1095409"/>
                  </a:lnTo>
                  <a:lnTo>
                    <a:pt x="2976843" y="1100075"/>
                  </a:lnTo>
                  <a:lnTo>
                    <a:pt x="2963373" y="1104777"/>
                  </a:lnTo>
                  <a:lnTo>
                    <a:pt x="2949903" y="1109517"/>
                  </a:lnTo>
                  <a:lnTo>
                    <a:pt x="2936433" y="1114294"/>
                  </a:lnTo>
                  <a:lnTo>
                    <a:pt x="2922963" y="1119111"/>
                  </a:lnTo>
                  <a:lnTo>
                    <a:pt x="2909493" y="1123969"/>
                  </a:lnTo>
                  <a:lnTo>
                    <a:pt x="2896023" y="1128868"/>
                  </a:lnTo>
                  <a:lnTo>
                    <a:pt x="2882553" y="1133810"/>
                  </a:lnTo>
                  <a:lnTo>
                    <a:pt x="2869084" y="1138795"/>
                  </a:lnTo>
                  <a:lnTo>
                    <a:pt x="2855614" y="1143824"/>
                  </a:lnTo>
                  <a:lnTo>
                    <a:pt x="2842144" y="1148899"/>
                  </a:lnTo>
                  <a:lnTo>
                    <a:pt x="2828674" y="1154018"/>
                  </a:lnTo>
                  <a:lnTo>
                    <a:pt x="2815204" y="1159184"/>
                  </a:lnTo>
                  <a:lnTo>
                    <a:pt x="2801734" y="1164397"/>
                  </a:lnTo>
                  <a:lnTo>
                    <a:pt x="2788264" y="1169657"/>
                  </a:lnTo>
                  <a:lnTo>
                    <a:pt x="2774794" y="1174964"/>
                  </a:lnTo>
                  <a:lnTo>
                    <a:pt x="2761324" y="1180319"/>
                  </a:lnTo>
                  <a:lnTo>
                    <a:pt x="2747855" y="1185722"/>
                  </a:lnTo>
                  <a:lnTo>
                    <a:pt x="2734385" y="1191173"/>
                  </a:lnTo>
                  <a:lnTo>
                    <a:pt x="2720915" y="1196672"/>
                  </a:lnTo>
                  <a:lnTo>
                    <a:pt x="2707445" y="1202219"/>
                  </a:lnTo>
                  <a:lnTo>
                    <a:pt x="2693975" y="1207814"/>
                  </a:lnTo>
                  <a:lnTo>
                    <a:pt x="2680505" y="1213458"/>
                  </a:lnTo>
                  <a:lnTo>
                    <a:pt x="2667035" y="1219149"/>
                  </a:lnTo>
                  <a:lnTo>
                    <a:pt x="2653565" y="1224889"/>
                  </a:lnTo>
                  <a:lnTo>
                    <a:pt x="2640096" y="1230675"/>
                  </a:lnTo>
                  <a:lnTo>
                    <a:pt x="2626626" y="1236509"/>
                  </a:lnTo>
                  <a:lnTo>
                    <a:pt x="2613156" y="1242390"/>
                  </a:lnTo>
                  <a:lnTo>
                    <a:pt x="2599686" y="1248317"/>
                  </a:lnTo>
                  <a:lnTo>
                    <a:pt x="2586216" y="1254290"/>
                  </a:lnTo>
                  <a:lnTo>
                    <a:pt x="2572746" y="1260309"/>
                  </a:lnTo>
                  <a:lnTo>
                    <a:pt x="2559276" y="1266373"/>
                  </a:lnTo>
                  <a:lnTo>
                    <a:pt x="2545806" y="1272481"/>
                  </a:lnTo>
                  <a:lnTo>
                    <a:pt x="2532337" y="1278634"/>
                  </a:lnTo>
                  <a:lnTo>
                    <a:pt x="2518867" y="1284830"/>
                  </a:lnTo>
                  <a:lnTo>
                    <a:pt x="2505397" y="1291069"/>
                  </a:lnTo>
                  <a:lnTo>
                    <a:pt x="2491927" y="1297350"/>
                  </a:lnTo>
                  <a:lnTo>
                    <a:pt x="2478457" y="1303673"/>
                  </a:lnTo>
                  <a:lnTo>
                    <a:pt x="2464987" y="1310037"/>
                  </a:lnTo>
                  <a:lnTo>
                    <a:pt x="2451517" y="1316441"/>
                  </a:lnTo>
                  <a:lnTo>
                    <a:pt x="2438047" y="1322885"/>
                  </a:lnTo>
                  <a:lnTo>
                    <a:pt x="2424578" y="1329368"/>
                  </a:lnTo>
                  <a:lnTo>
                    <a:pt x="2411108" y="1335890"/>
                  </a:lnTo>
                  <a:lnTo>
                    <a:pt x="2397638" y="1342449"/>
                  </a:lnTo>
                  <a:lnTo>
                    <a:pt x="2384168" y="1349045"/>
                  </a:lnTo>
                  <a:lnTo>
                    <a:pt x="2370698" y="1355678"/>
                  </a:lnTo>
                  <a:lnTo>
                    <a:pt x="2357228" y="1362347"/>
                  </a:lnTo>
                  <a:lnTo>
                    <a:pt x="2343758" y="1369050"/>
                  </a:lnTo>
                  <a:lnTo>
                    <a:pt x="2330288" y="1375788"/>
                  </a:lnTo>
                  <a:lnTo>
                    <a:pt x="2316819" y="1382560"/>
                  </a:lnTo>
                  <a:lnTo>
                    <a:pt x="2303349" y="1389365"/>
                  </a:lnTo>
                  <a:lnTo>
                    <a:pt x="2289879" y="1396203"/>
                  </a:lnTo>
                  <a:lnTo>
                    <a:pt x="2276409" y="1403072"/>
                  </a:lnTo>
                  <a:lnTo>
                    <a:pt x="2262939" y="1409972"/>
                  </a:lnTo>
                  <a:lnTo>
                    <a:pt x="2249469" y="1416903"/>
                  </a:lnTo>
                  <a:lnTo>
                    <a:pt x="2235999" y="1423864"/>
                  </a:lnTo>
                  <a:lnTo>
                    <a:pt x="2222529" y="1430855"/>
                  </a:lnTo>
                  <a:lnTo>
                    <a:pt x="2209059" y="1437874"/>
                  </a:lnTo>
                  <a:lnTo>
                    <a:pt x="2195590" y="1444921"/>
                  </a:lnTo>
                  <a:lnTo>
                    <a:pt x="2182120" y="1451996"/>
                  </a:lnTo>
                  <a:lnTo>
                    <a:pt x="2168650" y="1459099"/>
                  </a:lnTo>
                  <a:lnTo>
                    <a:pt x="2155180" y="1466227"/>
                  </a:lnTo>
                  <a:lnTo>
                    <a:pt x="2141710" y="1473382"/>
                  </a:lnTo>
                  <a:lnTo>
                    <a:pt x="2128240" y="1480562"/>
                  </a:lnTo>
                  <a:lnTo>
                    <a:pt x="2114770" y="1487767"/>
                  </a:lnTo>
                  <a:lnTo>
                    <a:pt x="2101300" y="1494997"/>
                  </a:lnTo>
                  <a:lnTo>
                    <a:pt x="2087831" y="1502251"/>
                  </a:lnTo>
                  <a:lnTo>
                    <a:pt x="2074361" y="1509528"/>
                  </a:lnTo>
                  <a:lnTo>
                    <a:pt x="2060891" y="1516828"/>
                  </a:lnTo>
                  <a:lnTo>
                    <a:pt x="2047421" y="1524150"/>
                  </a:lnTo>
                  <a:lnTo>
                    <a:pt x="2033951" y="1531495"/>
                  </a:lnTo>
                  <a:lnTo>
                    <a:pt x="2020481" y="1538861"/>
                  </a:lnTo>
                  <a:lnTo>
                    <a:pt x="2007011" y="1546249"/>
                  </a:lnTo>
                  <a:lnTo>
                    <a:pt x="1993541" y="1553657"/>
                  </a:lnTo>
                  <a:lnTo>
                    <a:pt x="1980072" y="1561086"/>
                  </a:lnTo>
                  <a:lnTo>
                    <a:pt x="1966602" y="1568534"/>
                  </a:lnTo>
                  <a:lnTo>
                    <a:pt x="1953132" y="1576002"/>
                  </a:lnTo>
                  <a:lnTo>
                    <a:pt x="1939662" y="1583489"/>
                  </a:lnTo>
                  <a:lnTo>
                    <a:pt x="1926192" y="1590995"/>
                  </a:lnTo>
                  <a:lnTo>
                    <a:pt x="1912722" y="1598519"/>
                  </a:lnTo>
                  <a:lnTo>
                    <a:pt x="1899252" y="1606061"/>
                  </a:lnTo>
                  <a:lnTo>
                    <a:pt x="1885782" y="1613620"/>
                  </a:lnTo>
                  <a:lnTo>
                    <a:pt x="1872313" y="1621197"/>
                  </a:lnTo>
                  <a:lnTo>
                    <a:pt x="1858843" y="1628790"/>
                  </a:lnTo>
                  <a:lnTo>
                    <a:pt x="1845373" y="1636400"/>
                  </a:lnTo>
                  <a:lnTo>
                    <a:pt x="1831903" y="1644027"/>
                  </a:lnTo>
                  <a:lnTo>
                    <a:pt x="1818433" y="1651668"/>
                  </a:lnTo>
                  <a:lnTo>
                    <a:pt x="1804963" y="1659326"/>
                  </a:lnTo>
                  <a:lnTo>
                    <a:pt x="1791493" y="1666998"/>
                  </a:lnTo>
                  <a:lnTo>
                    <a:pt x="1778023" y="1674687"/>
                  </a:lnTo>
                  <a:lnTo>
                    <a:pt x="1764554" y="1682393"/>
                  </a:lnTo>
                  <a:lnTo>
                    <a:pt x="1751084" y="1690120"/>
                  </a:lnTo>
                  <a:lnTo>
                    <a:pt x="1737614" y="1697869"/>
                  </a:lnTo>
                  <a:lnTo>
                    <a:pt x="1724144" y="1705644"/>
                  </a:lnTo>
                  <a:lnTo>
                    <a:pt x="1710674" y="1713445"/>
                  </a:lnTo>
                  <a:lnTo>
                    <a:pt x="1697204" y="1721275"/>
                  </a:lnTo>
                  <a:lnTo>
                    <a:pt x="1683734" y="1729136"/>
                  </a:lnTo>
                  <a:lnTo>
                    <a:pt x="1670264" y="1737029"/>
                  </a:lnTo>
                  <a:lnTo>
                    <a:pt x="1656794" y="1744958"/>
                  </a:lnTo>
                  <a:lnTo>
                    <a:pt x="1643325" y="1752923"/>
                  </a:lnTo>
                  <a:lnTo>
                    <a:pt x="1629855" y="1760927"/>
                  </a:lnTo>
                  <a:lnTo>
                    <a:pt x="1616385" y="1768970"/>
                  </a:lnTo>
                  <a:lnTo>
                    <a:pt x="1602915" y="1777055"/>
                  </a:lnTo>
                  <a:lnTo>
                    <a:pt x="1589445" y="1785183"/>
                  </a:lnTo>
                  <a:lnTo>
                    <a:pt x="1575975" y="1793355"/>
                  </a:lnTo>
                  <a:lnTo>
                    <a:pt x="1562505" y="1801573"/>
                  </a:lnTo>
                  <a:lnTo>
                    <a:pt x="1549035" y="1809838"/>
                  </a:lnTo>
                  <a:lnTo>
                    <a:pt x="1535566" y="1818152"/>
                  </a:lnTo>
                  <a:lnTo>
                    <a:pt x="1522096" y="1826514"/>
                  </a:lnTo>
                  <a:lnTo>
                    <a:pt x="1508626" y="1834927"/>
                  </a:lnTo>
                  <a:lnTo>
                    <a:pt x="1495156" y="1843391"/>
                  </a:lnTo>
                  <a:lnTo>
                    <a:pt x="1481686" y="1851906"/>
                  </a:lnTo>
                  <a:lnTo>
                    <a:pt x="1468216" y="1860474"/>
                  </a:lnTo>
                  <a:lnTo>
                    <a:pt x="1454746" y="1869095"/>
                  </a:lnTo>
                  <a:lnTo>
                    <a:pt x="1441276" y="1879352"/>
                  </a:lnTo>
                  <a:lnTo>
                    <a:pt x="1427807" y="1891385"/>
                  </a:lnTo>
                  <a:lnTo>
                    <a:pt x="1414337" y="1903375"/>
                  </a:lnTo>
                  <a:lnTo>
                    <a:pt x="1400867" y="1915319"/>
                  </a:lnTo>
                  <a:lnTo>
                    <a:pt x="1387397" y="1927214"/>
                  </a:lnTo>
                  <a:lnTo>
                    <a:pt x="1373927" y="1939058"/>
                  </a:lnTo>
                  <a:lnTo>
                    <a:pt x="1360457" y="1950849"/>
                  </a:lnTo>
                  <a:lnTo>
                    <a:pt x="1346987" y="1962585"/>
                  </a:lnTo>
                  <a:lnTo>
                    <a:pt x="1333517" y="1974264"/>
                  </a:lnTo>
                  <a:lnTo>
                    <a:pt x="1320048" y="1985884"/>
                  </a:lnTo>
                  <a:lnTo>
                    <a:pt x="1306578" y="1997444"/>
                  </a:lnTo>
                  <a:lnTo>
                    <a:pt x="1293108" y="2008943"/>
                  </a:lnTo>
                  <a:lnTo>
                    <a:pt x="1279638" y="2020380"/>
                  </a:lnTo>
                  <a:lnTo>
                    <a:pt x="1266168" y="2031753"/>
                  </a:lnTo>
                  <a:lnTo>
                    <a:pt x="1252698" y="2043063"/>
                  </a:lnTo>
                  <a:lnTo>
                    <a:pt x="1239228" y="2054308"/>
                  </a:lnTo>
                  <a:lnTo>
                    <a:pt x="1225758" y="2065489"/>
                  </a:lnTo>
                  <a:lnTo>
                    <a:pt x="1212289" y="2076606"/>
                  </a:lnTo>
                  <a:lnTo>
                    <a:pt x="1198819" y="2087658"/>
                  </a:lnTo>
                  <a:lnTo>
                    <a:pt x="1185349" y="2098647"/>
                  </a:lnTo>
                  <a:lnTo>
                    <a:pt x="1171879" y="2109574"/>
                  </a:lnTo>
                  <a:lnTo>
                    <a:pt x="1158409" y="2120439"/>
                  </a:lnTo>
                  <a:lnTo>
                    <a:pt x="1144939" y="2131243"/>
                  </a:lnTo>
                  <a:lnTo>
                    <a:pt x="1131469" y="2141990"/>
                  </a:lnTo>
                  <a:lnTo>
                    <a:pt x="1117999" y="2152680"/>
                  </a:lnTo>
                  <a:lnTo>
                    <a:pt x="1104529" y="2163317"/>
                  </a:lnTo>
                  <a:lnTo>
                    <a:pt x="1091060" y="2173903"/>
                  </a:lnTo>
                  <a:lnTo>
                    <a:pt x="1077590" y="2184442"/>
                  </a:lnTo>
                  <a:lnTo>
                    <a:pt x="1064120" y="2194937"/>
                  </a:lnTo>
                  <a:lnTo>
                    <a:pt x="1050650" y="2205390"/>
                  </a:lnTo>
                  <a:lnTo>
                    <a:pt x="1037180" y="2215805"/>
                  </a:lnTo>
                  <a:lnTo>
                    <a:pt x="1023710" y="2226185"/>
                  </a:lnTo>
                  <a:lnTo>
                    <a:pt x="1010240" y="2236531"/>
                  </a:lnTo>
                  <a:lnTo>
                    <a:pt x="996770" y="2246846"/>
                  </a:lnTo>
                  <a:lnTo>
                    <a:pt x="983301" y="2257132"/>
                  </a:lnTo>
                  <a:lnTo>
                    <a:pt x="969831" y="2267390"/>
                  </a:lnTo>
                  <a:lnTo>
                    <a:pt x="956361" y="2277621"/>
                  </a:lnTo>
                  <a:lnTo>
                    <a:pt x="942891" y="2287826"/>
                  </a:lnTo>
                  <a:lnTo>
                    <a:pt x="929421" y="2298005"/>
                  </a:lnTo>
                  <a:lnTo>
                    <a:pt x="915951" y="2308158"/>
                  </a:lnTo>
                  <a:lnTo>
                    <a:pt x="902481" y="2318285"/>
                  </a:lnTo>
                  <a:lnTo>
                    <a:pt x="889011" y="2328386"/>
                  </a:lnTo>
                  <a:lnTo>
                    <a:pt x="875542" y="2338458"/>
                  </a:lnTo>
                  <a:lnTo>
                    <a:pt x="862072" y="2348500"/>
                  </a:lnTo>
                  <a:lnTo>
                    <a:pt x="848602" y="2358511"/>
                  </a:lnTo>
                  <a:lnTo>
                    <a:pt x="835132" y="2368489"/>
                  </a:lnTo>
                  <a:lnTo>
                    <a:pt x="821662" y="2378431"/>
                  </a:lnTo>
                  <a:lnTo>
                    <a:pt x="808192" y="2388335"/>
                  </a:lnTo>
                  <a:lnTo>
                    <a:pt x="794722" y="2398198"/>
                  </a:lnTo>
                  <a:lnTo>
                    <a:pt x="781252" y="2408018"/>
                  </a:lnTo>
                  <a:lnTo>
                    <a:pt x="767783" y="2417791"/>
                  </a:lnTo>
                  <a:lnTo>
                    <a:pt x="754313" y="2427516"/>
                  </a:lnTo>
                  <a:lnTo>
                    <a:pt x="740843" y="2437189"/>
                  </a:lnTo>
                  <a:lnTo>
                    <a:pt x="727373" y="2446807"/>
                  </a:lnTo>
                  <a:lnTo>
                    <a:pt x="713903" y="2456368"/>
                  </a:lnTo>
                  <a:lnTo>
                    <a:pt x="700433" y="2465869"/>
                  </a:lnTo>
                  <a:lnTo>
                    <a:pt x="686963" y="2475306"/>
                  </a:lnTo>
                  <a:lnTo>
                    <a:pt x="673493" y="2484678"/>
                  </a:lnTo>
                  <a:lnTo>
                    <a:pt x="660024" y="2493982"/>
                  </a:lnTo>
                  <a:lnTo>
                    <a:pt x="646554" y="2503216"/>
                  </a:lnTo>
                  <a:lnTo>
                    <a:pt x="633084" y="2512376"/>
                  </a:lnTo>
                  <a:lnTo>
                    <a:pt x="619614" y="2521462"/>
                  </a:lnTo>
                  <a:lnTo>
                    <a:pt x="606144" y="2530470"/>
                  </a:lnTo>
                  <a:lnTo>
                    <a:pt x="592674" y="2539398"/>
                  </a:lnTo>
                  <a:lnTo>
                    <a:pt x="579204" y="2548246"/>
                  </a:lnTo>
                  <a:lnTo>
                    <a:pt x="565734" y="2557010"/>
                  </a:lnTo>
                  <a:lnTo>
                    <a:pt x="552264" y="2565690"/>
                  </a:lnTo>
                  <a:lnTo>
                    <a:pt x="538795" y="2574283"/>
                  </a:lnTo>
                  <a:lnTo>
                    <a:pt x="525325" y="2582789"/>
                  </a:lnTo>
                  <a:lnTo>
                    <a:pt x="511855" y="2591206"/>
                  </a:lnTo>
                  <a:lnTo>
                    <a:pt x="498385" y="2599532"/>
                  </a:lnTo>
                  <a:lnTo>
                    <a:pt x="484915" y="2607767"/>
                  </a:lnTo>
                  <a:lnTo>
                    <a:pt x="471445" y="2615909"/>
                  </a:lnTo>
                  <a:lnTo>
                    <a:pt x="457975" y="2623959"/>
                  </a:lnTo>
                  <a:lnTo>
                    <a:pt x="444505" y="2631914"/>
                  </a:lnTo>
                  <a:lnTo>
                    <a:pt x="431036" y="2639774"/>
                  </a:lnTo>
                  <a:lnTo>
                    <a:pt x="417566" y="2647539"/>
                  </a:lnTo>
                  <a:lnTo>
                    <a:pt x="404096" y="2655207"/>
                  </a:lnTo>
                  <a:lnTo>
                    <a:pt x="390626" y="2662779"/>
                  </a:lnTo>
                  <a:lnTo>
                    <a:pt x="377156" y="2670254"/>
                  </a:lnTo>
                  <a:lnTo>
                    <a:pt x="363686" y="2677632"/>
                  </a:lnTo>
                  <a:lnTo>
                    <a:pt x="350216" y="2684913"/>
                  </a:lnTo>
                  <a:lnTo>
                    <a:pt x="336746" y="2692096"/>
                  </a:lnTo>
                  <a:lnTo>
                    <a:pt x="323277" y="2699181"/>
                  </a:lnTo>
                  <a:lnTo>
                    <a:pt x="309807" y="2706168"/>
                  </a:lnTo>
                  <a:lnTo>
                    <a:pt x="296337" y="2713058"/>
                  </a:lnTo>
                  <a:lnTo>
                    <a:pt x="282867" y="2719850"/>
                  </a:lnTo>
                  <a:lnTo>
                    <a:pt x="269397" y="2726546"/>
                  </a:lnTo>
                  <a:lnTo>
                    <a:pt x="255927" y="2733147"/>
                  </a:lnTo>
                  <a:lnTo>
                    <a:pt x="242457" y="2739653"/>
                  </a:lnTo>
                  <a:lnTo>
                    <a:pt x="228987" y="2746066"/>
                  </a:lnTo>
                  <a:lnTo>
                    <a:pt x="215518" y="2752388"/>
                  </a:lnTo>
                  <a:lnTo>
                    <a:pt x="202048" y="2758619"/>
                  </a:lnTo>
                  <a:lnTo>
                    <a:pt x="188578" y="2764760"/>
                  </a:lnTo>
                  <a:lnTo>
                    <a:pt x="175108" y="2770814"/>
                  </a:lnTo>
                  <a:lnTo>
                    <a:pt x="161638" y="2776780"/>
                  </a:lnTo>
                  <a:lnTo>
                    <a:pt x="148168" y="2782660"/>
                  </a:lnTo>
                  <a:lnTo>
                    <a:pt x="134698" y="2788456"/>
                  </a:lnTo>
                  <a:lnTo>
                    <a:pt x="121228" y="2794168"/>
                  </a:lnTo>
                  <a:lnTo>
                    <a:pt x="107759" y="2799797"/>
                  </a:lnTo>
                  <a:lnTo>
                    <a:pt x="94289" y="2805345"/>
                  </a:lnTo>
                  <a:lnTo>
                    <a:pt x="80819" y="2810813"/>
                  </a:lnTo>
                  <a:lnTo>
                    <a:pt x="67349" y="2816202"/>
                  </a:lnTo>
                  <a:lnTo>
                    <a:pt x="53879" y="2821512"/>
                  </a:lnTo>
                  <a:lnTo>
                    <a:pt x="40409" y="2826746"/>
                  </a:lnTo>
                  <a:lnTo>
                    <a:pt x="26939" y="2831904"/>
                  </a:lnTo>
                  <a:lnTo>
                    <a:pt x="13469" y="2836986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977328" y="3498589"/>
              <a:ext cx="4027493" cy="2680607"/>
            </a:xfrm>
            <a:custGeom>
              <a:avLst/>
              <a:pathLst>
                <a:path w="4027493" h="2680607">
                  <a:moveTo>
                    <a:pt x="0" y="2680607"/>
                  </a:moveTo>
                  <a:lnTo>
                    <a:pt x="13469" y="2676079"/>
                  </a:lnTo>
                  <a:lnTo>
                    <a:pt x="26939" y="2671509"/>
                  </a:lnTo>
                  <a:lnTo>
                    <a:pt x="40409" y="2666896"/>
                  </a:lnTo>
                  <a:lnTo>
                    <a:pt x="53879" y="2662240"/>
                  </a:lnTo>
                  <a:lnTo>
                    <a:pt x="67349" y="2657541"/>
                  </a:lnTo>
                  <a:lnTo>
                    <a:pt x="80819" y="2652798"/>
                  </a:lnTo>
                  <a:lnTo>
                    <a:pt x="94289" y="2648010"/>
                  </a:lnTo>
                  <a:lnTo>
                    <a:pt x="107759" y="2643178"/>
                  </a:lnTo>
                  <a:lnTo>
                    <a:pt x="121228" y="2638300"/>
                  </a:lnTo>
                  <a:lnTo>
                    <a:pt x="134698" y="2633376"/>
                  </a:lnTo>
                  <a:lnTo>
                    <a:pt x="148168" y="2628405"/>
                  </a:lnTo>
                  <a:lnTo>
                    <a:pt x="161638" y="2623387"/>
                  </a:lnTo>
                  <a:lnTo>
                    <a:pt x="175108" y="2618322"/>
                  </a:lnTo>
                  <a:lnTo>
                    <a:pt x="188578" y="2613209"/>
                  </a:lnTo>
                  <a:lnTo>
                    <a:pt x="202048" y="2608047"/>
                  </a:lnTo>
                  <a:lnTo>
                    <a:pt x="215518" y="2602835"/>
                  </a:lnTo>
                  <a:lnTo>
                    <a:pt x="228987" y="2597573"/>
                  </a:lnTo>
                  <a:lnTo>
                    <a:pt x="242457" y="2592261"/>
                  </a:lnTo>
                  <a:lnTo>
                    <a:pt x="255927" y="2586898"/>
                  </a:lnTo>
                  <a:lnTo>
                    <a:pt x="269397" y="2581482"/>
                  </a:lnTo>
                  <a:lnTo>
                    <a:pt x="282867" y="2576014"/>
                  </a:lnTo>
                  <a:lnTo>
                    <a:pt x="296337" y="2570493"/>
                  </a:lnTo>
                  <a:lnTo>
                    <a:pt x="309807" y="2564917"/>
                  </a:lnTo>
                  <a:lnTo>
                    <a:pt x="323277" y="2559286"/>
                  </a:lnTo>
                  <a:lnTo>
                    <a:pt x="336746" y="2553600"/>
                  </a:lnTo>
                  <a:lnTo>
                    <a:pt x="350216" y="2547857"/>
                  </a:lnTo>
                  <a:lnTo>
                    <a:pt x="363686" y="2542057"/>
                  </a:lnTo>
                  <a:lnTo>
                    <a:pt x="377156" y="2536199"/>
                  </a:lnTo>
                  <a:lnTo>
                    <a:pt x="390626" y="2530283"/>
                  </a:lnTo>
                  <a:lnTo>
                    <a:pt x="404096" y="2524307"/>
                  </a:lnTo>
                  <a:lnTo>
                    <a:pt x="417566" y="2518270"/>
                  </a:lnTo>
                  <a:lnTo>
                    <a:pt x="431036" y="2512172"/>
                  </a:lnTo>
                  <a:lnTo>
                    <a:pt x="444505" y="2506012"/>
                  </a:lnTo>
                  <a:lnTo>
                    <a:pt x="457975" y="2499788"/>
                  </a:lnTo>
                  <a:lnTo>
                    <a:pt x="471445" y="2493501"/>
                  </a:lnTo>
                  <a:lnTo>
                    <a:pt x="484915" y="2487148"/>
                  </a:lnTo>
                  <a:lnTo>
                    <a:pt x="498385" y="2480730"/>
                  </a:lnTo>
                  <a:lnTo>
                    <a:pt x="511855" y="2474244"/>
                  </a:lnTo>
                  <a:lnTo>
                    <a:pt x="525325" y="2467690"/>
                  </a:lnTo>
                  <a:lnTo>
                    <a:pt x="538795" y="2461066"/>
                  </a:lnTo>
                  <a:lnTo>
                    <a:pt x="552264" y="2454373"/>
                  </a:lnTo>
                  <a:lnTo>
                    <a:pt x="565734" y="2447608"/>
                  </a:lnTo>
                  <a:lnTo>
                    <a:pt x="579204" y="2440770"/>
                  </a:lnTo>
                  <a:lnTo>
                    <a:pt x="592674" y="2433858"/>
                  </a:lnTo>
                  <a:lnTo>
                    <a:pt x="606144" y="2426871"/>
                  </a:lnTo>
                  <a:lnTo>
                    <a:pt x="619614" y="2419808"/>
                  </a:lnTo>
                  <a:lnTo>
                    <a:pt x="633084" y="2412667"/>
                  </a:lnTo>
                  <a:lnTo>
                    <a:pt x="646554" y="2405448"/>
                  </a:lnTo>
                  <a:lnTo>
                    <a:pt x="660024" y="2398148"/>
                  </a:lnTo>
                  <a:lnTo>
                    <a:pt x="673493" y="2390767"/>
                  </a:lnTo>
                  <a:lnTo>
                    <a:pt x="686963" y="2383303"/>
                  </a:lnTo>
                  <a:lnTo>
                    <a:pt x="700433" y="2375755"/>
                  </a:lnTo>
                  <a:lnTo>
                    <a:pt x="713903" y="2368122"/>
                  </a:lnTo>
                  <a:lnTo>
                    <a:pt x="727373" y="2360402"/>
                  </a:lnTo>
                  <a:lnTo>
                    <a:pt x="740843" y="2352595"/>
                  </a:lnTo>
                  <a:lnTo>
                    <a:pt x="754313" y="2344699"/>
                  </a:lnTo>
                  <a:lnTo>
                    <a:pt x="767783" y="2336713"/>
                  </a:lnTo>
                  <a:lnTo>
                    <a:pt x="781252" y="2328637"/>
                  </a:lnTo>
                  <a:lnTo>
                    <a:pt x="794722" y="2320469"/>
                  </a:lnTo>
                  <a:lnTo>
                    <a:pt x="808192" y="2312210"/>
                  </a:lnTo>
                  <a:lnTo>
                    <a:pt x="821662" y="2303858"/>
                  </a:lnTo>
                  <a:lnTo>
                    <a:pt x="835132" y="2295413"/>
                  </a:lnTo>
                  <a:lnTo>
                    <a:pt x="848602" y="2286876"/>
                  </a:lnTo>
                  <a:lnTo>
                    <a:pt x="862072" y="2278248"/>
                  </a:lnTo>
                  <a:lnTo>
                    <a:pt x="875542" y="2269528"/>
                  </a:lnTo>
                  <a:lnTo>
                    <a:pt x="889011" y="2260719"/>
                  </a:lnTo>
                  <a:lnTo>
                    <a:pt x="902481" y="2251821"/>
                  </a:lnTo>
                  <a:lnTo>
                    <a:pt x="915951" y="2242837"/>
                  </a:lnTo>
                  <a:lnTo>
                    <a:pt x="929421" y="2233769"/>
                  </a:lnTo>
                  <a:lnTo>
                    <a:pt x="942891" y="2224621"/>
                  </a:lnTo>
                  <a:lnTo>
                    <a:pt x="956361" y="2215395"/>
                  </a:lnTo>
                  <a:lnTo>
                    <a:pt x="969831" y="2206097"/>
                  </a:lnTo>
                  <a:lnTo>
                    <a:pt x="983301" y="2196730"/>
                  </a:lnTo>
                  <a:lnTo>
                    <a:pt x="996770" y="2187300"/>
                  </a:lnTo>
                  <a:lnTo>
                    <a:pt x="1010240" y="2177812"/>
                  </a:lnTo>
                  <a:lnTo>
                    <a:pt x="1023710" y="2168272"/>
                  </a:lnTo>
                  <a:lnTo>
                    <a:pt x="1037180" y="2158686"/>
                  </a:lnTo>
                  <a:lnTo>
                    <a:pt x="1050650" y="2149062"/>
                  </a:lnTo>
                  <a:lnTo>
                    <a:pt x="1064120" y="2139407"/>
                  </a:lnTo>
                  <a:lnTo>
                    <a:pt x="1077590" y="2129728"/>
                  </a:lnTo>
                  <a:lnTo>
                    <a:pt x="1091060" y="2120034"/>
                  </a:lnTo>
                  <a:lnTo>
                    <a:pt x="1104529" y="2110331"/>
                  </a:lnTo>
                  <a:lnTo>
                    <a:pt x="1117999" y="2100629"/>
                  </a:lnTo>
                  <a:lnTo>
                    <a:pt x="1131469" y="2090934"/>
                  </a:lnTo>
                  <a:lnTo>
                    <a:pt x="1144939" y="2081254"/>
                  </a:lnTo>
                  <a:lnTo>
                    <a:pt x="1158409" y="2071591"/>
                  </a:lnTo>
                  <a:lnTo>
                    <a:pt x="1171879" y="2061951"/>
                  </a:lnTo>
                  <a:lnTo>
                    <a:pt x="1185349" y="2052336"/>
                  </a:lnTo>
                  <a:lnTo>
                    <a:pt x="1198819" y="2042751"/>
                  </a:lnTo>
                  <a:lnTo>
                    <a:pt x="1212289" y="2033199"/>
                  </a:lnTo>
                  <a:lnTo>
                    <a:pt x="1225758" y="2023682"/>
                  </a:lnTo>
                  <a:lnTo>
                    <a:pt x="1239228" y="2014204"/>
                  </a:lnTo>
                  <a:lnTo>
                    <a:pt x="1252698" y="2004766"/>
                  </a:lnTo>
                  <a:lnTo>
                    <a:pt x="1266168" y="1995372"/>
                  </a:lnTo>
                  <a:lnTo>
                    <a:pt x="1279638" y="1986022"/>
                  </a:lnTo>
                  <a:lnTo>
                    <a:pt x="1293108" y="1976719"/>
                  </a:lnTo>
                  <a:lnTo>
                    <a:pt x="1306578" y="1967464"/>
                  </a:lnTo>
                  <a:lnTo>
                    <a:pt x="1320048" y="1958259"/>
                  </a:lnTo>
                  <a:lnTo>
                    <a:pt x="1333517" y="1949104"/>
                  </a:lnTo>
                  <a:lnTo>
                    <a:pt x="1346987" y="1940001"/>
                  </a:lnTo>
                  <a:lnTo>
                    <a:pt x="1360457" y="1930950"/>
                  </a:lnTo>
                  <a:lnTo>
                    <a:pt x="1373927" y="1921952"/>
                  </a:lnTo>
                  <a:lnTo>
                    <a:pt x="1387397" y="1913008"/>
                  </a:lnTo>
                  <a:lnTo>
                    <a:pt x="1400867" y="1904117"/>
                  </a:lnTo>
                  <a:lnTo>
                    <a:pt x="1414337" y="1895281"/>
                  </a:lnTo>
                  <a:lnTo>
                    <a:pt x="1427807" y="1886498"/>
                  </a:lnTo>
                  <a:lnTo>
                    <a:pt x="1441276" y="1877770"/>
                  </a:lnTo>
                  <a:lnTo>
                    <a:pt x="1454746" y="1867277"/>
                  </a:lnTo>
                  <a:lnTo>
                    <a:pt x="1468216" y="1855164"/>
                  </a:lnTo>
                  <a:lnTo>
                    <a:pt x="1481686" y="1843017"/>
                  </a:lnTo>
                  <a:lnTo>
                    <a:pt x="1495156" y="1830838"/>
                  </a:lnTo>
                  <a:lnTo>
                    <a:pt x="1508626" y="1818630"/>
                  </a:lnTo>
                  <a:lnTo>
                    <a:pt x="1522096" y="1806398"/>
                  </a:lnTo>
                  <a:lnTo>
                    <a:pt x="1535566" y="1794144"/>
                  </a:lnTo>
                  <a:lnTo>
                    <a:pt x="1549035" y="1781873"/>
                  </a:lnTo>
                  <a:lnTo>
                    <a:pt x="1562505" y="1769588"/>
                  </a:lnTo>
                  <a:lnTo>
                    <a:pt x="1575975" y="1757294"/>
                  </a:lnTo>
                  <a:lnTo>
                    <a:pt x="1589445" y="1744995"/>
                  </a:lnTo>
                  <a:lnTo>
                    <a:pt x="1602915" y="1732694"/>
                  </a:lnTo>
                  <a:lnTo>
                    <a:pt x="1616385" y="1720396"/>
                  </a:lnTo>
                  <a:lnTo>
                    <a:pt x="1629855" y="1708107"/>
                  </a:lnTo>
                  <a:lnTo>
                    <a:pt x="1643325" y="1695829"/>
                  </a:lnTo>
                  <a:lnTo>
                    <a:pt x="1656794" y="1683569"/>
                  </a:lnTo>
                  <a:lnTo>
                    <a:pt x="1670264" y="1671332"/>
                  </a:lnTo>
                  <a:lnTo>
                    <a:pt x="1683734" y="1659121"/>
                  </a:lnTo>
                  <a:lnTo>
                    <a:pt x="1697204" y="1646942"/>
                  </a:lnTo>
                  <a:lnTo>
                    <a:pt x="1710674" y="1634801"/>
                  </a:lnTo>
                  <a:lnTo>
                    <a:pt x="1724144" y="1622702"/>
                  </a:lnTo>
                  <a:lnTo>
                    <a:pt x="1737614" y="1610652"/>
                  </a:lnTo>
                  <a:lnTo>
                    <a:pt x="1751084" y="1598655"/>
                  </a:lnTo>
                  <a:lnTo>
                    <a:pt x="1764554" y="1586717"/>
                  </a:lnTo>
                  <a:lnTo>
                    <a:pt x="1778023" y="1574843"/>
                  </a:lnTo>
                  <a:lnTo>
                    <a:pt x="1791493" y="1563041"/>
                  </a:lnTo>
                  <a:lnTo>
                    <a:pt x="1804963" y="1551314"/>
                  </a:lnTo>
                  <a:lnTo>
                    <a:pt x="1818433" y="1539667"/>
                  </a:lnTo>
                  <a:lnTo>
                    <a:pt x="1831903" y="1528099"/>
                  </a:lnTo>
                  <a:lnTo>
                    <a:pt x="1845373" y="1516612"/>
                  </a:lnTo>
                  <a:lnTo>
                    <a:pt x="1858843" y="1505208"/>
                  </a:lnTo>
                  <a:lnTo>
                    <a:pt x="1872313" y="1493885"/>
                  </a:lnTo>
                  <a:lnTo>
                    <a:pt x="1885782" y="1482646"/>
                  </a:lnTo>
                  <a:lnTo>
                    <a:pt x="1899252" y="1471491"/>
                  </a:lnTo>
                  <a:lnTo>
                    <a:pt x="1912722" y="1460420"/>
                  </a:lnTo>
                  <a:lnTo>
                    <a:pt x="1926192" y="1449434"/>
                  </a:lnTo>
                  <a:lnTo>
                    <a:pt x="1939662" y="1438533"/>
                  </a:lnTo>
                  <a:lnTo>
                    <a:pt x="1953132" y="1427718"/>
                  </a:lnTo>
                  <a:lnTo>
                    <a:pt x="1966602" y="1416989"/>
                  </a:lnTo>
                  <a:lnTo>
                    <a:pt x="1980072" y="1406346"/>
                  </a:lnTo>
                  <a:lnTo>
                    <a:pt x="1993541" y="1395789"/>
                  </a:lnTo>
                  <a:lnTo>
                    <a:pt x="2007011" y="1385318"/>
                  </a:lnTo>
                  <a:lnTo>
                    <a:pt x="2020481" y="1374933"/>
                  </a:lnTo>
                  <a:lnTo>
                    <a:pt x="2033951" y="1364634"/>
                  </a:lnTo>
                  <a:lnTo>
                    <a:pt x="2047421" y="1354421"/>
                  </a:lnTo>
                  <a:lnTo>
                    <a:pt x="2060891" y="1344294"/>
                  </a:lnTo>
                  <a:lnTo>
                    <a:pt x="2074361" y="1334252"/>
                  </a:lnTo>
                  <a:lnTo>
                    <a:pt x="2087831" y="1324295"/>
                  </a:lnTo>
                  <a:lnTo>
                    <a:pt x="2101300" y="1314423"/>
                  </a:lnTo>
                  <a:lnTo>
                    <a:pt x="2114770" y="1304634"/>
                  </a:lnTo>
                  <a:lnTo>
                    <a:pt x="2128240" y="1294929"/>
                  </a:lnTo>
                  <a:lnTo>
                    <a:pt x="2141710" y="1285306"/>
                  </a:lnTo>
                  <a:lnTo>
                    <a:pt x="2155180" y="1275765"/>
                  </a:lnTo>
                  <a:lnTo>
                    <a:pt x="2168650" y="1266305"/>
                  </a:lnTo>
                  <a:lnTo>
                    <a:pt x="2182120" y="1256926"/>
                  </a:lnTo>
                  <a:lnTo>
                    <a:pt x="2195590" y="1247625"/>
                  </a:lnTo>
                  <a:lnTo>
                    <a:pt x="2209059" y="1238403"/>
                  </a:lnTo>
                  <a:lnTo>
                    <a:pt x="2222529" y="1229258"/>
                  </a:lnTo>
                  <a:lnTo>
                    <a:pt x="2235999" y="1220188"/>
                  </a:lnTo>
                  <a:lnTo>
                    <a:pt x="2249469" y="1211193"/>
                  </a:lnTo>
                  <a:lnTo>
                    <a:pt x="2262939" y="1202272"/>
                  </a:lnTo>
                  <a:lnTo>
                    <a:pt x="2276409" y="1193422"/>
                  </a:lnTo>
                  <a:lnTo>
                    <a:pt x="2289879" y="1184643"/>
                  </a:lnTo>
                  <a:lnTo>
                    <a:pt x="2303349" y="1175932"/>
                  </a:lnTo>
                  <a:lnTo>
                    <a:pt x="2316819" y="1167289"/>
                  </a:lnTo>
                  <a:lnTo>
                    <a:pt x="2330288" y="1158712"/>
                  </a:lnTo>
                  <a:lnTo>
                    <a:pt x="2343758" y="1150199"/>
                  </a:lnTo>
                  <a:lnTo>
                    <a:pt x="2357228" y="1141748"/>
                  </a:lnTo>
                  <a:lnTo>
                    <a:pt x="2370698" y="1133358"/>
                  </a:lnTo>
                  <a:lnTo>
                    <a:pt x="2384168" y="1125026"/>
                  </a:lnTo>
                  <a:lnTo>
                    <a:pt x="2397638" y="1116750"/>
                  </a:lnTo>
                  <a:lnTo>
                    <a:pt x="2411108" y="1108530"/>
                  </a:lnTo>
                  <a:lnTo>
                    <a:pt x="2424578" y="1100362"/>
                  </a:lnTo>
                  <a:lnTo>
                    <a:pt x="2438047" y="1092244"/>
                  </a:lnTo>
                  <a:lnTo>
                    <a:pt x="2451517" y="1084175"/>
                  </a:lnTo>
                  <a:lnTo>
                    <a:pt x="2464987" y="1076152"/>
                  </a:lnTo>
                  <a:lnTo>
                    <a:pt x="2478457" y="1068173"/>
                  </a:lnTo>
                  <a:lnTo>
                    <a:pt x="2491927" y="1060236"/>
                  </a:lnTo>
                  <a:lnTo>
                    <a:pt x="2505397" y="1052339"/>
                  </a:lnTo>
                  <a:lnTo>
                    <a:pt x="2518867" y="1044479"/>
                  </a:lnTo>
                  <a:lnTo>
                    <a:pt x="2532337" y="1036653"/>
                  </a:lnTo>
                  <a:lnTo>
                    <a:pt x="2545806" y="1028860"/>
                  </a:lnTo>
                  <a:lnTo>
                    <a:pt x="2559276" y="1021097"/>
                  </a:lnTo>
                  <a:lnTo>
                    <a:pt x="2572746" y="1013362"/>
                  </a:lnTo>
                  <a:lnTo>
                    <a:pt x="2586216" y="1005652"/>
                  </a:lnTo>
                  <a:lnTo>
                    <a:pt x="2599686" y="997964"/>
                  </a:lnTo>
                  <a:lnTo>
                    <a:pt x="2613156" y="990297"/>
                  </a:lnTo>
                  <a:lnTo>
                    <a:pt x="2626626" y="982648"/>
                  </a:lnTo>
                  <a:lnTo>
                    <a:pt x="2640096" y="975015"/>
                  </a:lnTo>
                  <a:lnTo>
                    <a:pt x="2653565" y="967394"/>
                  </a:lnTo>
                  <a:lnTo>
                    <a:pt x="2667035" y="959784"/>
                  </a:lnTo>
                  <a:lnTo>
                    <a:pt x="2680505" y="952181"/>
                  </a:lnTo>
                  <a:lnTo>
                    <a:pt x="2693975" y="944585"/>
                  </a:lnTo>
                  <a:lnTo>
                    <a:pt x="2707445" y="936991"/>
                  </a:lnTo>
                  <a:lnTo>
                    <a:pt x="2720915" y="929399"/>
                  </a:lnTo>
                  <a:lnTo>
                    <a:pt x="2734385" y="921805"/>
                  </a:lnTo>
                  <a:lnTo>
                    <a:pt x="2747855" y="914207"/>
                  </a:lnTo>
                  <a:lnTo>
                    <a:pt x="2761324" y="906603"/>
                  </a:lnTo>
                  <a:lnTo>
                    <a:pt x="2774794" y="898990"/>
                  </a:lnTo>
                  <a:lnTo>
                    <a:pt x="2788264" y="891366"/>
                  </a:lnTo>
                  <a:lnTo>
                    <a:pt x="2801734" y="883730"/>
                  </a:lnTo>
                  <a:lnTo>
                    <a:pt x="2815204" y="876078"/>
                  </a:lnTo>
                  <a:lnTo>
                    <a:pt x="2828674" y="868409"/>
                  </a:lnTo>
                  <a:lnTo>
                    <a:pt x="2842144" y="860721"/>
                  </a:lnTo>
                  <a:lnTo>
                    <a:pt x="2855614" y="853011"/>
                  </a:lnTo>
                  <a:lnTo>
                    <a:pt x="2869084" y="845278"/>
                  </a:lnTo>
                  <a:lnTo>
                    <a:pt x="2882553" y="837519"/>
                  </a:lnTo>
                  <a:lnTo>
                    <a:pt x="2896023" y="829732"/>
                  </a:lnTo>
                  <a:lnTo>
                    <a:pt x="2909493" y="821916"/>
                  </a:lnTo>
                  <a:lnTo>
                    <a:pt x="2922963" y="814069"/>
                  </a:lnTo>
                  <a:lnTo>
                    <a:pt x="2936433" y="806189"/>
                  </a:lnTo>
                  <a:lnTo>
                    <a:pt x="2949903" y="798275"/>
                  </a:lnTo>
                  <a:lnTo>
                    <a:pt x="2963373" y="790323"/>
                  </a:lnTo>
                  <a:lnTo>
                    <a:pt x="2976843" y="782334"/>
                  </a:lnTo>
                  <a:lnTo>
                    <a:pt x="2990312" y="774305"/>
                  </a:lnTo>
                  <a:lnTo>
                    <a:pt x="3003782" y="766234"/>
                  </a:lnTo>
                  <a:lnTo>
                    <a:pt x="3017252" y="758120"/>
                  </a:lnTo>
                  <a:lnTo>
                    <a:pt x="3030722" y="749962"/>
                  </a:lnTo>
                  <a:lnTo>
                    <a:pt x="3044192" y="741758"/>
                  </a:lnTo>
                  <a:lnTo>
                    <a:pt x="3057662" y="733506"/>
                  </a:lnTo>
                  <a:lnTo>
                    <a:pt x="3071132" y="725205"/>
                  </a:lnTo>
                  <a:lnTo>
                    <a:pt x="3084602" y="716854"/>
                  </a:lnTo>
                  <a:lnTo>
                    <a:pt x="3098071" y="708451"/>
                  </a:lnTo>
                  <a:lnTo>
                    <a:pt x="3111541" y="699995"/>
                  </a:lnTo>
                  <a:lnTo>
                    <a:pt x="3125011" y="691484"/>
                  </a:lnTo>
                  <a:lnTo>
                    <a:pt x="3138481" y="682918"/>
                  </a:lnTo>
                  <a:lnTo>
                    <a:pt x="3151951" y="674295"/>
                  </a:lnTo>
                  <a:lnTo>
                    <a:pt x="3165421" y="665614"/>
                  </a:lnTo>
                  <a:lnTo>
                    <a:pt x="3178891" y="656877"/>
                  </a:lnTo>
                  <a:lnTo>
                    <a:pt x="3192361" y="648082"/>
                  </a:lnTo>
                  <a:lnTo>
                    <a:pt x="3205830" y="639232"/>
                  </a:lnTo>
                  <a:lnTo>
                    <a:pt x="3219300" y="630325"/>
                  </a:lnTo>
                  <a:lnTo>
                    <a:pt x="3232770" y="621363"/>
                  </a:lnTo>
                  <a:lnTo>
                    <a:pt x="3246240" y="612346"/>
                  </a:lnTo>
                  <a:lnTo>
                    <a:pt x="3259710" y="603273"/>
                  </a:lnTo>
                  <a:lnTo>
                    <a:pt x="3273180" y="594146"/>
                  </a:lnTo>
                  <a:lnTo>
                    <a:pt x="3286650" y="584964"/>
                  </a:lnTo>
                  <a:lnTo>
                    <a:pt x="3300120" y="575727"/>
                  </a:lnTo>
                  <a:lnTo>
                    <a:pt x="3313589" y="566437"/>
                  </a:lnTo>
                  <a:lnTo>
                    <a:pt x="3327059" y="557093"/>
                  </a:lnTo>
                  <a:lnTo>
                    <a:pt x="3340529" y="547695"/>
                  </a:lnTo>
                  <a:lnTo>
                    <a:pt x="3353999" y="538244"/>
                  </a:lnTo>
                  <a:lnTo>
                    <a:pt x="3367469" y="528740"/>
                  </a:lnTo>
                  <a:lnTo>
                    <a:pt x="3380939" y="519182"/>
                  </a:lnTo>
                  <a:lnTo>
                    <a:pt x="3394409" y="509572"/>
                  </a:lnTo>
                  <a:lnTo>
                    <a:pt x="3407879" y="499910"/>
                  </a:lnTo>
                  <a:lnTo>
                    <a:pt x="3421349" y="490195"/>
                  </a:lnTo>
                  <a:lnTo>
                    <a:pt x="3434818" y="480428"/>
                  </a:lnTo>
                  <a:lnTo>
                    <a:pt x="3448288" y="470608"/>
                  </a:lnTo>
                  <a:lnTo>
                    <a:pt x="3461758" y="460737"/>
                  </a:lnTo>
                  <a:lnTo>
                    <a:pt x="3475228" y="450814"/>
                  </a:lnTo>
                  <a:lnTo>
                    <a:pt x="3488698" y="440839"/>
                  </a:lnTo>
                  <a:lnTo>
                    <a:pt x="3502168" y="430813"/>
                  </a:lnTo>
                  <a:lnTo>
                    <a:pt x="3515638" y="420735"/>
                  </a:lnTo>
                  <a:lnTo>
                    <a:pt x="3529108" y="410606"/>
                  </a:lnTo>
                  <a:lnTo>
                    <a:pt x="3542577" y="400425"/>
                  </a:lnTo>
                  <a:lnTo>
                    <a:pt x="3556047" y="390194"/>
                  </a:lnTo>
                  <a:lnTo>
                    <a:pt x="3569517" y="379911"/>
                  </a:lnTo>
                  <a:lnTo>
                    <a:pt x="3582987" y="369577"/>
                  </a:lnTo>
                  <a:lnTo>
                    <a:pt x="3596457" y="359192"/>
                  </a:lnTo>
                  <a:lnTo>
                    <a:pt x="3609927" y="348757"/>
                  </a:lnTo>
                  <a:lnTo>
                    <a:pt x="3623397" y="338270"/>
                  </a:lnTo>
                  <a:lnTo>
                    <a:pt x="3636867" y="327732"/>
                  </a:lnTo>
                  <a:lnTo>
                    <a:pt x="3650336" y="317144"/>
                  </a:lnTo>
                  <a:lnTo>
                    <a:pt x="3663806" y="306505"/>
                  </a:lnTo>
                  <a:lnTo>
                    <a:pt x="3677276" y="295815"/>
                  </a:lnTo>
                  <a:lnTo>
                    <a:pt x="3690746" y="285074"/>
                  </a:lnTo>
                  <a:lnTo>
                    <a:pt x="3704216" y="274283"/>
                  </a:lnTo>
                  <a:lnTo>
                    <a:pt x="3717686" y="263441"/>
                  </a:lnTo>
                  <a:lnTo>
                    <a:pt x="3731156" y="252548"/>
                  </a:lnTo>
                  <a:lnTo>
                    <a:pt x="3744626" y="241604"/>
                  </a:lnTo>
                  <a:lnTo>
                    <a:pt x="3758095" y="230610"/>
                  </a:lnTo>
                  <a:lnTo>
                    <a:pt x="3771565" y="219565"/>
                  </a:lnTo>
                  <a:lnTo>
                    <a:pt x="3785035" y="208469"/>
                  </a:lnTo>
                  <a:lnTo>
                    <a:pt x="3798505" y="197322"/>
                  </a:lnTo>
                  <a:lnTo>
                    <a:pt x="3811975" y="186125"/>
                  </a:lnTo>
                  <a:lnTo>
                    <a:pt x="3825445" y="174876"/>
                  </a:lnTo>
                  <a:lnTo>
                    <a:pt x="3838915" y="163576"/>
                  </a:lnTo>
                  <a:lnTo>
                    <a:pt x="3852385" y="152226"/>
                  </a:lnTo>
                  <a:lnTo>
                    <a:pt x="3865854" y="140824"/>
                  </a:lnTo>
                  <a:lnTo>
                    <a:pt x="3879324" y="129372"/>
                  </a:lnTo>
                  <a:lnTo>
                    <a:pt x="3892794" y="117868"/>
                  </a:lnTo>
                  <a:lnTo>
                    <a:pt x="3906264" y="106313"/>
                  </a:lnTo>
                  <a:lnTo>
                    <a:pt x="3919734" y="94706"/>
                  </a:lnTo>
                  <a:lnTo>
                    <a:pt x="3933204" y="83049"/>
                  </a:lnTo>
                  <a:lnTo>
                    <a:pt x="3946674" y="71340"/>
                  </a:lnTo>
                  <a:lnTo>
                    <a:pt x="3960144" y="59579"/>
                  </a:lnTo>
                  <a:lnTo>
                    <a:pt x="3973614" y="47767"/>
                  </a:lnTo>
                  <a:lnTo>
                    <a:pt x="3987083" y="35903"/>
                  </a:lnTo>
                  <a:lnTo>
                    <a:pt x="4000553" y="23987"/>
                  </a:lnTo>
                  <a:lnTo>
                    <a:pt x="4014023" y="12019"/>
                  </a:lnTo>
                  <a:lnTo>
                    <a:pt x="4027493" y="0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977328" y="4271372"/>
              <a:ext cx="4027493" cy="2069212"/>
            </a:xfrm>
            <a:custGeom>
              <a:avLst/>
              <a:pathLst>
                <a:path w="4027493" h="2069212">
                  <a:moveTo>
                    <a:pt x="4027493" y="0"/>
                  </a:moveTo>
                  <a:lnTo>
                    <a:pt x="4014023" y="4093"/>
                  </a:lnTo>
                  <a:lnTo>
                    <a:pt x="4000553" y="8184"/>
                  </a:lnTo>
                  <a:lnTo>
                    <a:pt x="3987083" y="12273"/>
                  </a:lnTo>
                  <a:lnTo>
                    <a:pt x="3973614" y="16360"/>
                  </a:lnTo>
                  <a:lnTo>
                    <a:pt x="3960144" y="20446"/>
                  </a:lnTo>
                  <a:lnTo>
                    <a:pt x="3946674" y="24530"/>
                  </a:lnTo>
                  <a:lnTo>
                    <a:pt x="3933204" y="28612"/>
                  </a:lnTo>
                  <a:lnTo>
                    <a:pt x="3919734" y="32694"/>
                  </a:lnTo>
                  <a:lnTo>
                    <a:pt x="3906264" y="36774"/>
                  </a:lnTo>
                  <a:lnTo>
                    <a:pt x="3892794" y="40853"/>
                  </a:lnTo>
                  <a:lnTo>
                    <a:pt x="3879324" y="44930"/>
                  </a:lnTo>
                  <a:lnTo>
                    <a:pt x="3865854" y="49007"/>
                  </a:lnTo>
                  <a:lnTo>
                    <a:pt x="3852385" y="53084"/>
                  </a:lnTo>
                  <a:lnTo>
                    <a:pt x="3838915" y="57159"/>
                  </a:lnTo>
                  <a:lnTo>
                    <a:pt x="3825445" y="61234"/>
                  </a:lnTo>
                  <a:lnTo>
                    <a:pt x="3811975" y="65309"/>
                  </a:lnTo>
                  <a:lnTo>
                    <a:pt x="3798505" y="69384"/>
                  </a:lnTo>
                  <a:lnTo>
                    <a:pt x="3785035" y="73458"/>
                  </a:lnTo>
                  <a:lnTo>
                    <a:pt x="3771565" y="77533"/>
                  </a:lnTo>
                  <a:lnTo>
                    <a:pt x="3758095" y="81608"/>
                  </a:lnTo>
                  <a:lnTo>
                    <a:pt x="3744626" y="85683"/>
                  </a:lnTo>
                  <a:lnTo>
                    <a:pt x="3731156" y="89759"/>
                  </a:lnTo>
                  <a:lnTo>
                    <a:pt x="3717686" y="93836"/>
                  </a:lnTo>
                  <a:lnTo>
                    <a:pt x="3704216" y="97914"/>
                  </a:lnTo>
                  <a:lnTo>
                    <a:pt x="3690746" y="101992"/>
                  </a:lnTo>
                  <a:lnTo>
                    <a:pt x="3677276" y="106072"/>
                  </a:lnTo>
                  <a:lnTo>
                    <a:pt x="3663806" y="110154"/>
                  </a:lnTo>
                  <a:lnTo>
                    <a:pt x="3650336" y="114237"/>
                  </a:lnTo>
                  <a:lnTo>
                    <a:pt x="3636867" y="118322"/>
                  </a:lnTo>
                  <a:lnTo>
                    <a:pt x="3623397" y="122409"/>
                  </a:lnTo>
                  <a:lnTo>
                    <a:pt x="3609927" y="126498"/>
                  </a:lnTo>
                  <a:lnTo>
                    <a:pt x="3596457" y="130590"/>
                  </a:lnTo>
                  <a:lnTo>
                    <a:pt x="3582987" y="134685"/>
                  </a:lnTo>
                  <a:lnTo>
                    <a:pt x="3569517" y="138782"/>
                  </a:lnTo>
                  <a:lnTo>
                    <a:pt x="3556047" y="142883"/>
                  </a:lnTo>
                  <a:lnTo>
                    <a:pt x="3542577" y="146987"/>
                  </a:lnTo>
                  <a:lnTo>
                    <a:pt x="3529108" y="151095"/>
                  </a:lnTo>
                  <a:lnTo>
                    <a:pt x="3515638" y="155207"/>
                  </a:lnTo>
                  <a:lnTo>
                    <a:pt x="3502168" y="159323"/>
                  </a:lnTo>
                  <a:lnTo>
                    <a:pt x="3488698" y="163443"/>
                  </a:lnTo>
                  <a:lnTo>
                    <a:pt x="3475228" y="167569"/>
                  </a:lnTo>
                  <a:lnTo>
                    <a:pt x="3461758" y="171699"/>
                  </a:lnTo>
                  <a:lnTo>
                    <a:pt x="3448288" y="175835"/>
                  </a:lnTo>
                  <a:lnTo>
                    <a:pt x="3434818" y="179976"/>
                  </a:lnTo>
                  <a:lnTo>
                    <a:pt x="3421349" y="184123"/>
                  </a:lnTo>
                  <a:lnTo>
                    <a:pt x="3407879" y="188276"/>
                  </a:lnTo>
                  <a:lnTo>
                    <a:pt x="3394409" y="192436"/>
                  </a:lnTo>
                  <a:lnTo>
                    <a:pt x="3380939" y="196603"/>
                  </a:lnTo>
                  <a:lnTo>
                    <a:pt x="3367469" y="200778"/>
                  </a:lnTo>
                  <a:lnTo>
                    <a:pt x="3353999" y="204959"/>
                  </a:lnTo>
                  <a:lnTo>
                    <a:pt x="3340529" y="209149"/>
                  </a:lnTo>
                  <a:lnTo>
                    <a:pt x="3327059" y="213347"/>
                  </a:lnTo>
                  <a:lnTo>
                    <a:pt x="3313589" y="217554"/>
                  </a:lnTo>
                  <a:lnTo>
                    <a:pt x="3300120" y="221770"/>
                  </a:lnTo>
                  <a:lnTo>
                    <a:pt x="3286650" y="225996"/>
                  </a:lnTo>
                  <a:lnTo>
                    <a:pt x="3273180" y="230231"/>
                  </a:lnTo>
                  <a:lnTo>
                    <a:pt x="3259710" y="234477"/>
                  </a:lnTo>
                  <a:lnTo>
                    <a:pt x="3246240" y="238734"/>
                  </a:lnTo>
                  <a:lnTo>
                    <a:pt x="3232770" y="243002"/>
                  </a:lnTo>
                  <a:lnTo>
                    <a:pt x="3219300" y="247281"/>
                  </a:lnTo>
                  <a:lnTo>
                    <a:pt x="3205830" y="251573"/>
                  </a:lnTo>
                  <a:lnTo>
                    <a:pt x="3192361" y="255877"/>
                  </a:lnTo>
                  <a:lnTo>
                    <a:pt x="3178891" y="260195"/>
                  </a:lnTo>
                  <a:lnTo>
                    <a:pt x="3165421" y="264526"/>
                  </a:lnTo>
                  <a:lnTo>
                    <a:pt x="3151951" y="268871"/>
                  </a:lnTo>
                  <a:lnTo>
                    <a:pt x="3138481" y="273230"/>
                  </a:lnTo>
                  <a:lnTo>
                    <a:pt x="3125011" y="277605"/>
                  </a:lnTo>
                  <a:lnTo>
                    <a:pt x="3111541" y="281998"/>
                  </a:lnTo>
                  <a:lnTo>
                    <a:pt x="3098071" y="286411"/>
                  </a:lnTo>
                  <a:lnTo>
                    <a:pt x="3084602" y="290844"/>
                  </a:lnTo>
                  <a:lnTo>
                    <a:pt x="3071132" y="295301"/>
                  </a:lnTo>
                  <a:lnTo>
                    <a:pt x="3057662" y="299783"/>
                  </a:lnTo>
                  <a:lnTo>
                    <a:pt x="3044192" y="304292"/>
                  </a:lnTo>
                  <a:lnTo>
                    <a:pt x="3030722" y="308829"/>
                  </a:lnTo>
                  <a:lnTo>
                    <a:pt x="3017252" y="313396"/>
                  </a:lnTo>
                  <a:lnTo>
                    <a:pt x="3003782" y="317994"/>
                  </a:lnTo>
                  <a:lnTo>
                    <a:pt x="2990312" y="322626"/>
                  </a:lnTo>
                  <a:lnTo>
                    <a:pt x="2976843" y="327292"/>
                  </a:lnTo>
                  <a:lnTo>
                    <a:pt x="2963373" y="331994"/>
                  </a:lnTo>
                  <a:lnTo>
                    <a:pt x="2949903" y="336733"/>
                  </a:lnTo>
                  <a:lnTo>
                    <a:pt x="2936433" y="341511"/>
                  </a:lnTo>
                  <a:lnTo>
                    <a:pt x="2922963" y="346328"/>
                  </a:lnTo>
                  <a:lnTo>
                    <a:pt x="2909493" y="351185"/>
                  </a:lnTo>
                  <a:lnTo>
                    <a:pt x="2896023" y="356084"/>
                  </a:lnTo>
                  <a:lnTo>
                    <a:pt x="2882553" y="361026"/>
                  </a:lnTo>
                  <a:lnTo>
                    <a:pt x="2869084" y="366011"/>
                  </a:lnTo>
                  <a:lnTo>
                    <a:pt x="2855614" y="371041"/>
                  </a:lnTo>
                  <a:lnTo>
                    <a:pt x="2842144" y="376115"/>
                  </a:lnTo>
                  <a:lnTo>
                    <a:pt x="2828674" y="381235"/>
                  </a:lnTo>
                  <a:lnTo>
                    <a:pt x="2815204" y="386401"/>
                  </a:lnTo>
                  <a:lnTo>
                    <a:pt x="2801734" y="391614"/>
                  </a:lnTo>
                  <a:lnTo>
                    <a:pt x="2788264" y="396873"/>
                  </a:lnTo>
                  <a:lnTo>
                    <a:pt x="2774794" y="402181"/>
                  </a:lnTo>
                  <a:lnTo>
                    <a:pt x="2761324" y="407536"/>
                  </a:lnTo>
                  <a:lnTo>
                    <a:pt x="2747855" y="412938"/>
                  </a:lnTo>
                  <a:lnTo>
                    <a:pt x="2734385" y="418389"/>
                  </a:lnTo>
                  <a:lnTo>
                    <a:pt x="2720915" y="423888"/>
                  </a:lnTo>
                  <a:lnTo>
                    <a:pt x="2707445" y="429436"/>
                  </a:lnTo>
                  <a:lnTo>
                    <a:pt x="2693975" y="435031"/>
                  </a:lnTo>
                  <a:lnTo>
                    <a:pt x="2680505" y="440675"/>
                  </a:lnTo>
                  <a:lnTo>
                    <a:pt x="2667035" y="446366"/>
                  </a:lnTo>
                  <a:lnTo>
                    <a:pt x="2653565" y="452105"/>
                  </a:lnTo>
                  <a:lnTo>
                    <a:pt x="2640096" y="457892"/>
                  </a:lnTo>
                  <a:lnTo>
                    <a:pt x="2626626" y="463726"/>
                  </a:lnTo>
                  <a:lnTo>
                    <a:pt x="2613156" y="469606"/>
                  </a:lnTo>
                  <a:lnTo>
                    <a:pt x="2599686" y="475533"/>
                  </a:lnTo>
                  <a:lnTo>
                    <a:pt x="2586216" y="481507"/>
                  </a:lnTo>
                  <a:lnTo>
                    <a:pt x="2572746" y="487525"/>
                  </a:lnTo>
                  <a:lnTo>
                    <a:pt x="2559276" y="493589"/>
                  </a:lnTo>
                  <a:lnTo>
                    <a:pt x="2545806" y="499698"/>
                  </a:lnTo>
                  <a:lnTo>
                    <a:pt x="2532337" y="505850"/>
                  </a:lnTo>
                  <a:lnTo>
                    <a:pt x="2518867" y="512046"/>
                  </a:lnTo>
                  <a:lnTo>
                    <a:pt x="2505397" y="518285"/>
                  </a:lnTo>
                  <a:lnTo>
                    <a:pt x="2491927" y="524566"/>
                  </a:lnTo>
                  <a:lnTo>
                    <a:pt x="2478457" y="530889"/>
                  </a:lnTo>
                  <a:lnTo>
                    <a:pt x="2464987" y="537253"/>
                  </a:lnTo>
                  <a:lnTo>
                    <a:pt x="2451517" y="543658"/>
                  </a:lnTo>
                  <a:lnTo>
                    <a:pt x="2438047" y="550102"/>
                  </a:lnTo>
                  <a:lnTo>
                    <a:pt x="2424578" y="556585"/>
                  </a:lnTo>
                  <a:lnTo>
                    <a:pt x="2411108" y="563106"/>
                  </a:lnTo>
                  <a:lnTo>
                    <a:pt x="2397638" y="569666"/>
                  </a:lnTo>
                  <a:lnTo>
                    <a:pt x="2384168" y="576262"/>
                  </a:lnTo>
                  <a:lnTo>
                    <a:pt x="2370698" y="582895"/>
                  </a:lnTo>
                  <a:lnTo>
                    <a:pt x="2357228" y="589563"/>
                  </a:lnTo>
                  <a:lnTo>
                    <a:pt x="2343758" y="596267"/>
                  </a:lnTo>
                  <a:lnTo>
                    <a:pt x="2330288" y="603005"/>
                  </a:lnTo>
                  <a:lnTo>
                    <a:pt x="2316819" y="609777"/>
                  </a:lnTo>
                  <a:lnTo>
                    <a:pt x="2303349" y="616582"/>
                  </a:lnTo>
                  <a:lnTo>
                    <a:pt x="2289879" y="623419"/>
                  </a:lnTo>
                  <a:lnTo>
                    <a:pt x="2276409" y="630288"/>
                  </a:lnTo>
                  <a:lnTo>
                    <a:pt x="2262939" y="637189"/>
                  </a:lnTo>
                  <a:lnTo>
                    <a:pt x="2249469" y="644120"/>
                  </a:lnTo>
                  <a:lnTo>
                    <a:pt x="2235999" y="651081"/>
                  </a:lnTo>
                  <a:lnTo>
                    <a:pt x="2222529" y="658071"/>
                  </a:lnTo>
                  <a:lnTo>
                    <a:pt x="2209059" y="665091"/>
                  </a:lnTo>
                  <a:lnTo>
                    <a:pt x="2195590" y="672138"/>
                  </a:lnTo>
                  <a:lnTo>
                    <a:pt x="2182120" y="679213"/>
                  </a:lnTo>
                  <a:lnTo>
                    <a:pt x="2168650" y="686315"/>
                  </a:lnTo>
                  <a:lnTo>
                    <a:pt x="2155180" y="693444"/>
                  </a:lnTo>
                  <a:lnTo>
                    <a:pt x="2141710" y="700599"/>
                  </a:lnTo>
                  <a:lnTo>
                    <a:pt x="2128240" y="707779"/>
                  </a:lnTo>
                  <a:lnTo>
                    <a:pt x="2114770" y="714984"/>
                  </a:lnTo>
                  <a:lnTo>
                    <a:pt x="2101300" y="722214"/>
                  </a:lnTo>
                  <a:lnTo>
                    <a:pt x="2087831" y="729467"/>
                  </a:lnTo>
                  <a:lnTo>
                    <a:pt x="2074361" y="736744"/>
                  </a:lnTo>
                  <a:lnTo>
                    <a:pt x="2060891" y="744044"/>
                  </a:lnTo>
                  <a:lnTo>
                    <a:pt x="2047421" y="751367"/>
                  </a:lnTo>
                  <a:lnTo>
                    <a:pt x="2033951" y="758712"/>
                  </a:lnTo>
                  <a:lnTo>
                    <a:pt x="2020481" y="766078"/>
                  </a:lnTo>
                  <a:lnTo>
                    <a:pt x="2007011" y="773465"/>
                  </a:lnTo>
                  <a:lnTo>
                    <a:pt x="1993541" y="780874"/>
                  </a:lnTo>
                  <a:lnTo>
                    <a:pt x="1980072" y="788302"/>
                  </a:lnTo>
                  <a:lnTo>
                    <a:pt x="1966602" y="795751"/>
                  </a:lnTo>
                  <a:lnTo>
                    <a:pt x="1953132" y="803219"/>
                  </a:lnTo>
                  <a:lnTo>
                    <a:pt x="1939662" y="810706"/>
                  </a:lnTo>
                  <a:lnTo>
                    <a:pt x="1926192" y="818211"/>
                  </a:lnTo>
                  <a:lnTo>
                    <a:pt x="1912722" y="825735"/>
                  </a:lnTo>
                  <a:lnTo>
                    <a:pt x="1899252" y="833277"/>
                  </a:lnTo>
                  <a:lnTo>
                    <a:pt x="1885782" y="840837"/>
                  </a:lnTo>
                  <a:lnTo>
                    <a:pt x="1872313" y="848414"/>
                  </a:lnTo>
                  <a:lnTo>
                    <a:pt x="1858843" y="856007"/>
                  </a:lnTo>
                  <a:lnTo>
                    <a:pt x="1845373" y="863617"/>
                  </a:lnTo>
                  <a:lnTo>
                    <a:pt x="1831903" y="871243"/>
                  </a:lnTo>
                  <a:lnTo>
                    <a:pt x="1818433" y="878885"/>
                  </a:lnTo>
                  <a:lnTo>
                    <a:pt x="1804963" y="886542"/>
                  </a:lnTo>
                  <a:lnTo>
                    <a:pt x="1791493" y="894215"/>
                  </a:lnTo>
                  <a:lnTo>
                    <a:pt x="1778023" y="901903"/>
                  </a:lnTo>
                  <a:lnTo>
                    <a:pt x="1764554" y="909610"/>
                  </a:lnTo>
                  <a:lnTo>
                    <a:pt x="1751084" y="917337"/>
                  </a:lnTo>
                  <a:lnTo>
                    <a:pt x="1737614" y="925086"/>
                  </a:lnTo>
                  <a:lnTo>
                    <a:pt x="1724144" y="932860"/>
                  </a:lnTo>
                  <a:lnTo>
                    <a:pt x="1710674" y="940661"/>
                  </a:lnTo>
                  <a:lnTo>
                    <a:pt x="1697204" y="948491"/>
                  </a:lnTo>
                  <a:lnTo>
                    <a:pt x="1683734" y="956352"/>
                  </a:lnTo>
                  <a:lnTo>
                    <a:pt x="1670264" y="964246"/>
                  </a:lnTo>
                  <a:lnTo>
                    <a:pt x="1656794" y="972175"/>
                  </a:lnTo>
                  <a:lnTo>
                    <a:pt x="1643325" y="980140"/>
                  </a:lnTo>
                  <a:lnTo>
                    <a:pt x="1629855" y="988143"/>
                  </a:lnTo>
                  <a:lnTo>
                    <a:pt x="1616385" y="996187"/>
                  </a:lnTo>
                  <a:lnTo>
                    <a:pt x="1602915" y="1004271"/>
                  </a:lnTo>
                  <a:lnTo>
                    <a:pt x="1589445" y="1012399"/>
                  </a:lnTo>
                  <a:lnTo>
                    <a:pt x="1575975" y="1020572"/>
                  </a:lnTo>
                  <a:lnTo>
                    <a:pt x="1562505" y="1028790"/>
                  </a:lnTo>
                  <a:lnTo>
                    <a:pt x="1549035" y="1037055"/>
                  </a:lnTo>
                  <a:lnTo>
                    <a:pt x="1535566" y="1045368"/>
                  </a:lnTo>
                  <a:lnTo>
                    <a:pt x="1522096" y="1053731"/>
                  </a:lnTo>
                  <a:lnTo>
                    <a:pt x="1508626" y="1062143"/>
                  </a:lnTo>
                  <a:lnTo>
                    <a:pt x="1495156" y="1070607"/>
                  </a:lnTo>
                  <a:lnTo>
                    <a:pt x="1481686" y="1079123"/>
                  </a:lnTo>
                  <a:lnTo>
                    <a:pt x="1468216" y="1087691"/>
                  </a:lnTo>
                  <a:lnTo>
                    <a:pt x="1454746" y="1096312"/>
                  </a:lnTo>
                  <a:lnTo>
                    <a:pt x="1441276" y="1106568"/>
                  </a:lnTo>
                  <a:lnTo>
                    <a:pt x="1427807" y="1118602"/>
                  </a:lnTo>
                  <a:lnTo>
                    <a:pt x="1414337" y="1130592"/>
                  </a:lnTo>
                  <a:lnTo>
                    <a:pt x="1400867" y="1142536"/>
                  </a:lnTo>
                  <a:lnTo>
                    <a:pt x="1387397" y="1154431"/>
                  </a:lnTo>
                  <a:lnTo>
                    <a:pt x="1373927" y="1166275"/>
                  </a:lnTo>
                  <a:lnTo>
                    <a:pt x="1360457" y="1178066"/>
                  </a:lnTo>
                  <a:lnTo>
                    <a:pt x="1346987" y="1189802"/>
                  </a:lnTo>
                  <a:lnTo>
                    <a:pt x="1333517" y="1201480"/>
                  </a:lnTo>
                  <a:lnTo>
                    <a:pt x="1320048" y="1213101"/>
                  </a:lnTo>
                  <a:lnTo>
                    <a:pt x="1306578" y="1224661"/>
                  </a:lnTo>
                  <a:lnTo>
                    <a:pt x="1293108" y="1236160"/>
                  </a:lnTo>
                  <a:lnTo>
                    <a:pt x="1279638" y="1247596"/>
                  </a:lnTo>
                  <a:lnTo>
                    <a:pt x="1266168" y="1258970"/>
                  </a:lnTo>
                  <a:lnTo>
                    <a:pt x="1252698" y="1270280"/>
                  </a:lnTo>
                  <a:lnTo>
                    <a:pt x="1239228" y="1281525"/>
                  </a:lnTo>
                  <a:lnTo>
                    <a:pt x="1225758" y="1292706"/>
                  </a:lnTo>
                  <a:lnTo>
                    <a:pt x="1212289" y="1303822"/>
                  </a:lnTo>
                  <a:lnTo>
                    <a:pt x="1198819" y="1314875"/>
                  </a:lnTo>
                  <a:lnTo>
                    <a:pt x="1185349" y="1325864"/>
                  </a:lnTo>
                  <a:lnTo>
                    <a:pt x="1171879" y="1336790"/>
                  </a:lnTo>
                  <a:lnTo>
                    <a:pt x="1158409" y="1347655"/>
                  </a:lnTo>
                  <a:lnTo>
                    <a:pt x="1144939" y="1358460"/>
                  </a:lnTo>
                  <a:lnTo>
                    <a:pt x="1131469" y="1369207"/>
                  </a:lnTo>
                  <a:lnTo>
                    <a:pt x="1117999" y="1379897"/>
                  </a:lnTo>
                  <a:lnTo>
                    <a:pt x="1104529" y="1390534"/>
                  </a:lnTo>
                  <a:lnTo>
                    <a:pt x="1091060" y="1401120"/>
                  </a:lnTo>
                  <a:lnTo>
                    <a:pt x="1077590" y="1411659"/>
                  </a:lnTo>
                  <a:lnTo>
                    <a:pt x="1064120" y="1422153"/>
                  </a:lnTo>
                  <a:lnTo>
                    <a:pt x="1050650" y="1432607"/>
                  </a:lnTo>
                  <a:lnTo>
                    <a:pt x="1037180" y="1443022"/>
                  </a:lnTo>
                  <a:lnTo>
                    <a:pt x="1023710" y="1453402"/>
                  </a:lnTo>
                  <a:lnTo>
                    <a:pt x="1010240" y="1463748"/>
                  </a:lnTo>
                  <a:lnTo>
                    <a:pt x="996770" y="1474063"/>
                  </a:lnTo>
                  <a:lnTo>
                    <a:pt x="983301" y="1484349"/>
                  </a:lnTo>
                  <a:lnTo>
                    <a:pt x="969831" y="1494606"/>
                  </a:lnTo>
                  <a:lnTo>
                    <a:pt x="956361" y="1504837"/>
                  </a:lnTo>
                  <a:lnTo>
                    <a:pt x="942891" y="1515042"/>
                  </a:lnTo>
                  <a:lnTo>
                    <a:pt x="929421" y="1525221"/>
                  </a:lnTo>
                  <a:lnTo>
                    <a:pt x="915951" y="1535375"/>
                  </a:lnTo>
                  <a:lnTo>
                    <a:pt x="902481" y="1545502"/>
                  </a:lnTo>
                  <a:lnTo>
                    <a:pt x="889011" y="1555602"/>
                  </a:lnTo>
                  <a:lnTo>
                    <a:pt x="875542" y="1565674"/>
                  </a:lnTo>
                  <a:lnTo>
                    <a:pt x="862072" y="1575717"/>
                  </a:lnTo>
                  <a:lnTo>
                    <a:pt x="848602" y="1585728"/>
                  </a:lnTo>
                  <a:lnTo>
                    <a:pt x="835132" y="1595705"/>
                  </a:lnTo>
                  <a:lnTo>
                    <a:pt x="821662" y="1605647"/>
                  </a:lnTo>
                  <a:lnTo>
                    <a:pt x="808192" y="1615551"/>
                  </a:lnTo>
                  <a:lnTo>
                    <a:pt x="794722" y="1625414"/>
                  </a:lnTo>
                  <a:lnTo>
                    <a:pt x="781252" y="1635234"/>
                  </a:lnTo>
                  <a:lnTo>
                    <a:pt x="767783" y="1645008"/>
                  </a:lnTo>
                  <a:lnTo>
                    <a:pt x="754313" y="1654733"/>
                  </a:lnTo>
                  <a:lnTo>
                    <a:pt x="740843" y="1664406"/>
                  </a:lnTo>
                  <a:lnTo>
                    <a:pt x="727373" y="1674024"/>
                  </a:lnTo>
                  <a:lnTo>
                    <a:pt x="713903" y="1683585"/>
                  </a:lnTo>
                  <a:lnTo>
                    <a:pt x="700433" y="1693085"/>
                  </a:lnTo>
                  <a:lnTo>
                    <a:pt x="686963" y="1702523"/>
                  </a:lnTo>
                  <a:lnTo>
                    <a:pt x="673493" y="1711895"/>
                  </a:lnTo>
                  <a:lnTo>
                    <a:pt x="660024" y="1721199"/>
                  </a:lnTo>
                  <a:lnTo>
                    <a:pt x="646554" y="1730432"/>
                  </a:lnTo>
                  <a:lnTo>
                    <a:pt x="633084" y="1739593"/>
                  </a:lnTo>
                  <a:lnTo>
                    <a:pt x="619614" y="1748678"/>
                  </a:lnTo>
                  <a:lnTo>
                    <a:pt x="606144" y="1757686"/>
                  </a:lnTo>
                  <a:lnTo>
                    <a:pt x="592674" y="1766615"/>
                  </a:lnTo>
                  <a:lnTo>
                    <a:pt x="579204" y="1775462"/>
                  </a:lnTo>
                  <a:lnTo>
                    <a:pt x="565734" y="1784227"/>
                  </a:lnTo>
                  <a:lnTo>
                    <a:pt x="552264" y="1792906"/>
                  </a:lnTo>
                  <a:lnTo>
                    <a:pt x="538795" y="1801500"/>
                  </a:lnTo>
                  <a:lnTo>
                    <a:pt x="525325" y="1810005"/>
                  </a:lnTo>
                  <a:lnTo>
                    <a:pt x="511855" y="1818422"/>
                  </a:lnTo>
                  <a:lnTo>
                    <a:pt x="498385" y="1826749"/>
                  </a:lnTo>
                  <a:lnTo>
                    <a:pt x="484915" y="1834984"/>
                  </a:lnTo>
                  <a:lnTo>
                    <a:pt x="471445" y="1843126"/>
                  </a:lnTo>
                  <a:lnTo>
                    <a:pt x="457975" y="1851175"/>
                  </a:lnTo>
                  <a:lnTo>
                    <a:pt x="444505" y="1859130"/>
                  </a:lnTo>
                  <a:lnTo>
                    <a:pt x="431036" y="1866991"/>
                  </a:lnTo>
                  <a:lnTo>
                    <a:pt x="417566" y="1874755"/>
                  </a:lnTo>
                  <a:lnTo>
                    <a:pt x="404096" y="1882424"/>
                  </a:lnTo>
                  <a:lnTo>
                    <a:pt x="390626" y="1889996"/>
                  </a:lnTo>
                  <a:lnTo>
                    <a:pt x="377156" y="1897471"/>
                  </a:lnTo>
                  <a:lnTo>
                    <a:pt x="363686" y="1904849"/>
                  </a:lnTo>
                  <a:lnTo>
                    <a:pt x="350216" y="1912129"/>
                  </a:lnTo>
                  <a:lnTo>
                    <a:pt x="336746" y="1919312"/>
                  </a:lnTo>
                  <a:lnTo>
                    <a:pt x="323277" y="1926398"/>
                  </a:lnTo>
                  <a:lnTo>
                    <a:pt x="309807" y="1933385"/>
                  </a:lnTo>
                  <a:lnTo>
                    <a:pt x="296337" y="1940275"/>
                  </a:lnTo>
                  <a:lnTo>
                    <a:pt x="282867" y="1947067"/>
                  </a:lnTo>
                  <a:lnTo>
                    <a:pt x="269397" y="1953763"/>
                  </a:lnTo>
                  <a:lnTo>
                    <a:pt x="255927" y="1960363"/>
                  </a:lnTo>
                  <a:lnTo>
                    <a:pt x="242457" y="1966870"/>
                  </a:lnTo>
                  <a:lnTo>
                    <a:pt x="228987" y="1973283"/>
                  </a:lnTo>
                  <a:lnTo>
                    <a:pt x="215518" y="1979605"/>
                  </a:lnTo>
                  <a:lnTo>
                    <a:pt x="202048" y="1985836"/>
                  </a:lnTo>
                  <a:lnTo>
                    <a:pt x="188578" y="1991977"/>
                  </a:lnTo>
                  <a:lnTo>
                    <a:pt x="175108" y="1998030"/>
                  </a:lnTo>
                  <a:lnTo>
                    <a:pt x="161638" y="2003997"/>
                  </a:lnTo>
                  <a:lnTo>
                    <a:pt x="148168" y="2009877"/>
                  </a:lnTo>
                  <a:lnTo>
                    <a:pt x="134698" y="2015672"/>
                  </a:lnTo>
                  <a:lnTo>
                    <a:pt x="121228" y="2021384"/>
                  </a:lnTo>
                  <a:lnTo>
                    <a:pt x="107759" y="2027014"/>
                  </a:lnTo>
                  <a:lnTo>
                    <a:pt x="94289" y="2032562"/>
                  </a:lnTo>
                  <a:lnTo>
                    <a:pt x="80819" y="2038030"/>
                  </a:lnTo>
                  <a:lnTo>
                    <a:pt x="67349" y="2043418"/>
                  </a:lnTo>
                  <a:lnTo>
                    <a:pt x="53879" y="2048729"/>
                  </a:lnTo>
                  <a:lnTo>
                    <a:pt x="40409" y="2053962"/>
                  </a:lnTo>
                  <a:lnTo>
                    <a:pt x="26939" y="2059120"/>
                  </a:lnTo>
                  <a:lnTo>
                    <a:pt x="13469" y="2064203"/>
                  </a:lnTo>
                  <a:lnTo>
                    <a:pt x="0" y="2069212"/>
                  </a:lnTo>
                  <a:lnTo>
                    <a:pt x="0" y="2069212"/>
                  </a:lnTo>
                  <a:lnTo>
                    <a:pt x="0" y="20692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977328" y="3911842"/>
              <a:ext cx="4027493" cy="2355919"/>
            </a:xfrm>
            <a:custGeom>
              <a:avLst/>
              <a:pathLst>
                <a:path w="4027493" h="2355919">
                  <a:moveTo>
                    <a:pt x="0" y="2355919"/>
                  </a:moveTo>
                  <a:lnTo>
                    <a:pt x="13469" y="2351014"/>
                  </a:lnTo>
                  <a:lnTo>
                    <a:pt x="26939" y="2346049"/>
                  </a:lnTo>
                  <a:lnTo>
                    <a:pt x="40409" y="2341025"/>
                  </a:lnTo>
                  <a:lnTo>
                    <a:pt x="53879" y="2335941"/>
                  </a:lnTo>
                  <a:lnTo>
                    <a:pt x="67349" y="2330796"/>
                  </a:lnTo>
                  <a:lnTo>
                    <a:pt x="80819" y="2325589"/>
                  </a:lnTo>
                  <a:lnTo>
                    <a:pt x="94289" y="2320320"/>
                  </a:lnTo>
                  <a:lnTo>
                    <a:pt x="107759" y="2314988"/>
                  </a:lnTo>
                  <a:lnTo>
                    <a:pt x="121228" y="2309592"/>
                  </a:lnTo>
                  <a:lnTo>
                    <a:pt x="134698" y="2304132"/>
                  </a:lnTo>
                  <a:lnTo>
                    <a:pt x="148168" y="2298606"/>
                  </a:lnTo>
                  <a:lnTo>
                    <a:pt x="161638" y="2293013"/>
                  </a:lnTo>
                  <a:lnTo>
                    <a:pt x="175108" y="2287354"/>
                  </a:lnTo>
                  <a:lnTo>
                    <a:pt x="188578" y="2281627"/>
                  </a:lnTo>
                  <a:lnTo>
                    <a:pt x="202048" y="2275832"/>
                  </a:lnTo>
                  <a:lnTo>
                    <a:pt x="215518" y="2269967"/>
                  </a:lnTo>
                  <a:lnTo>
                    <a:pt x="228987" y="2264032"/>
                  </a:lnTo>
                  <a:lnTo>
                    <a:pt x="242457" y="2258026"/>
                  </a:lnTo>
                  <a:lnTo>
                    <a:pt x="255927" y="2251948"/>
                  </a:lnTo>
                  <a:lnTo>
                    <a:pt x="269397" y="2245797"/>
                  </a:lnTo>
                  <a:lnTo>
                    <a:pt x="282867" y="2239573"/>
                  </a:lnTo>
                  <a:lnTo>
                    <a:pt x="296337" y="2233274"/>
                  </a:lnTo>
                  <a:lnTo>
                    <a:pt x="309807" y="2226899"/>
                  </a:lnTo>
                  <a:lnTo>
                    <a:pt x="323277" y="2220449"/>
                  </a:lnTo>
                  <a:lnTo>
                    <a:pt x="336746" y="2213924"/>
                  </a:lnTo>
                  <a:lnTo>
                    <a:pt x="350216" y="2207322"/>
                  </a:lnTo>
                  <a:lnTo>
                    <a:pt x="363686" y="2200644"/>
                  </a:lnTo>
                  <a:lnTo>
                    <a:pt x="377156" y="2193889"/>
                  </a:lnTo>
                  <a:lnTo>
                    <a:pt x="390626" y="2187058"/>
                  </a:lnTo>
                  <a:lnTo>
                    <a:pt x="404096" y="2180151"/>
                  </a:lnTo>
                  <a:lnTo>
                    <a:pt x="417566" y="2173166"/>
                  </a:lnTo>
                  <a:lnTo>
                    <a:pt x="431036" y="2166105"/>
                  </a:lnTo>
                  <a:lnTo>
                    <a:pt x="444505" y="2158967"/>
                  </a:lnTo>
                  <a:lnTo>
                    <a:pt x="457975" y="2151752"/>
                  </a:lnTo>
                  <a:lnTo>
                    <a:pt x="471445" y="2144460"/>
                  </a:lnTo>
                  <a:lnTo>
                    <a:pt x="484915" y="2137091"/>
                  </a:lnTo>
                  <a:lnTo>
                    <a:pt x="498385" y="2129646"/>
                  </a:lnTo>
                  <a:lnTo>
                    <a:pt x="511855" y="2122123"/>
                  </a:lnTo>
                  <a:lnTo>
                    <a:pt x="525325" y="2114524"/>
                  </a:lnTo>
                  <a:lnTo>
                    <a:pt x="538795" y="2106849"/>
                  </a:lnTo>
                  <a:lnTo>
                    <a:pt x="552264" y="2099098"/>
                  </a:lnTo>
                  <a:lnTo>
                    <a:pt x="565734" y="2091271"/>
                  </a:lnTo>
                  <a:lnTo>
                    <a:pt x="579204" y="2083367"/>
                  </a:lnTo>
                  <a:lnTo>
                    <a:pt x="592674" y="2075389"/>
                  </a:lnTo>
                  <a:lnTo>
                    <a:pt x="606144" y="2067336"/>
                  </a:lnTo>
                  <a:lnTo>
                    <a:pt x="619614" y="2059208"/>
                  </a:lnTo>
                  <a:lnTo>
                    <a:pt x="633084" y="2051005"/>
                  </a:lnTo>
                  <a:lnTo>
                    <a:pt x="646554" y="2042729"/>
                  </a:lnTo>
                  <a:lnTo>
                    <a:pt x="660024" y="2034380"/>
                  </a:lnTo>
                  <a:lnTo>
                    <a:pt x="673493" y="2025958"/>
                  </a:lnTo>
                  <a:lnTo>
                    <a:pt x="686963" y="2017464"/>
                  </a:lnTo>
                  <a:lnTo>
                    <a:pt x="700433" y="2008899"/>
                  </a:lnTo>
                  <a:lnTo>
                    <a:pt x="713903" y="2000262"/>
                  </a:lnTo>
                  <a:lnTo>
                    <a:pt x="727373" y="1991556"/>
                  </a:lnTo>
                  <a:lnTo>
                    <a:pt x="740843" y="1982780"/>
                  </a:lnTo>
                  <a:lnTo>
                    <a:pt x="754313" y="1973936"/>
                  </a:lnTo>
                  <a:lnTo>
                    <a:pt x="767783" y="1965025"/>
                  </a:lnTo>
                  <a:lnTo>
                    <a:pt x="781252" y="1956046"/>
                  </a:lnTo>
                  <a:lnTo>
                    <a:pt x="794722" y="1947002"/>
                  </a:lnTo>
                  <a:lnTo>
                    <a:pt x="808192" y="1937893"/>
                  </a:lnTo>
                  <a:lnTo>
                    <a:pt x="821662" y="1928721"/>
                  </a:lnTo>
                  <a:lnTo>
                    <a:pt x="835132" y="1919486"/>
                  </a:lnTo>
                  <a:lnTo>
                    <a:pt x="848602" y="1910190"/>
                  </a:lnTo>
                  <a:lnTo>
                    <a:pt x="862072" y="1900834"/>
                  </a:lnTo>
                  <a:lnTo>
                    <a:pt x="875542" y="1891419"/>
                  </a:lnTo>
                  <a:lnTo>
                    <a:pt x="889011" y="1881946"/>
                  </a:lnTo>
                  <a:lnTo>
                    <a:pt x="902481" y="1872418"/>
                  </a:lnTo>
                  <a:lnTo>
                    <a:pt x="915951" y="1862835"/>
                  </a:lnTo>
                  <a:lnTo>
                    <a:pt x="929421" y="1853199"/>
                  </a:lnTo>
                  <a:lnTo>
                    <a:pt x="942891" y="1843511"/>
                  </a:lnTo>
                  <a:lnTo>
                    <a:pt x="956361" y="1833774"/>
                  </a:lnTo>
                  <a:lnTo>
                    <a:pt x="969831" y="1823989"/>
                  </a:lnTo>
                  <a:lnTo>
                    <a:pt x="983301" y="1814157"/>
                  </a:lnTo>
                  <a:lnTo>
                    <a:pt x="996770" y="1804281"/>
                  </a:lnTo>
                  <a:lnTo>
                    <a:pt x="1010240" y="1794362"/>
                  </a:lnTo>
                  <a:lnTo>
                    <a:pt x="1023710" y="1784402"/>
                  </a:lnTo>
                  <a:lnTo>
                    <a:pt x="1037180" y="1774404"/>
                  </a:lnTo>
                  <a:lnTo>
                    <a:pt x="1050650" y="1764369"/>
                  </a:lnTo>
                  <a:lnTo>
                    <a:pt x="1064120" y="1754300"/>
                  </a:lnTo>
                  <a:lnTo>
                    <a:pt x="1077590" y="1744198"/>
                  </a:lnTo>
                  <a:lnTo>
                    <a:pt x="1091060" y="1734067"/>
                  </a:lnTo>
                  <a:lnTo>
                    <a:pt x="1104529" y="1723907"/>
                  </a:lnTo>
                  <a:lnTo>
                    <a:pt x="1117999" y="1713723"/>
                  </a:lnTo>
                  <a:lnTo>
                    <a:pt x="1131469" y="1703516"/>
                  </a:lnTo>
                  <a:lnTo>
                    <a:pt x="1144939" y="1693286"/>
                  </a:lnTo>
                  <a:lnTo>
                    <a:pt x="1158409" y="1683037"/>
                  </a:lnTo>
                  <a:lnTo>
                    <a:pt x="1171879" y="1672768"/>
                  </a:lnTo>
                  <a:lnTo>
                    <a:pt x="1185349" y="1662481"/>
                  </a:lnTo>
                  <a:lnTo>
                    <a:pt x="1198819" y="1652178"/>
                  </a:lnTo>
                  <a:lnTo>
                    <a:pt x="1212289" y="1641858"/>
                  </a:lnTo>
                  <a:lnTo>
                    <a:pt x="1225758" y="1631525"/>
                  </a:lnTo>
                  <a:lnTo>
                    <a:pt x="1239228" y="1621178"/>
                  </a:lnTo>
                  <a:lnTo>
                    <a:pt x="1252698" y="1610820"/>
                  </a:lnTo>
                  <a:lnTo>
                    <a:pt x="1266168" y="1600451"/>
                  </a:lnTo>
                  <a:lnTo>
                    <a:pt x="1279638" y="1590073"/>
                  </a:lnTo>
                  <a:lnTo>
                    <a:pt x="1293108" y="1579687"/>
                  </a:lnTo>
                  <a:lnTo>
                    <a:pt x="1306578" y="1569295"/>
                  </a:lnTo>
                  <a:lnTo>
                    <a:pt x="1320048" y="1558897"/>
                  </a:lnTo>
                  <a:lnTo>
                    <a:pt x="1333517" y="1548496"/>
                  </a:lnTo>
                  <a:lnTo>
                    <a:pt x="1346987" y="1538092"/>
                  </a:lnTo>
                  <a:lnTo>
                    <a:pt x="1360457" y="1527686"/>
                  </a:lnTo>
                  <a:lnTo>
                    <a:pt x="1373927" y="1517281"/>
                  </a:lnTo>
                  <a:lnTo>
                    <a:pt x="1387397" y="1506878"/>
                  </a:lnTo>
                  <a:lnTo>
                    <a:pt x="1400867" y="1496477"/>
                  </a:lnTo>
                  <a:lnTo>
                    <a:pt x="1414337" y="1486081"/>
                  </a:lnTo>
                  <a:lnTo>
                    <a:pt x="1427807" y="1475691"/>
                  </a:lnTo>
                  <a:lnTo>
                    <a:pt x="1441276" y="1465308"/>
                  </a:lnTo>
                  <a:lnTo>
                    <a:pt x="1454746" y="1454933"/>
                  </a:lnTo>
                  <a:lnTo>
                    <a:pt x="1468216" y="1444569"/>
                  </a:lnTo>
                  <a:lnTo>
                    <a:pt x="1481686" y="1434216"/>
                  </a:lnTo>
                  <a:lnTo>
                    <a:pt x="1495156" y="1423875"/>
                  </a:lnTo>
                  <a:lnTo>
                    <a:pt x="1508626" y="1413550"/>
                  </a:lnTo>
                  <a:lnTo>
                    <a:pt x="1522096" y="1403240"/>
                  </a:lnTo>
                  <a:lnTo>
                    <a:pt x="1535566" y="1392947"/>
                  </a:lnTo>
                  <a:lnTo>
                    <a:pt x="1549035" y="1382673"/>
                  </a:lnTo>
                  <a:lnTo>
                    <a:pt x="1562505" y="1372419"/>
                  </a:lnTo>
                  <a:lnTo>
                    <a:pt x="1575975" y="1362187"/>
                  </a:lnTo>
                  <a:lnTo>
                    <a:pt x="1589445" y="1351978"/>
                  </a:lnTo>
                  <a:lnTo>
                    <a:pt x="1602915" y="1341794"/>
                  </a:lnTo>
                  <a:lnTo>
                    <a:pt x="1616385" y="1331635"/>
                  </a:lnTo>
                  <a:lnTo>
                    <a:pt x="1629855" y="1321505"/>
                  </a:lnTo>
                  <a:lnTo>
                    <a:pt x="1643325" y="1311403"/>
                  </a:lnTo>
                  <a:lnTo>
                    <a:pt x="1656794" y="1301332"/>
                  </a:lnTo>
                  <a:lnTo>
                    <a:pt x="1670264" y="1291293"/>
                  </a:lnTo>
                  <a:lnTo>
                    <a:pt x="1683734" y="1281288"/>
                  </a:lnTo>
                  <a:lnTo>
                    <a:pt x="1697204" y="1271317"/>
                  </a:lnTo>
                  <a:lnTo>
                    <a:pt x="1710674" y="1261383"/>
                  </a:lnTo>
                  <a:lnTo>
                    <a:pt x="1724144" y="1251487"/>
                  </a:lnTo>
                  <a:lnTo>
                    <a:pt x="1737614" y="1241631"/>
                  </a:lnTo>
                  <a:lnTo>
                    <a:pt x="1751084" y="1231816"/>
                  </a:lnTo>
                  <a:lnTo>
                    <a:pt x="1764554" y="1222043"/>
                  </a:lnTo>
                  <a:lnTo>
                    <a:pt x="1778023" y="1212314"/>
                  </a:lnTo>
                  <a:lnTo>
                    <a:pt x="1791493" y="1202630"/>
                  </a:lnTo>
                  <a:lnTo>
                    <a:pt x="1804963" y="1192994"/>
                  </a:lnTo>
                  <a:lnTo>
                    <a:pt x="1818433" y="1183405"/>
                  </a:lnTo>
                  <a:lnTo>
                    <a:pt x="1831903" y="1173864"/>
                  </a:lnTo>
                  <a:lnTo>
                    <a:pt x="1845373" y="1164373"/>
                  </a:lnTo>
                  <a:lnTo>
                    <a:pt x="1858843" y="1154931"/>
                  </a:lnTo>
                  <a:lnTo>
                    <a:pt x="1872313" y="1145538"/>
                  </a:lnTo>
                  <a:lnTo>
                    <a:pt x="1885782" y="1136195"/>
                  </a:lnTo>
                  <a:lnTo>
                    <a:pt x="1899252" y="1126903"/>
                  </a:lnTo>
                  <a:lnTo>
                    <a:pt x="1912722" y="1117662"/>
                  </a:lnTo>
                  <a:lnTo>
                    <a:pt x="1926192" y="1108472"/>
                  </a:lnTo>
                  <a:lnTo>
                    <a:pt x="1939662" y="1099333"/>
                  </a:lnTo>
                  <a:lnTo>
                    <a:pt x="1953132" y="1090246"/>
                  </a:lnTo>
                  <a:lnTo>
                    <a:pt x="1966602" y="1081212"/>
                  </a:lnTo>
                  <a:lnTo>
                    <a:pt x="1980072" y="1072229"/>
                  </a:lnTo>
                  <a:lnTo>
                    <a:pt x="1993541" y="1063298"/>
                  </a:lnTo>
                  <a:lnTo>
                    <a:pt x="2007011" y="1054421"/>
                  </a:lnTo>
                  <a:lnTo>
                    <a:pt x="2020481" y="1045596"/>
                  </a:lnTo>
                  <a:lnTo>
                    <a:pt x="2033951" y="1036823"/>
                  </a:lnTo>
                  <a:lnTo>
                    <a:pt x="2047421" y="1028104"/>
                  </a:lnTo>
                  <a:lnTo>
                    <a:pt x="2060891" y="1019437"/>
                  </a:lnTo>
                  <a:lnTo>
                    <a:pt x="2074361" y="1010824"/>
                  </a:lnTo>
                  <a:lnTo>
                    <a:pt x="2087831" y="1002263"/>
                  </a:lnTo>
                  <a:lnTo>
                    <a:pt x="2101300" y="993755"/>
                  </a:lnTo>
                  <a:lnTo>
                    <a:pt x="2114770" y="985301"/>
                  </a:lnTo>
                  <a:lnTo>
                    <a:pt x="2128240" y="976899"/>
                  </a:lnTo>
                  <a:lnTo>
                    <a:pt x="2141710" y="968549"/>
                  </a:lnTo>
                  <a:lnTo>
                    <a:pt x="2155180" y="960253"/>
                  </a:lnTo>
                  <a:lnTo>
                    <a:pt x="2168650" y="952009"/>
                  </a:lnTo>
                  <a:lnTo>
                    <a:pt x="2182120" y="943817"/>
                  </a:lnTo>
                  <a:lnTo>
                    <a:pt x="2195590" y="935677"/>
                  </a:lnTo>
                  <a:lnTo>
                    <a:pt x="2209059" y="927589"/>
                  </a:lnTo>
                  <a:lnTo>
                    <a:pt x="2222529" y="919553"/>
                  </a:lnTo>
                  <a:lnTo>
                    <a:pt x="2235999" y="911568"/>
                  </a:lnTo>
                  <a:lnTo>
                    <a:pt x="2249469" y="903634"/>
                  </a:lnTo>
                  <a:lnTo>
                    <a:pt x="2262939" y="895750"/>
                  </a:lnTo>
                  <a:lnTo>
                    <a:pt x="2276409" y="887917"/>
                  </a:lnTo>
                  <a:lnTo>
                    <a:pt x="2289879" y="880134"/>
                  </a:lnTo>
                  <a:lnTo>
                    <a:pt x="2303349" y="872401"/>
                  </a:lnTo>
                  <a:lnTo>
                    <a:pt x="2316819" y="864716"/>
                  </a:lnTo>
                  <a:lnTo>
                    <a:pt x="2330288" y="857081"/>
                  </a:lnTo>
                  <a:lnTo>
                    <a:pt x="2343758" y="849493"/>
                  </a:lnTo>
                  <a:lnTo>
                    <a:pt x="2357228" y="841954"/>
                  </a:lnTo>
                  <a:lnTo>
                    <a:pt x="2370698" y="834461"/>
                  </a:lnTo>
                  <a:lnTo>
                    <a:pt x="2384168" y="827015"/>
                  </a:lnTo>
                  <a:lnTo>
                    <a:pt x="2397638" y="819616"/>
                  </a:lnTo>
                  <a:lnTo>
                    <a:pt x="2411108" y="812261"/>
                  </a:lnTo>
                  <a:lnTo>
                    <a:pt x="2424578" y="804952"/>
                  </a:lnTo>
                  <a:lnTo>
                    <a:pt x="2438047" y="797687"/>
                  </a:lnTo>
                  <a:lnTo>
                    <a:pt x="2451517" y="790466"/>
                  </a:lnTo>
                  <a:lnTo>
                    <a:pt x="2464987" y="783287"/>
                  </a:lnTo>
                  <a:lnTo>
                    <a:pt x="2478457" y="776151"/>
                  </a:lnTo>
                  <a:lnTo>
                    <a:pt x="2491927" y="769057"/>
                  </a:lnTo>
                  <a:lnTo>
                    <a:pt x="2505397" y="762003"/>
                  </a:lnTo>
                  <a:lnTo>
                    <a:pt x="2518867" y="754989"/>
                  </a:lnTo>
                  <a:lnTo>
                    <a:pt x="2532337" y="748015"/>
                  </a:lnTo>
                  <a:lnTo>
                    <a:pt x="2545806" y="741078"/>
                  </a:lnTo>
                  <a:lnTo>
                    <a:pt x="2559276" y="734180"/>
                  </a:lnTo>
                  <a:lnTo>
                    <a:pt x="2572746" y="727318"/>
                  </a:lnTo>
                  <a:lnTo>
                    <a:pt x="2586216" y="720493"/>
                  </a:lnTo>
                  <a:lnTo>
                    <a:pt x="2599686" y="713702"/>
                  </a:lnTo>
                  <a:lnTo>
                    <a:pt x="2613156" y="706945"/>
                  </a:lnTo>
                  <a:lnTo>
                    <a:pt x="2626626" y="700222"/>
                  </a:lnTo>
                  <a:lnTo>
                    <a:pt x="2640096" y="693531"/>
                  </a:lnTo>
                  <a:lnTo>
                    <a:pt x="2653565" y="686871"/>
                  </a:lnTo>
                  <a:lnTo>
                    <a:pt x="2667035" y="680241"/>
                  </a:lnTo>
                  <a:lnTo>
                    <a:pt x="2680505" y="673641"/>
                  </a:lnTo>
                  <a:lnTo>
                    <a:pt x="2693975" y="667069"/>
                  </a:lnTo>
                  <a:lnTo>
                    <a:pt x="2707445" y="660525"/>
                  </a:lnTo>
                  <a:lnTo>
                    <a:pt x="2720915" y="654006"/>
                  </a:lnTo>
                  <a:lnTo>
                    <a:pt x="2734385" y="647513"/>
                  </a:lnTo>
                  <a:lnTo>
                    <a:pt x="2747855" y="641044"/>
                  </a:lnTo>
                  <a:lnTo>
                    <a:pt x="2761324" y="634598"/>
                  </a:lnTo>
                  <a:lnTo>
                    <a:pt x="2774794" y="628173"/>
                  </a:lnTo>
                  <a:lnTo>
                    <a:pt x="2788264" y="621769"/>
                  </a:lnTo>
                  <a:lnTo>
                    <a:pt x="2801734" y="615385"/>
                  </a:lnTo>
                  <a:lnTo>
                    <a:pt x="2815204" y="609019"/>
                  </a:lnTo>
                  <a:lnTo>
                    <a:pt x="2828674" y="602670"/>
                  </a:lnTo>
                  <a:lnTo>
                    <a:pt x="2842144" y="596336"/>
                  </a:lnTo>
                  <a:lnTo>
                    <a:pt x="2855614" y="590018"/>
                  </a:lnTo>
                  <a:lnTo>
                    <a:pt x="2869084" y="583713"/>
                  </a:lnTo>
                  <a:lnTo>
                    <a:pt x="2882553" y="577420"/>
                  </a:lnTo>
                  <a:lnTo>
                    <a:pt x="2896023" y="571138"/>
                  </a:lnTo>
                  <a:lnTo>
                    <a:pt x="2909493" y="564865"/>
                  </a:lnTo>
                  <a:lnTo>
                    <a:pt x="2922963" y="558601"/>
                  </a:lnTo>
                  <a:lnTo>
                    <a:pt x="2936433" y="552343"/>
                  </a:lnTo>
                  <a:lnTo>
                    <a:pt x="2949903" y="546091"/>
                  </a:lnTo>
                  <a:lnTo>
                    <a:pt x="2963373" y="539843"/>
                  </a:lnTo>
                  <a:lnTo>
                    <a:pt x="2976843" y="533598"/>
                  </a:lnTo>
                  <a:lnTo>
                    <a:pt x="2990312" y="527355"/>
                  </a:lnTo>
                  <a:lnTo>
                    <a:pt x="3003782" y="521111"/>
                  </a:lnTo>
                  <a:lnTo>
                    <a:pt x="3017252" y="514865"/>
                  </a:lnTo>
                  <a:lnTo>
                    <a:pt x="3030722" y="508617"/>
                  </a:lnTo>
                  <a:lnTo>
                    <a:pt x="3044192" y="502364"/>
                  </a:lnTo>
                  <a:lnTo>
                    <a:pt x="3057662" y="496106"/>
                  </a:lnTo>
                  <a:lnTo>
                    <a:pt x="3071132" y="489840"/>
                  </a:lnTo>
                  <a:lnTo>
                    <a:pt x="3084602" y="483565"/>
                  </a:lnTo>
                  <a:lnTo>
                    <a:pt x="3098071" y="477279"/>
                  </a:lnTo>
                  <a:lnTo>
                    <a:pt x="3111541" y="470982"/>
                  </a:lnTo>
                  <a:lnTo>
                    <a:pt x="3125011" y="464670"/>
                  </a:lnTo>
                  <a:lnTo>
                    <a:pt x="3138481" y="458344"/>
                  </a:lnTo>
                  <a:lnTo>
                    <a:pt x="3151951" y="452001"/>
                  </a:lnTo>
                  <a:lnTo>
                    <a:pt x="3165421" y="445640"/>
                  </a:lnTo>
                  <a:lnTo>
                    <a:pt x="3178891" y="439262"/>
                  </a:lnTo>
                  <a:lnTo>
                    <a:pt x="3192361" y="432867"/>
                  </a:lnTo>
                  <a:lnTo>
                    <a:pt x="3205830" y="426454"/>
                  </a:lnTo>
                  <a:lnTo>
                    <a:pt x="3219300" y="420023"/>
                  </a:lnTo>
                  <a:lnTo>
                    <a:pt x="3232770" y="413574"/>
                  </a:lnTo>
                  <a:lnTo>
                    <a:pt x="3246240" y="407108"/>
                  </a:lnTo>
                  <a:lnTo>
                    <a:pt x="3259710" y="400624"/>
                  </a:lnTo>
                  <a:lnTo>
                    <a:pt x="3273180" y="394122"/>
                  </a:lnTo>
                  <a:lnTo>
                    <a:pt x="3286650" y="387603"/>
                  </a:lnTo>
                  <a:lnTo>
                    <a:pt x="3300120" y="381065"/>
                  </a:lnTo>
                  <a:lnTo>
                    <a:pt x="3313589" y="374509"/>
                  </a:lnTo>
                  <a:lnTo>
                    <a:pt x="3327059" y="367936"/>
                  </a:lnTo>
                  <a:lnTo>
                    <a:pt x="3340529" y="361344"/>
                  </a:lnTo>
                  <a:lnTo>
                    <a:pt x="3353999" y="354734"/>
                  </a:lnTo>
                  <a:lnTo>
                    <a:pt x="3367469" y="348106"/>
                  </a:lnTo>
                  <a:lnTo>
                    <a:pt x="3380939" y="341460"/>
                  </a:lnTo>
                  <a:lnTo>
                    <a:pt x="3394409" y="334796"/>
                  </a:lnTo>
                  <a:lnTo>
                    <a:pt x="3407879" y="328113"/>
                  </a:lnTo>
                  <a:lnTo>
                    <a:pt x="3421349" y="321412"/>
                  </a:lnTo>
                  <a:lnTo>
                    <a:pt x="3434818" y="314692"/>
                  </a:lnTo>
                  <a:lnTo>
                    <a:pt x="3448288" y="307954"/>
                  </a:lnTo>
                  <a:lnTo>
                    <a:pt x="3461758" y="301197"/>
                  </a:lnTo>
                  <a:lnTo>
                    <a:pt x="3475228" y="294422"/>
                  </a:lnTo>
                  <a:lnTo>
                    <a:pt x="3488698" y="287628"/>
                  </a:lnTo>
                  <a:lnTo>
                    <a:pt x="3502168" y="280816"/>
                  </a:lnTo>
                  <a:lnTo>
                    <a:pt x="3515638" y="273985"/>
                  </a:lnTo>
                  <a:lnTo>
                    <a:pt x="3529108" y="267135"/>
                  </a:lnTo>
                  <a:lnTo>
                    <a:pt x="3542577" y="260266"/>
                  </a:lnTo>
                  <a:lnTo>
                    <a:pt x="3556047" y="253378"/>
                  </a:lnTo>
                  <a:lnTo>
                    <a:pt x="3569517" y="246472"/>
                  </a:lnTo>
                  <a:lnTo>
                    <a:pt x="3582987" y="239546"/>
                  </a:lnTo>
                  <a:lnTo>
                    <a:pt x="3596457" y="232601"/>
                  </a:lnTo>
                  <a:lnTo>
                    <a:pt x="3609927" y="225638"/>
                  </a:lnTo>
                  <a:lnTo>
                    <a:pt x="3623397" y="218655"/>
                  </a:lnTo>
                  <a:lnTo>
                    <a:pt x="3636867" y="211653"/>
                  </a:lnTo>
                  <a:lnTo>
                    <a:pt x="3650336" y="204631"/>
                  </a:lnTo>
                  <a:lnTo>
                    <a:pt x="3663806" y="197591"/>
                  </a:lnTo>
                  <a:lnTo>
                    <a:pt x="3677276" y="190531"/>
                  </a:lnTo>
                  <a:lnTo>
                    <a:pt x="3690746" y="183451"/>
                  </a:lnTo>
                  <a:lnTo>
                    <a:pt x="3704216" y="176353"/>
                  </a:lnTo>
                  <a:lnTo>
                    <a:pt x="3717686" y="169234"/>
                  </a:lnTo>
                  <a:lnTo>
                    <a:pt x="3731156" y="162096"/>
                  </a:lnTo>
                  <a:lnTo>
                    <a:pt x="3744626" y="154939"/>
                  </a:lnTo>
                  <a:lnTo>
                    <a:pt x="3758095" y="147761"/>
                  </a:lnTo>
                  <a:lnTo>
                    <a:pt x="3771565" y="140564"/>
                  </a:lnTo>
                  <a:lnTo>
                    <a:pt x="3785035" y="133348"/>
                  </a:lnTo>
                  <a:lnTo>
                    <a:pt x="3798505" y="126111"/>
                  </a:lnTo>
                  <a:lnTo>
                    <a:pt x="3811975" y="118854"/>
                  </a:lnTo>
                  <a:lnTo>
                    <a:pt x="3825445" y="111578"/>
                  </a:lnTo>
                  <a:lnTo>
                    <a:pt x="3838915" y="104282"/>
                  </a:lnTo>
                  <a:lnTo>
                    <a:pt x="3852385" y="96965"/>
                  </a:lnTo>
                  <a:lnTo>
                    <a:pt x="3865854" y="89628"/>
                  </a:lnTo>
                  <a:lnTo>
                    <a:pt x="3879324" y="82272"/>
                  </a:lnTo>
                  <a:lnTo>
                    <a:pt x="3892794" y="74895"/>
                  </a:lnTo>
                  <a:lnTo>
                    <a:pt x="3906264" y="67497"/>
                  </a:lnTo>
                  <a:lnTo>
                    <a:pt x="3919734" y="60080"/>
                  </a:lnTo>
                  <a:lnTo>
                    <a:pt x="3933204" y="52642"/>
                  </a:lnTo>
                  <a:lnTo>
                    <a:pt x="3946674" y="45183"/>
                  </a:lnTo>
                  <a:lnTo>
                    <a:pt x="3960144" y="37704"/>
                  </a:lnTo>
                  <a:lnTo>
                    <a:pt x="3973614" y="30204"/>
                  </a:lnTo>
                  <a:lnTo>
                    <a:pt x="3987083" y="22684"/>
                  </a:lnTo>
                  <a:lnTo>
                    <a:pt x="4000553" y="15143"/>
                  </a:lnTo>
                  <a:lnTo>
                    <a:pt x="4014023" y="7582"/>
                  </a:ln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977328" y="5372288"/>
              <a:ext cx="4027493" cy="0"/>
            </a:xfrm>
            <a:custGeom>
              <a:avLst/>
              <a:pathLst>
                <a:path w="4027493" h="0">
                  <a:moveTo>
                    <a:pt x="0" y="0"/>
                  </a:moveTo>
                  <a:lnTo>
                    <a:pt x="4027493" y="0"/>
                  </a:lnTo>
                  <a:lnTo>
                    <a:pt x="402749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4977328" y="3498589"/>
              <a:ext cx="4027493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4737030" y="59778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737030" y="532524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737030" y="4672668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1.5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4737030" y="402009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2.0</a:t>
              </a:r>
            </a:p>
          </p:txBody>
        </p:sp>
        <p:sp>
          <p:nvSpPr>
            <p:cNvPr id="139" name="pl139"/>
            <p:cNvSpPr/>
            <p:nvPr/>
          </p:nvSpPr>
          <p:spPr>
            <a:xfrm>
              <a:off x="4942533" y="60248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942533" y="53722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4942533" y="4719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942533" y="40671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858972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03630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213639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146"/>
            <p:cNvSpPr/>
            <p:nvPr/>
          </p:nvSpPr>
          <p:spPr>
            <a:xfrm>
              <a:off x="5787923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6965257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40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8142590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50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6635602" y="6562733"/>
              <a:ext cx="71094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</a:t>
              </a:r>
            </a:p>
          </p:txBody>
        </p:sp>
        <p:sp>
          <p:nvSpPr>
            <p:cNvPr id="150" name="tx150"/>
            <p:cNvSpPr/>
            <p:nvPr/>
          </p:nvSpPr>
          <p:spPr>
            <a:xfrm rot="-5400000">
              <a:off x="-565047" y="3181039"/>
              <a:ext cx="1526133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Weighted Odds Ratio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63337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702965" y="69589"/>
              <a:ext cx="437144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3429000"/>
              <a:ext cx="463337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702965" y="3429000"/>
              <a:ext cx="437144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641407" y="139178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41407" y="256449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1407" y="182445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41407" y="108441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41407" y="34437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0661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95797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5093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41407" y="2934517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41407" y="219447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41407" y="145443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41407" y="71439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6822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2336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078501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641407" y="139178"/>
              <a:ext cx="3991969" cy="2841995"/>
            </a:xfrm>
            <a:custGeom>
              <a:avLst/>
              <a:pathLst>
                <a:path w="3991969" h="2841995">
                  <a:moveTo>
                    <a:pt x="0" y="1438944"/>
                  </a:moveTo>
                  <a:lnTo>
                    <a:pt x="13351" y="1433824"/>
                  </a:lnTo>
                  <a:lnTo>
                    <a:pt x="26702" y="1428683"/>
                  </a:lnTo>
                  <a:lnTo>
                    <a:pt x="40053" y="1423522"/>
                  </a:lnTo>
                  <a:lnTo>
                    <a:pt x="53404" y="1418339"/>
                  </a:lnTo>
                  <a:lnTo>
                    <a:pt x="66755" y="1413134"/>
                  </a:lnTo>
                  <a:lnTo>
                    <a:pt x="80106" y="1407907"/>
                  </a:lnTo>
                  <a:lnTo>
                    <a:pt x="93457" y="1402658"/>
                  </a:lnTo>
                  <a:lnTo>
                    <a:pt x="106808" y="1397385"/>
                  </a:lnTo>
                  <a:lnTo>
                    <a:pt x="120159" y="1392088"/>
                  </a:lnTo>
                  <a:lnTo>
                    <a:pt x="133510" y="1386767"/>
                  </a:lnTo>
                  <a:lnTo>
                    <a:pt x="146861" y="1381422"/>
                  </a:lnTo>
                  <a:lnTo>
                    <a:pt x="160212" y="1376050"/>
                  </a:lnTo>
                  <a:lnTo>
                    <a:pt x="173563" y="1370653"/>
                  </a:lnTo>
                  <a:lnTo>
                    <a:pt x="186914" y="1365228"/>
                  </a:lnTo>
                  <a:lnTo>
                    <a:pt x="200266" y="1359776"/>
                  </a:lnTo>
                  <a:lnTo>
                    <a:pt x="213617" y="1354296"/>
                  </a:lnTo>
                  <a:lnTo>
                    <a:pt x="226968" y="1348786"/>
                  </a:lnTo>
                  <a:lnTo>
                    <a:pt x="240319" y="1343246"/>
                  </a:lnTo>
                  <a:lnTo>
                    <a:pt x="253670" y="1337675"/>
                  </a:lnTo>
                  <a:lnTo>
                    <a:pt x="267021" y="1332072"/>
                  </a:lnTo>
                  <a:lnTo>
                    <a:pt x="280372" y="1326436"/>
                  </a:lnTo>
                  <a:lnTo>
                    <a:pt x="293723" y="1320765"/>
                  </a:lnTo>
                  <a:lnTo>
                    <a:pt x="307074" y="1315059"/>
                  </a:lnTo>
                  <a:lnTo>
                    <a:pt x="320425" y="1309316"/>
                  </a:lnTo>
                  <a:lnTo>
                    <a:pt x="333776" y="1303535"/>
                  </a:lnTo>
                  <a:lnTo>
                    <a:pt x="347127" y="1297714"/>
                  </a:lnTo>
                  <a:lnTo>
                    <a:pt x="360478" y="1291853"/>
                  </a:lnTo>
                  <a:lnTo>
                    <a:pt x="373829" y="1285948"/>
                  </a:lnTo>
                  <a:lnTo>
                    <a:pt x="387180" y="1279998"/>
                  </a:lnTo>
                  <a:lnTo>
                    <a:pt x="400532" y="1274002"/>
                  </a:lnTo>
                  <a:lnTo>
                    <a:pt x="413883" y="1267957"/>
                  </a:lnTo>
                  <a:lnTo>
                    <a:pt x="427234" y="1261861"/>
                  </a:lnTo>
                  <a:lnTo>
                    <a:pt x="440585" y="1255710"/>
                  </a:lnTo>
                  <a:lnTo>
                    <a:pt x="453936" y="1249503"/>
                  </a:lnTo>
                  <a:lnTo>
                    <a:pt x="467287" y="1243235"/>
                  </a:lnTo>
                  <a:lnTo>
                    <a:pt x="480638" y="1236903"/>
                  </a:lnTo>
                  <a:lnTo>
                    <a:pt x="493989" y="1230504"/>
                  </a:lnTo>
                  <a:lnTo>
                    <a:pt x="507340" y="1224035"/>
                  </a:lnTo>
                  <a:lnTo>
                    <a:pt x="520691" y="1217491"/>
                  </a:lnTo>
                  <a:lnTo>
                    <a:pt x="534042" y="1210870"/>
                  </a:lnTo>
                  <a:lnTo>
                    <a:pt x="547393" y="1204168"/>
                  </a:lnTo>
                  <a:lnTo>
                    <a:pt x="560744" y="1197380"/>
                  </a:lnTo>
                  <a:lnTo>
                    <a:pt x="574095" y="1190504"/>
                  </a:lnTo>
                  <a:lnTo>
                    <a:pt x="587446" y="1183535"/>
                  </a:lnTo>
                  <a:lnTo>
                    <a:pt x="600798" y="1176469"/>
                  </a:lnTo>
                  <a:lnTo>
                    <a:pt x="614149" y="1169303"/>
                  </a:lnTo>
                  <a:lnTo>
                    <a:pt x="627500" y="1162031"/>
                  </a:lnTo>
                  <a:lnTo>
                    <a:pt x="640851" y="1154650"/>
                  </a:lnTo>
                  <a:lnTo>
                    <a:pt x="654202" y="1147155"/>
                  </a:lnTo>
                  <a:lnTo>
                    <a:pt x="667553" y="1139542"/>
                  </a:lnTo>
                  <a:lnTo>
                    <a:pt x="680904" y="1131807"/>
                  </a:lnTo>
                  <a:lnTo>
                    <a:pt x="694255" y="1123946"/>
                  </a:lnTo>
                  <a:lnTo>
                    <a:pt x="707606" y="1115952"/>
                  </a:lnTo>
                  <a:lnTo>
                    <a:pt x="720957" y="1107823"/>
                  </a:lnTo>
                  <a:lnTo>
                    <a:pt x="734308" y="1099554"/>
                  </a:lnTo>
                  <a:lnTo>
                    <a:pt x="747659" y="1091140"/>
                  </a:lnTo>
                  <a:lnTo>
                    <a:pt x="761010" y="1082576"/>
                  </a:lnTo>
                  <a:lnTo>
                    <a:pt x="774361" y="1073859"/>
                  </a:lnTo>
                  <a:lnTo>
                    <a:pt x="787712" y="1064984"/>
                  </a:lnTo>
                  <a:lnTo>
                    <a:pt x="801064" y="1055947"/>
                  </a:lnTo>
                  <a:lnTo>
                    <a:pt x="814415" y="1046744"/>
                  </a:lnTo>
                  <a:lnTo>
                    <a:pt x="827766" y="1037372"/>
                  </a:lnTo>
                  <a:lnTo>
                    <a:pt x="841117" y="1027826"/>
                  </a:lnTo>
                  <a:lnTo>
                    <a:pt x="854468" y="1018105"/>
                  </a:lnTo>
                  <a:lnTo>
                    <a:pt x="867819" y="1008206"/>
                  </a:lnTo>
                  <a:lnTo>
                    <a:pt x="881170" y="998127"/>
                  </a:lnTo>
                  <a:lnTo>
                    <a:pt x="894521" y="987867"/>
                  </a:lnTo>
                  <a:lnTo>
                    <a:pt x="907872" y="977425"/>
                  </a:lnTo>
                  <a:lnTo>
                    <a:pt x="921223" y="966802"/>
                  </a:lnTo>
                  <a:lnTo>
                    <a:pt x="934574" y="955999"/>
                  </a:lnTo>
                  <a:lnTo>
                    <a:pt x="947925" y="945020"/>
                  </a:lnTo>
                  <a:lnTo>
                    <a:pt x="961276" y="933866"/>
                  </a:lnTo>
                  <a:lnTo>
                    <a:pt x="974627" y="922545"/>
                  </a:lnTo>
                  <a:lnTo>
                    <a:pt x="987978" y="911063"/>
                  </a:lnTo>
                  <a:lnTo>
                    <a:pt x="1001330" y="899428"/>
                  </a:lnTo>
                  <a:lnTo>
                    <a:pt x="1014681" y="887650"/>
                  </a:lnTo>
                  <a:lnTo>
                    <a:pt x="1028032" y="875741"/>
                  </a:lnTo>
                  <a:lnTo>
                    <a:pt x="1041383" y="863716"/>
                  </a:lnTo>
                  <a:lnTo>
                    <a:pt x="1054734" y="851591"/>
                  </a:lnTo>
                  <a:lnTo>
                    <a:pt x="1068085" y="839384"/>
                  </a:lnTo>
                  <a:lnTo>
                    <a:pt x="1081436" y="827115"/>
                  </a:lnTo>
                  <a:lnTo>
                    <a:pt x="1094787" y="814807"/>
                  </a:lnTo>
                  <a:lnTo>
                    <a:pt x="1108138" y="802485"/>
                  </a:lnTo>
                  <a:lnTo>
                    <a:pt x="1121489" y="790175"/>
                  </a:lnTo>
                  <a:lnTo>
                    <a:pt x="1134840" y="777906"/>
                  </a:lnTo>
                  <a:lnTo>
                    <a:pt x="1148191" y="765709"/>
                  </a:lnTo>
                  <a:lnTo>
                    <a:pt x="1161542" y="753615"/>
                  </a:lnTo>
                  <a:lnTo>
                    <a:pt x="1174893" y="741660"/>
                  </a:lnTo>
                  <a:lnTo>
                    <a:pt x="1188244" y="729877"/>
                  </a:lnTo>
                  <a:lnTo>
                    <a:pt x="1201596" y="718305"/>
                  </a:lnTo>
                  <a:lnTo>
                    <a:pt x="1214947" y="706979"/>
                  </a:lnTo>
                  <a:lnTo>
                    <a:pt x="1228298" y="695938"/>
                  </a:lnTo>
                  <a:lnTo>
                    <a:pt x="1241649" y="685221"/>
                  </a:lnTo>
                  <a:lnTo>
                    <a:pt x="1255000" y="674867"/>
                  </a:lnTo>
                  <a:lnTo>
                    <a:pt x="1268351" y="664915"/>
                  </a:lnTo>
                  <a:lnTo>
                    <a:pt x="1281702" y="655405"/>
                  </a:lnTo>
                  <a:lnTo>
                    <a:pt x="1295053" y="646369"/>
                  </a:lnTo>
                  <a:lnTo>
                    <a:pt x="1308404" y="637823"/>
                  </a:lnTo>
                  <a:lnTo>
                    <a:pt x="1321755" y="629777"/>
                  </a:lnTo>
                  <a:lnTo>
                    <a:pt x="1335106" y="622241"/>
                  </a:lnTo>
                  <a:lnTo>
                    <a:pt x="1348457" y="615221"/>
                  </a:lnTo>
                  <a:lnTo>
                    <a:pt x="1361808" y="608721"/>
                  </a:lnTo>
                  <a:lnTo>
                    <a:pt x="1375159" y="602744"/>
                  </a:lnTo>
                  <a:lnTo>
                    <a:pt x="1388510" y="597290"/>
                  </a:lnTo>
                  <a:lnTo>
                    <a:pt x="1401862" y="592358"/>
                  </a:lnTo>
                  <a:lnTo>
                    <a:pt x="1415213" y="587945"/>
                  </a:lnTo>
                  <a:lnTo>
                    <a:pt x="1428564" y="584046"/>
                  </a:lnTo>
                  <a:lnTo>
                    <a:pt x="1441915" y="580656"/>
                  </a:lnTo>
                  <a:lnTo>
                    <a:pt x="1455266" y="577768"/>
                  </a:lnTo>
                  <a:lnTo>
                    <a:pt x="1468617" y="575374"/>
                  </a:lnTo>
                  <a:lnTo>
                    <a:pt x="1481968" y="573463"/>
                  </a:lnTo>
                  <a:lnTo>
                    <a:pt x="1495319" y="572026"/>
                  </a:lnTo>
                  <a:lnTo>
                    <a:pt x="1508670" y="571051"/>
                  </a:lnTo>
                  <a:lnTo>
                    <a:pt x="1522021" y="570526"/>
                  </a:lnTo>
                  <a:lnTo>
                    <a:pt x="1535372" y="570438"/>
                  </a:lnTo>
                  <a:lnTo>
                    <a:pt x="1548723" y="570773"/>
                  </a:lnTo>
                  <a:lnTo>
                    <a:pt x="1562074" y="571517"/>
                  </a:lnTo>
                  <a:lnTo>
                    <a:pt x="1575425" y="572654"/>
                  </a:lnTo>
                  <a:lnTo>
                    <a:pt x="1588776" y="574170"/>
                  </a:lnTo>
                  <a:lnTo>
                    <a:pt x="1602128" y="567734"/>
                  </a:lnTo>
                  <a:lnTo>
                    <a:pt x="1615479" y="550022"/>
                  </a:lnTo>
                  <a:lnTo>
                    <a:pt x="1628830" y="532415"/>
                  </a:lnTo>
                  <a:lnTo>
                    <a:pt x="1642181" y="514925"/>
                  </a:lnTo>
                  <a:lnTo>
                    <a:pt x="1655532" y="497562"/>
                  </a:lnTo>
                  <a:lnTo>
                    <a:pt x="1668883" y="480341"/>
                  </a:lnTo>
                  <a:lnTo>
                    <a:pt x="1682234" y="463274"/>
                  </a:lnTo>
                  <a:lnTo>
                    <a:pt x="1695585" y="446373"/>
                  </a:lnTo>
                  <a:lnTo>
                    <a:pt x="1708936" y="429653"/>
                  </a:lnTo>
                  <a:lnTo>
                    <a:pt x="1722287" y="413127"/>
                  </a:lnTo>
                  <a:lnTo>
                    <a:pt x="1735638" y="396810"/>
                  </a:lnTo>
                  <a:lnTo>
                    <a:pt x="1748989" y="380715"/>
                  </a:lnTo>
                  <a:lnTo>
                    <a:pt x="1762340" y="364859"/>
                  </a:lnTo>
                  <a:lnTo>
                    <a:pt x="1775691" y="349255"/>
                  </a:lnTo>
                  <a:lnTo>
                    <a:pt x="1789042" y="333918"/>
                  </a:lnTo>
                  <a:lnTo>
                    <a:pt x="1802394" y="318865"/>
                  </a:lnTo>
                  <a:lnTo>
                    <a:pt x="1815745" y="304111"/>
                  </a:lnTo>
                  <a:lnTo>
                    <a:pt x="1829096" y="289671"/>
                  </a:lnTo>
                  <a:lnTo>
                    <a:pt x="1842447" y="275561"/>
                  </a:lnTo>
                  <a:lnTo>
                    <a:pt x="1855798" y="261797"/>
                  </a:lnTo>
                  <a:lnTo>
                    <a:pt x="1869149" y="248395"/>
                  </a:lnTo>
                  <a:lnTo>
                    <a:pt x="1882500" y="235370"/>
                  </a:lnTo>
                  <a:lnTo>
                    <a:pt x="1895851" y="222738"/>
                  </a:lnTo>
                  <a:lnTo>
                    <a:pt x="1909202" y="210516"/>
                  </a:lnTo>
                  <a:lnTo>
                    <a:pt x="1922553" y="198719"/>
                  </a:lnTo>
                  <a:lnTo>
                    <a:pt x="1935904" y="187357"/>
                  </a:lnTo>
                  <a:lnTo>
                    <a:pt x="1949255" y="176431"/>
                  </a:lnTo>
                  <a:lnTo>
                    <a:pt x="1962606" y="165936"/>
                  </a:lnTo>
                  <a:lnTo>
                    <a:pt x="1975957" y="155871"/>
                  </a:lnTo>
                  <a:lnTo>
                    <a:pt x="1989309" y="146232"/>
                  </a:lnTo>
                  <a:lnTo>
                    <a:pt x="2002660" y="137014"/>
                  </a:lnTo>
                  <a:lnTo>
                    <a:pt x="2016011" y="128213"/>
                  </a:lnTo>
                  <a:lnTo>
                    <a:pt x="2029362" y="119825"/>
                  </a:lnTo>
                  <a:lnTo>
                    <a:pt x="2042713" y="111845"/>
                  </a:lnTo>
                  <a:lnTo>
                    <a:pt x="2056064" y="104268"/>
                  </a:lnTo>
                  <a:lnTo>
                    <a:pt x="2069415" y="97088"/>
                  </a:lnTo>
                  <a:lnTo>
                    <a:pt x="2082766" y="90300"/>
                  </a:lnTo>
                  <a:lnTo>
                    <a:pt x="2096117" y="83898"/>
                  </a:lnTo>
                  <a:lnTo>
                    <a:pt x="2109468" y="77876"/>
                  </a:lnTo>
                  <a:lnTo>
                    <a:pt x="2122819" y="72227"/>
                  </a:lnTo>
                  <a:lnTo>
                    <a:pt x="2136170" y="66945"/>
                  </a:lnTo>
                  <a:lnTo>
                    <a:pt x="2149521" y="62023"/>
                  </a:lnTo>
                  <a:lnTo>
                    <a:pt x="2162872" y="57452"/>
                  </a:lnTo>
                  <a:lnTo>
                    <a:pt x="2176223" y="53228"/>
                  </a:lnTo>
                  <a:lnTo>
                    <a:pt x="2189575" y="49340"/>
                  </a:lnTo>
                  <a:lnTo>
                    <a:pt x="2202926" y="45783"/>
                  </a:lnTo>
                  <a:lnTo>
                    <a:pt x="2216277" y="42548"/>
                  </a:lnTo>
                  <a:lnTo>
                    <a:pt x="2229628" y="39626"/>
                  </a:lnTo>
                  <a:lnTo>
                    <a:pt x="2242979" y="37010"/>
                  </a:lnTo>
                  <a:lnTo>
                    <a:pt x="2256330" y="34690"/>
                  </a:lnTo>
                  <a:lnTo>
                    <a:pt x="2269681" y="32659"/>
                  </a:lnTo>
                  <a:lnTo>
                    <a:pt x="2283032" y="30907"/>
                  </a:lnTo>
                  <a:lnTo>
                    <a:pt x="2296383" y="29426"/>
                  </a:lnTo>
                  <a:lnTo>
                    <a:pt x="2309734" y="28207"/>
                  </a:lnTo>
                  <a:lnTo>
                    <a:pt x="2323085" y="27239"/>
                  </a:lnTo>
                  <a:lnTo>
                    <a:pt x="2336436" y="26515"/>
                  </a:lnTo>
                  <a:lnTo>
                    <a:pt x="2349787" y="26025"/>
                  </a:lnTo>
                  <a:lnTo>
                    <a:pt x="2363138" y="25759"/>
                  </a:lnTo>
                  <a:lnTo>
                    <a:pt x="2376489" y="25707"/>
                  </a:lnTo>
                  <a:lnTo>
                    <a:pt x="2389841" y="25861"/>
                  </a:lnTo>
                  <a:lnTo>
                    <a:pt x="2403192" y="26210"/>
                  </a:lnTo>
                  <a:lnTo>
                    <a:pt x="2416543" y="26746"/>
                  </a:lnTo>
                  <a:lnTo>
                    <a:pt x="2429894" y="27457"/>
                  </a:lnTo>
                  <a:lnTo>
                    <a:pt x="2443245" y="28335"/>
                  </a:lnTo>
                  <a:lnTo>
                    <a:pt x="2456596" y="29370"/>
                  </a:lnTo>
                  <a:lnTo>
                    <a:pt x="2469947" y="30553"/>
                  </a:lnTo>
                  <a:lnTo>
                    <a:pt x="2483298" y="31873"/>
                  </a:lnTo>
                  <a:lnTo>
                    <a:pt x="2496649" y="33321"/>
                  </a:lnTo>
                  <a:lnTo>
                    <a:pt x="2510000" y="34887"/>
                  </a:lnTo>
                  <a:lnTo>
                    <a:pt x="2523351" y="36563"/>
                  </a:lnTo>
                  <a:lnTo>
                    <a:pt x="2536702" y="38339"/>
                  </a:lnTo>
                  <a:lnTo>
                    <a:pt x="2550053" y="40205"/>
                  </a:lnTo>
                  <a:lnTo>
                    <a:pt x="2563404" y="42153"/>
                  </a:lnTo>
                  <a:lnTo>
                    <a:pt x="2576755" y="44174"/>
                  </a:lnTo>
                  <a:lnTo>
                    <a:pt x="2590107" y="46258"/>
                  </a:lnTo>
                  <a:lnTo>
                    <a:pt x="2603458" y="48397"/>
                  </a:lnTo>
                  <a:lnTo>
                    <a:pt x="2616809" y="50583"/>
                  </a:lnTo>
                  <a:lnTo>
                    <a:pt x="2630160" y="52807"/>
                  </a:lnTo>
                  <a:lnTo>
                    <a:pt x="2643511" y="55061"/>
                  </a:lnTo>
                  <a:lnTo>
                    <a:pt x="2656862" y="57338"/>
                  </a:lnTo>
                  <a:lnTo>
                    <a:pt x="2670213" y="59629"/>
                  </a:lnTo>
                  <a:lnTo>
                    <a:pt x="2683564" y="61927"/>
                  </a:lnTo>
                  <a:lnTo>
                    <a:pt x="2696915" y="64225"/>
                  </a:lnTo>
                  <a:lnTo>
                    <a:pt x="2710266" y="66517"/>
                  </a:lnTo>
                  <a:lnTo>
                    <a:pt x="2723617" y="68795"/>
                  </a:lnTo>
                  <a:lnTo>
                    <a:pt x="2736968" y="71052"/>
                  </a:lnTo>
                  <a:lnTo>
                    <a:pt x="2750319" y="73284"/>
                  </a:lnTo>
                  <a:lnTo>
                    <a:pt x="2763670" y="75483"/>
                  </a:lnTo>
                  <a:lnTo>
                    <a:pt x="2777021" y="77645"/>
                  </a:lnTo>
                  <a:lnTo>
                    <a:pt x="2790373" y="79764"/>
                  </a:lnTo>
                  <a:lnTo>
                    <a:pt x="2803724" y="81835"/>
                  </a:lnTo>
                  <a:lnTo>
                    <a:pt x="2817075" y="83853"/>
                  </a:lnTo>
                  <a:lnTo>
                    <a:pt x="2830426" y="85815"/>
                  </a:lnTo>
                  <a:lnTo>
                    <a:pt x="2843777" y="87715"/>
                  </a:lnTo>
                  <a:lnTo>
                    <a:pt x="2857128" y="89550"/>
                  </a:lnTo>
                  <a:lnTo>
                    <a:pt x="2870479" y="91316"/>
                  </a:lnTo>
                  <a:lnTo>
                    <a:pt x="2883830" y="93011"/>
                  </a:lnTo>
                  <a:lnTo>
                    <a:pt x="2897181" y="94631"/>
                  </a:lnTo>
                  <a:lnTo>
                    <a:pt x="2910532" y="96173"/>
                  </a:lnTo>
                  <a:lnTo>
                    <a:pt x="2923883" y="97635"/>
                  </a:lnTo>
                  <a:lnTo>
                    <a:pt x="2937234" y="99015"/>
                  </a:lnTo>
                  <a:lnTo>
                    <a:pt x="2950585" y="100310"/>
                  </a:lnTo>
                  <a:lnTo>
                    <a:pt x="2963936" y="101520"/>
                  </a:lnTo>
                  <a:lnTo>
                    <a:pt x="2977287" y="102642"/>
                  </a:lnTo>
                  <a:lnTo>
                    <a:pt x="2990639" y="103675"/>
                  </a:lnTo>
                  <a:lnTo>
                    <a:pt x="3003990" y="104619"/>
                  </a:lnTo>
                  <a:lnTo>
                    <a:pt x="3017341" y="105471"/>
                  </a:lnTo>
                  <a:lnTo>
                    <a:pt x="3030692" y="106233"/>
                  </a:lnTo>
                  <a:lnTo>
                    <a:pt x="3044043" y="106902"/>
                  </a:lnTo>
                  <a:lnTo>
                    <a:pt x="3057394" y="107480"/>
                  </a:lnTo>
                  <a:lnTo>
                    <a:pt x="3070745" y="107965"/>
                  </a:lnTo>
                  <a:lnTo>
                    <a:pt x="3084096" y="108358"/>
                  </a:lnTo>
                  <a:lnTo>
                    <a:pt x="3097447" y="108659"/>
                  </a:lnTo>
                  <a:lnTo>
                    <a:pt x="3110798" y="108868"/>
                  </a:lnTo>
                  <a:lnTo>
                    <a:pt x="3124149" y="108985"/>
                  </a:lnTo>
                  <a:lnTo>
                    <a:pt x="3137500" y="109012"/>
                  </a:lnTo>
                  <a:lnTo>
                    <a:pt x="3150851" y="108951"/>
                  </a:lnTo>
                  <a:lnTo>
                    <a:pt x="3164202" y="108805"/>
                  </a:lnTo>
                  <a:lnTo>
                    <a:pt x="3177553" y="108575"/>
                  </a:lnTo>
                  <a:lnTo>
                    <a:pt x="3190905" y="108265"/>
                  </a:lnTo>
                  <a:lnTo>
                    <a:pt x="3204256" y="107876"/>
                  </a:lnTo>
                  <a:lnTo>
                    <a:pt x="3217607" y="107412"/>
                  </a:lnTo>
                  <a:lnTo>
                    <a:pt x="3230958" y="106873"/>
                  </a:lnTo>
                  <a:lnTo>
                    <a:pt x="3244309" y="106262"/>
                  </a:lnTo>
                  <a:lnTo>
                    <a:pt x="3257660" y="105582"/>
                  </a:lnTo>
                  <a:lnTo>
                    <a:pt x="3271011" y="104833"/>
                  </a:lnTo>
                  <a:lnTo>
                    <a:pt x="3284362" y="104019"/>
                  </a:lnTo>
                  <a:lnTo>
                    <a:pt x="3297713" y="103141"/>
                  </a:lnTo>
                  <a:lnTo>
                    <a:pt x="3311064" y="102200"/>
                  </a:lnTo>
                  <a:lnTo>
                    <a:pt x="3324415" y="101199"/>
                  </a:lnTo>
                  <a:lnTo>
                    <a:pt x="3337766" y="100139"/>
                  </a:lnTo>
                  <a:lnTo>
                    <a:pt x="3351117" y="99022"/>
                  </a:lnTo>
                  <a:lnTo>
                    <a:pt x="3364468" y="97849"/>
                  </a:lnTo>
                  <a:lnTo>
                    <a:pt x="3377819" y="96622"/>
                  </a:lnTo>
                  <a:lnTo>
                    <a:pt x="3391171" y="95342"/>
                  </a:lnTo>
                  <a:lnTo>
                    <a:pt x="3404522" y="94011"/>
                  </a:lnTo>
                  <a:lnTo>
                    <a:pt x="3417873" y="92631"/>
                  </a:lnTo>
                  <a:lnTo>
                    <a:pt x="3431224" y="91202"/>
                  </a:lnTo>
                  <a:lnTo>
                    <a:pt x="3444575" y="89725"/>
                  </a:lnTo>
                  <a:lnTo>
                    <a:pt x="3457926" y="88203"/>
                  </a:lnTo>
                  <a:lnTo>
                    <a:pt x="3471277" y="86636"/>
                  </a:lnTo>
                  <a:lnTo>
                    <a:pt x="3484628" y="85025"/>
                  </a:lnTo>
                  <a:lnTo>
                    <a:pt x="3497979" y="83372"/>
                  </a:lnTo>
                  <a:lnTo>
                    <a:pt x="3511330" y="81678"/>
                  </a:lnTo>
                  <a:lnTo>
                    <a:pt x="3524681" y="79943"/>
                  </a:lnTo>
                  <a:lnTo>
                    <a:pt x="3538032" y="78169"/>
                  </a:lnTo>
                  <a:lnTo>
                    <a:pt x="3551383" y="76357"/>
                  </a:lnTo>
                  <a:lnTo>
                    <a:pt x="3564734" y="74507"/>
                  </a:lnTo>
                  <a:lnTo>
                    <a:pt x="3578085" y="72621"/>
                  </a:lnTo>
                  <a:lnTo>
                    <a:pt x="3591437" y="70700"/>
                  </a:lnTo>
                  <a:lnTo>
                    <a:pt x="3604788" y="68744"/>
                  </a:lnTo>
                  <a:lnTo>
                    <a:pt x="3618139" y="66754"/>
                  </a:lnTo>
                  <a:lnTo>
                    <a:pt x="3631490" y="64731"/>
                  </a:lnTo>
                  <a:lnTo>
                    <a:pt x="3644841" y="62676"/>
                  </a:lnTo>
                  <a:lnTo>
                    <a:pt x="3658192" y="60590"/>
                  </a:lnTo>
                  <a:lnTo>
                    <a:pt x="3671543" y="58472"/>
                  </a:lnTo>
                  <a:lnTo>
                    <a:pt x="3684894" y="56325"/>
                  </a:lnTo>
                  <a:lnTo>
                    <a:pt x="3698245" y="54149"/>
                  </a:lnTo>
                  <a:lnTo>
                    <a:pt x="3711596" y="51943"/>
                  </a:lnTo>
                  <a:lnTo>
                    <a:pt x="3724947" y="49710"/>
                  </a:lnTo>
                  <a:lnTo>
                    <a:pt x="3738298" y="47450"/>
                  </a:lnTo>
                  <a:lnTo>
                    <a:pt x="3751649" y="45162"/>
                  </a:lnTo>
                  <a:lnTo>
                    <a:pt x="3765000" y="42849"/>
                  </a:lnTo>
                  <a:lnTo>
                    <a:pt x="3778352" y="40510"/>
                  </a:lnTo>
                  <a:lnTo>
                    <a:pt x="3791703" y="38146"/>
                  </a:lnTo>
                  <a:lnTo>
                    <a:pt x="3805054" y="35757"/>
                  </a:lnTo>
                  <a:lnTo>
                    <a:pt x="3818405" y="33344"/>
                  </a:lnTo>
                  <a:lnTo>
                    <a:pt x="3831756" y="30908"/>
                  </a:lnTo>
                  <a:lnTo>
                    <a:pt x="3845107" y="28448"/>
                  </a:lnTo>
                  <a:lnTo>
                    <a:pt x="3858458" y="25966"/>
                  </a:lnTo>
                  <a:lnTo>
                    <a:pt x="3871809" y="23462"/>
                  </a:lnTo>
                  <a:lnTo>
                    <a:pt x="3885160" y="20937"/>
                  </a:lnTo>
                  <a:lnTo>
                    <a:pt x="3898511" y="18390"/>
                  </a:lnTo>
                  <a:lnTo>
                    <a:pt x="3911862" y="15822"/>
                  </a:lnTo>
                  <a:lnTo>
                    <a:pt x="3925213" y="13234"/>
                  </a:lnTo>
                  <a:lnTo>
                    <a:pt x="3938564" y="10625"/>
                  </a:lnTo>
                  <a:lnTo>
                    <a:pt x="3951915" y="7998"/>
                  </a:lnTo>
                  <a:lnTo>
                    <a:pt x="3965266" y="5350"/>
                  </a:lnTo>
                  <a:lnTo>
                    <a:pt x="3978618" y="2684"/>
                  </a:lnTo>
                  <a:lnTo>
                    <a:pt x="3991969" y="0"/>
                  </a:lnTo>
                  <a:lnTo>
                    <a:pt x="3991969" y="1774464"/>
                  </a:lnTo>
                  <a:lnTo>
                    <a:pt x="3978618" y="1766448"/>
                  </a:lnTo>
                  <a:lnTo>
                    <a:pt x="3965266" y="1758405"/>
                  </a:lnTo>
                  <a:lnTo>
                    <a:pt x="3951915" y="1750333"/>
                  </a:lnTo>
                  <a:lnTo>
                    <a:pt x="3938564" y="1742233"/>
                  </a:lnTo>
                  <a:lnTo>
                    <a:pt x="3925213" y="1734106"/>
                  </a:lnTo>
                  <a:lnTo>
                    <a:pt x="3911862" y="1725952"/>
                  </a:lnTo>
                  <a:lnTo>
                    <a:pt x="3898511" y="1717769"/>
                  </a:lnTo>
                  <a:lnTo>
                    <a:pt x="3885160" y="1709560"/>
                  </a:lnTo>
                  <a:lnTo>
                    <a:pt x="3871809" y="1701324"/>
                  </a:lnTo>
                  <a:lnTo>
                    <a:pt x="3858458" y="1693061"/>
                  </a:lnTo>
                  <a:lnTo>
                    <a:pt x="3845107" y="1684772"/>
                  </a:lnTo>
                  <a:lnTo>
                    <a:pt x="3831756" y="1676456"/>
                  </a:lnTo>
                  <a:lnTo>
                    <a:pt x="3818405" y="1668115"/>
                  </a:lnTo>
                  <a:lnTo>
                    <a:pt x="3805054" y="1659747"/>
                  </a:lnTo>
                  <a:lnTo>
                    <a:pt x="3791703" y="1651354"/>
                  </a:lnTo>
                  <a:lnTo>
                    <a:pt x="3778352" y="1642937"/>
                  </a:lnTo>
                  <a:lnTo>
                    <a:pt x="3765000" y="1634494"/>
                  </a:lnTo>
                  <a:lnTo>
                    <a:pt x="3751649" y="1626026"/>
                  </a:lnTo>
                  <a:lnTo>
                    <a:pt x="3738298" y="1617535"/>
                  </a:lnTo>
                  <a:lnTo>
                    <a:pt x="3724947" y="1609020"/>
                  </a:lnTo>
                  <a:lnTo>
                    <a:pt x="3711596" y="1600481"/>
                  </a:lnTo>
                  <a:lnTo>
                    <a:pt x="3698245" y="1591919"/>
                  </a:lnTo>
                  <a:lnTo>
                    <a:pt x="3684894" y="1583335"/>
                  </a:lnTo>
                  <a:lnTo>
                    <a:pt x="3671543" y="1574729"/>
                  </a:lnTo>
                  <a:lnTo>
                    <a:pt x="3658192" y="1566101"/>
                  </a:lnTo>
                  <a:lnTo>
                    <a:pt x="3644841" y="1557451"/>
                  </a:lnTo>
                  <a:lnTo>
                    <a:pt x="3631490" y="1548781"/>
                  </a:lnTo>
                  <a:lnTo>
                    <a:pt x="3618139" y="1540091"/>
                  </a:lnTo>
                  <a:lnTo>
                    <a:pt x="3604788" y="1531381"/>
                  </a:lnTo>
                  <a:lnTo>
                    <a:pt x="3591437" y="1522652"/>
                  </a:lnTo>
                  <a:lnTo>
                    <a:pt x="3578085" y="1513905"/>
                  </a:lnTo>
                  <a:lnTo>
                    <a:pt x="3564734" y="1505140"/>
                  </a:lnTo>
                  <a:lnTo>
                    <a:pt x="3551383" y="1496357"/>
                  </a:lnTo>
                  <a:lnTo>
                    <a:pt x="3538032" y="1487559"/>
                  </a:lnTo>
                  <a:lnTo>
                    <a:pt x="3524681" y="1478744"/>
                  </a:lnTo>
                  <a:lnTo>
                    <a:pt x="3511330" y="1469915"/>
                  </a:lnTo>
                  <a:lnTo>
                    <a:pt x="3497979" y="1461071"/>
                  </a:lnTo>
                  <a:lnTo>
                    <a:pt x="3484628" y="1452214"/>
                  </a:lnTo>
                  <a:lnTo>
                    <a:pt x="3471277" y="1443344"/>
                  </a:lnTo>
                  <a:lnTo>
                    <a:pt x="3457926" y="1434462"/>
                  </a:lnTo>
                  <a:lnTo>
                    <a:pt x="3444575" y="1425570"/>
                  </a:lnTo>
                  <a:lnTo>
                    <a:pt x="3431224" y="1416668"/>
                  </a:lnTo>
                  <a:lnTo>
                    <a:pt x="3417873" y="1407758"/>
                  </a:lnTo>
                  <a:lnTo>
                    <a:pt x="3404522" y="1398839"/>
                  </a:lnTo>
                  <a:lnTo>
                    <a:pt x="3391171" y="1389914"/>
                  </a:lnTo>
                  <a:lnTo>
                    <a:pt x="3377819" y="1380984"/>
                  </a:lnTo>
                  <a:lnTo>
                    <a:pt x="3364468" y="1372049"/>
                  </a:lnTo>
                  <a:lnTo>
                    <a:pt x="3351117" y="1363111"/>
                  </a:lnTo>
                  <a:lnTo>
                    <a:pt x="3337766" y="1354171"/>
                  </a:lnTo>
                  <a:lnTo>
                    <a:pt x="3324415" y="1345230"/>
                  </a:lnTo>
                  <a:lnTo>
                    <a:pt x="3311064" y="1336290"/>
                  </a:lnTo>
                  <a:lnTo>
                    <a:pt x="3297713" y="1327353"/>
                  </a:lnTo>
                  <a:lnTo>
                    <a:pt x="3284362" y="1318420"/>
                  </a:lnTo>
                  <a:lnTo>
                    <a:pt x="3271011" y="1309491"/>
                  </a:lnTo>
                  <a:lnTo>
                    <a:pt x="3257660" y="1300570"/>
                  </a:lnTo>
                  <a:lnTo>
                    <a:pt x="3244309" y="1291657"/>
                  </a:lnTo>
                  <a:lnTo>
                    <a:pt x="3230958" y="1282754"/>
                  </a:lnTo>
                  <a:lnTo>
                    <a:pt x="3217607" y="1273864"/>
                  </a:lnTo>
                  <a:lnTo>
                    <a:pt x="3204256" y="1264987"/>
                  </a:lnTo>
                  <a:lnTo>
                    <a:pt x="3190905" y="1256126"/>
                  </a:lnTo>
                  <a:lnTo>
                    <a:pt x="3177553" y="1247283"/>
                  </a:lnTo>
                  <a:lnTo>
                    <a:pt x="3164202" y="1238459"/>
                  </a:lnTo>
                  <a:lnTo>
                    <a:pt x="3150851" y="1229657"/>
                  </a:lnTo>
                  <a:lnTo>
                    <a:pt x="3137500" y="1220880"/>
                  </a:lnTo>
                  <a:lnTo>
                    <a:pt x="3124149" y="1212129"/>
                  </a:lnTo>
                  <a:lnTo>
                    <a:pt x="3110798" y="1203406"/>
                  </a:lnTo>
                  <a:lnTo>
                    <a:pt x="3097447" y="1194716"/>
                  </a:lnTo>
                  <a:lnTo>
                    <a:pt x="3084096" y="1186062"/>
                  </a:lnTo>
                  <a:lnTo>
                    <a:pt x="3070745" y="1177449"/>
                  </a:lnTo>
                  <a:lnTo>
                    <a:pt x="3057394" y="1168880"/>
                  </a:lnTo>
                  <a:lnTo>
                    <a:pt x="3044043" y="1160359"/>
                  </a:lnTo>
                  <a:lnTo>
                    <a:pt x="3030692" y="1151890"/>
                  </a:lnTo>
                  <a:lnTo>
                    <a:pt x="3017341" y="1143478"/>
                  </a:lnTo>
                  <a:lnTo>
                    <a:pt x="3003990" y="1135124"/>
                  </a:lnTo>
                  <a:lnTo>
                    <a:pt x="2990639" y="1126833"/>
                  </a:lnTo>
                  <a:lnTo>
                    <a:pt x="2977287" y="1118609"/>
                  </a:lnTo>
                  <a:lnTo>
                    <a:pt x="2963936" y="1110455"/>
                  </a:lnTo>
                  <a:lnTo>
                    <a:pt x="2950585" y="1102373"/>
                  </a:lnTo>
                  <a:lnTo>
                    <a:pt x="2937234" y="1094367"/>
                  </a:lnTo>
                  <a:lnTo>
                    <a:pt x="2923883" y="1086440"/>
                  </a:lnTo>
                  <a:lnTo>
                    <a:pt x="2910532" y="1078595"/>
                  </a:lnTo>
                  <a:lnTo>
                    <a:pt x="2897181" y="1070834"/>
                  </a:lnTo>
                  <a:lnTo>
                    <a:pt x="2883830" y="1063160"/>
                  </a:lnTo>
                  <a:lnTo>
                    <a:pt x="2870479" y="1055574"/>
                  </a:lnTo>
                  <a:lnTo>
                    <a:pt x="2857128" y="1048079"/>
                  </a:lnTo>
                  <a:lnTo>
                    <a:pt x="2843777" y="1040677"/>
                  </a:lnTo>
                  <a:lnTo>
                    <a:pt x="2830426" y="1033370"/>
                  </a:lnTo>
                  <a:lnTo>
                    <a:pt x="2817075" y="1026158"/>
                  </a:lnTo>
                  <a:lnTo>
                    <a:pt x="2803724" y="1019044"/>
                  </a:lnTo>
                  <a:lnTo>
                    <a:pt x="2790373" y="1012027"/>
                  </a:lnTo>
                  <a:lnTo>
                    <a:pt x="2777021" y="1005110"/>
                  </a:lnTo>
                  <a:lnTo>
                    <a:pt x="2763670" y="998292"/>
                  </a:lnTo>
                  <a:lnTo>
                    <a:pt x="2750319" y="991574"/>
                  </a:lnTo>
                  <a:lnTo>
                    <a:pt x="2736968" y="984956"/>
                  </a:lnTo>
                  <a:lnTo>
                    <a:pt x="2723617" y="978438"/>
                  </a:lnTo>
                  <a:lnTo>
                    <a:pt x="2710266" y="972019"/>
                  </a:lnTo>
                  <a:lnTo>
                    <a:pt x="2696915" y="965700"/>
                  </a:lnTo>
                  <a:lnTo>
                    <a:pt x="2683564" y="959479"/>
                  </a:lnTo>
                  <a:lnTo>
                    <a:pt x="2670213" y="953356"/>
                  </a:lnTo>
                  <a:lnTo>
                    <a:pt x="2656862" y="947329"/>
                  </a:lnTo>
                  <a:lnTo>
                    <a:pt x="2643511" y="941398"/>
                  </a:lnTo>
                  <a:lnTo>
                    <a:pt x="2630160" y="935560"/>
                  </a:lnTo>
                  <a:lnTo>
                    <a:pt x="2616809" y="929814"/>
                  </a:lnTo>
                  <a:lnTo>
                    <a:pt x="2603458" y="924158"/>
                  </a:lnTo>
                  <a:lnTo>
                    <a:pt x="2590107" y="918591"/>
                  </a:lnTo>
                  <a:lnTo>
                    <a:pt x="2576755" y="913109"/>
                  </a:lnTo>
                  <a:lnTo>
                    <a:pt x="2563404" y="907711"/>
                  </a:lnTo>
                  <a:lnTo>
                    <a:pt x="2550053" y="902394"/>
                  </a:lnTo>
                  <a:lnTo>
                    <a:pt x="2536702" y="897155"/>
                  </a:lnTo>
                  <a:lnTo>
                    <a:pt x="2523351" y="891993"/>
                  </a:lnTo>
                  <a:lnTo>
                    <a:pt x="2510000" y="886903"/>
                  </a:lnTo>
                  <a:lnTo>
                    <a:pt x="2496649" y="881883"/>
                  </a:lnTo>
                  <a:lnTo>
                    <a:pt x="2483298" y="876930"/>
                  </a:lnTo>
                  <a:lnTo>
                    <a:pt x="2469947" y="872042"/>
                  </a:lnTo>
                  <a:lnTo>
                    <a:pt x="2456596" y="867213"/>
                  </a:lnTo>
                  <a:lnTo>
                    <a:pt x="2443245" y="862442"/>
                  </a:lnTo>
                  <a:lnTo>
                    <a:pt x="2429894" y="857726"/>
                  </a:lnTo>
                  <a:lnTo>
                    <a:pt x="2416543" y="853059"/>
                  </a:lnTo>
                  <a:lnTo>
                    <a:pt x="2403192" y="848440"/>
                  </a:lnTo>
                  <a:lnTo>
                    <a:pt x="2389841" y="843865"/>
                  </a:lnTo>
                  <a:lnTo>
                    <a:pt x="2376489" y="839330"/>
                  </a:lnTo>
                  <a:lnTo>
                    <a:pt x="2363138" y="834832"/>
                  </a:lnTo>
                  <a:lnTo>
                    <a:pt x="2349787" y="830367"/>
                  </a:lnTo>
                  <a:lnTo>
                    <a:pt x="2336436" y="825932"/>
                  </a:lnTo>
                  <a:lnTo>
                    <a:pt x="2323085" y="821522"/>
                  </a:lnTo>
                  <a:lnTo>
                    <a:pt x="2309734" y="817135"/>
                  </a:lnTo>
                  <a:lnTo>
                    <a:pt x="2296383" y="812767"/>
                  </a:lnTo>
                  <a:lnTo>
                    <a:pt x="2283032" y="808415"/>
                  </a:lnTo>
                  <a:lnTo>
                    <a:pt x="2269681" y="804074"/>
                  </a:lnTo>
                  <a:lnTo>
                    <a:pt x="2256330" y="799741"/>
                  </a:lnTo>
                  <a:lnTo>
                    <a:pt x="2242979" y="795413"/>
                  </a:lnTo>
                  <a:lnTo>
                    <a:pt x="2229628" y="791086"/>
                  </a:lnTo>
                  <a:lnTo>
                    <a:pt x="2216277" y="786757"/>
                  </a:lnTo>
                  <a:lnTo>
                    <a:pt x="2202926" y="782422"/>
                  </a:lnTo>
                  <a:lnTo>
                    <a:pt x="2189575" y="778078"/>
                  </a:lnTo>
                  <a:lnTo>
                    <a:pt x="2176223" y="773721"/>
                  </a:lnTo>
                  <a:lnTo>
                    <a:pt x="2162872" y="769348"/>
                  </a:lnTo>
                  <a:lnTo>
                    <a:pt x="2149521" y="764956"/>
                  </a:lnTo>
                  <a:lnTo>
                    <a:pt x="2136170" y="760541"/>
                  </a:lnTo>
                  <a:lnTo>
                    <a:pt x="2122819" y="756099"/>
                  </a:lnTo>
                  <a:lnTo>
                    <a:pt x="2109468" y="751629"/>
                  </a:lnTo>
                  <a:lnTo>
                    <a:pt x="2096117" y="747126"/>
                  </a:lnTo>
                  <a:lnTo>
                    <a:pt x="2082766" y="742587"/>
                  </a:lnTo>
                  <a:lnTo>
                    <a:pt x="2069415" y="738009"/>
                  </a:lnTo>
                  <a:lnTo>
                    <a:pt x="2056064" y="733389"/>
                  </a:lnTo>
                  <a:lnTo>
                    <a:pt x="2042713" y="728724"/>
                  </a:lnTo>
                  <a:lnTo>
                    <a:pt x="2029362" y="724010"/>
                  </a:lnTo>
                  <a:lnTo>
                    <a:pt x="2016011" y="719245"/>
                  </a:lnTo>
                  <a:lnTo>
                    <a:pt x="2002660" y="714425"/>
                  </a:lnTo>
                  <a:lnTo>
                    <a:pt x="1989309" y="709548"/>
                  </a:lnTo>
                  <a:lnTo>
                    <a:pt x="1975957" y="704611"/>
                  </a:lnTo>
                  <a:lnTo>
                    <a:pt x="1962606" y="699610"/>
                  </a:lnTo>
                  <a:lnTo>
                    <a:pt x="1949255" y="694543"/>
                  </a:lnTo>
                  <a:lnTo>
                    <a:pt x="1935904" y="689407"/>
                  </a:lnTo>
                  <a:lnTo>
                    <a:pt x="1922553" y="684200"/>
                  </a:lnTo>
                  <a:lnTo>
                    <a:pt x="1909202" y="678919"/>
                  </a:lnTo>
                  <a:lnTo>
                    <a:pt x="1895851" y="673578"/>
                  </a:lnTo>
                  <a:lnTo>
                    <a:pt x="1882500" y="668193"/>
                  </a:lnTo>
                  <a:lnTo>
                    <a:pt x="1869149" y="662780"/>
                  </a:lnTo>
                  <a:lnTo>
                    <a:pt x="1855798" y="657357"/>
                  </a:lnTo>
                  <a:lnTo>
                    <a:pt x="1842447" y="651941"/>
                  </a:lnTo>
                  <a:lnTo>
                    <a:pt x="1829096" y="646550"/>
                  </a:lnTo>
                  <a:lnTo>
                    <a:pt x="1815745" y="641200"/>
                  </a:lnTo>
                  <a:lnTo>
                    <a:pt x="1802394" y="635911"/>
                  </a:lnTo>
                  <a:lnTo>
                    <a:pt x="1789042" y="630699"/>
                  </a:lnTo>
                  <a:lnTo>
                    <a:pt x="1775691" y="625583"/>
                  </a:lnTo>
                  <a:lnTo>
                    <a:pt x="1762340" y="620581"/>
                  </a:lnTo>
                  <a:lnTo>
                    <a:pt x="1748989" y="615710"/>
                  </a:lnTo>
                  <a:lnTo>
                    <a:pt x="1735638" y="610991"/>
                  </a:lnTo>
                  <a:lnTo>
                    <a:pt x="1722287" y="606439"/>
                  </a:lnTo>
                  <a:lnTo>
                    <a:pt x="1708936" y="602075"/>
                  </a:lnTo>
                  <a:lnTo>
                    <a:pt x="1695585" y="597915"/>
                  </a:lnTo>
                  <a:lnTo>
                    <a:pt x="1682234" y="593979"/>
                  </a:lnTo>
                  <a:lnTo>
                    <a:pt x="1668883" y="590284"/>
                  </a:lnTo>
                  <a:lnTo>
                    <a:pt x="1655532" y="586848"/>
                  </a:lnTo>
                  <a:lnTo>
                    <a:pt x="1642181" y="583688"/>
                  </a:lnTo>
                  <a:lnTo>
                    <a:pt x="1628830" y="580824"/>
                  </a:lnTo>
                  <a:lnTo>
                    <a:pt x="1615479" y="578271"/>
                  </a:lnTo>
                  <a:lnTo>
                    <a:pt x="1602128" y="576048"/>
                  </a:lnTo>
                  <a:lnTo>
                    <a:pt x="1588776" y="585539"/>
                  </a:lnTo>
                  <a:lnTo>
                    <a:pt x="1575425" y="603427"/>
                  </a:lnTo>
                  <a:lnTo>
                    <a:pt x="1562074" y="621388"/>
                  </a:lnTo>
                  <a:lnTo>
                    <a:pt x="1548723" y="639412"/>
                  </a:lnTo>
                  <a:lnTo>
                    <a:pt x="1535372" y="657490"/>
                  </a:lnTo>
                  <a:lnTo>
                    <a:pt x="1522021" y="675614"/>
                  </a:lnTo>
                  <a:lnTo>
                    <a:pt x="1508670" y="693775"/>
                  </a:lnTo>
                  <a:lnTo>
                    <a:pt x="1495319" y="711967"/>
                  </a:lnTo>
                  <a:lnTo>
                    <a:pt x="1481968" y="730183"/>
                  </a:lnTo>
                  <a:lnTo>
                    <a:pt x="1468617" y="748417"/>
                  </a:lnTo>
                  <a:lnTo>
                    <a:pt x="1455266" y="766663"/>
                  </a:lnTo>
                  <a:lnTo>
                    <a:pt x="1441915" y="784919"/>
                  </a:lnTo>
                  <a:lnTo>
                    <a:pt x="1428564" y="803179"/>
                  </a:lnTo>
                  <a:lnTo>
                    <a:pt x="1415213" y="821442"/>
                  </a:lnTo>
                  <a:lnTo>
                    <a:pt x="1401862" y="839706"/>
                  </a:lnTo>
                  <a:lnTo>
                    <a:pt x="1388510" y="857971"/>
                  </a:lnTo>
                  <a:lnTo>
                    <a:pt x="1375159" y="876236"/>
                  </a:lnTo>
                  <a:lnTo>
                    <a:pt x="1361808" y="894504"/>
                  </a:lnTo>
                  <a:lnTo>
                    <a:pt x="1348457" y="912777"/>
                  </a:lnTo>
                  <a:lnTo>
                    <a:pt x="1335106" y="931060"/>
                  </a:lnTo>
                  <a:lnTo>
                    <a:pt x="1321755" y="949357"/>
                  </a:lnTo>
                  <a:lnTo>
                    <a:pt x="1308404" y="967676"/>
                  </a:lnTo>
                  <a:lnTo>
                    <a:pt x="1295053" y="986025"/>
                  </a:lnTo>
                  <a:lnTo>
                    <a:pt x="1281702" y="1004414"/>
                  </a:lnTo>
                  <a:lnTo>
                    <a:pt x="1268351" y="1022855"/>
                  </a:lnTo>
                  <a:lnTo>
                    <a:pt x="1255000" y="1041364"/>
                  </a:lnTo>
                  <a:lnTo>
                    <a:pt x="1241649" y="1059957"/>
                  </a:lnTo>
                  <a:lnTo>
                    <a:pt x="1228298" y="1078651"/>
                  </a:lnTo>
                  <a:lnTo>
                    <a:pt x="1214947" y="1097463"/>
                  </a:lnTo>
                  <a:lnTo>
                    <a:pt x="1201596" y="1116408"/>
                  </a:lnTo>
                  <a:lnTo>
                    <a:pt x="1188244" y="1135501"/>
                  </a:lnTo>
                  <a:lnTo>
                    <a:pt x="1174893" y="1154755"/>
                  </a:lnTo>
                  <a:lnTo>
                    <a:pt x="1161542" y="1174185"/>
                  </a:lnTo>
                  <a:lnTo>
                    <a:pt x="1148191" y="1193800"/>
                  </a:lnTo>
                  <a:lnTo>
                    <a:pt x="1134840" y="1213613"/>
                  </a:lnTo>
                  <a:lnTo>
                    <a:pt x="1121489" y="1233631"/>
                  </a:lnTo>
                  <a:lnTo>
                    <a:pt x="1108138" y="1253862"/>
                  </a:lnTo>
                  <a:lnTo>
                    <a:pt x="1094787" y="1274312"/>
                  </a:lnTo>
                  <a:lnTo>
                    <a:pt x="1081436" y="1294985"/>
                  </a:lnTo>
                  <a:lnTo>
                    <a:pt x="1068085" y="1315882"/>
                  </a:lnTo>
                  <a:lnTo>
                    <a:pt x="1054734" y="1337004"/>
                  </a:lnTo>
                  <a:lnTo>
                    <a:pt x="1041383" y="1358349"/>
                  </a:lnTo>
                  <a:lnTo>
                    <a:pt x="1028032" y="1379914"/>
                  </a:lnTo>
                  <a:lnTo>
                    <a:pt x="1014681" y="1401693"/>
                  </a:lnTo>
                  <a:lnTo>
                    <a:pt x="1001330" y="1423680"/>
                  </a:lnTo>
                  <a:lnTo>
                    <a:pt x="987978" y="1445866"/>
                  </a:lnTo>
                  <a:lnTo>
                    <a:pt x="974627" y="1468242"/>
                  </a:lnTo>
                  <a:lnTo>
                    <a:pt x="961276" y="1490796"/>
                  </a:lnTo>
                  <a:lnTo>
                    <a:pt x="947925" y="1513516"/>
                  </a:lnTo>
                  <a:lnTo>
                    <a:pt x="934574" y="1536389"/>
                  </a:lnTo>
                  <a:lnTo>
                    <a:pt x="921223" y="1559401"/>
                  </a:lnTo>
                  <a:lnTo>
                    <a:pt x="907872" y="1582536"/>
                  </a:lnTo>
                  <a:lnTo>
                    <a:pt x="894521" y="1605779"/>
                  </a:lnTo>
                  <a:lnTo>
                    <a:pt x="881170" y="1629114"/>
                  </a:lnTo>
                  <a:lnTo>
                    <a:pt x="867819" y="1652525"/>
                  </a:lnTo>
                  <a:lnTo>
                    <a:pt x="854468" y="1675995"/>
                  </a:lnTo>
                  <a:lnTo>
                    <a:pt x="841117" y="1699508"/>
                  </a:lnTo>
                  <a:lnTo>
                    <a:pt x="827766" y="1723048"/>
                  </a:lnTo>
                  <a:lnTo>
                    <a:pt x="814415" y="1746597"/>
                  </a:lnTo>
                  <a:lnTo>
                    <a:pt x="801064" y="1770140"/>
                  </a:lnTo>
                  <a:lnTo>
                    <a:pt x="787712" y="1793661"/>
                  </a:lnTo>
                  <a:lnTo>
                    <a:pt x="774361" y="1817144"/>
                  </a:lnTo>
                  <a:lnTo>
                    <a:pt x="761010" y="1840573"/>
                  </a:lnTo>
                  <a:lnTo>
                    <a:pt x="747659" y="1863935"/>
                  </a:lnTo>
                  <a:lnTo>
                    <a:pt x="734308" y="1887214"/>
                  </a:lnTo>
                  <a:lnTo>
                    <a:pt x="720957" y="1910397"/>
                  </a:lnTo>
                  <a:lnTo>
                    <a:pt x="707606" y="1933470"/>
                  </a:lnTo>
                  <a:lnTo>
                    <a:pt x="694255" y="1956420"/>
                  </a:lnTo>
                  <a:lnTo>
                    <a:pt x="680904" y="1979236"/>
                  </a:lnTo>
                  <a:lnTo>
                    <a:pt x="667553" y="2001905"/>
                  </a:lnTo>
                  <a:lnTo>
                    <a:pt x="654202" y="2024416"/>
                  </a:lnTo>
                  <a:lnTo>
                    <a:pt x="640851" y="2046758"/>
                  </a:lnTo>
                  <a:lnTo>
                    <a:pt x="627500" y="2068922"/>
                  </a:lnTo>
                  <a:lnTo>
                    <a:pt x="614149" y="2090898"/>
                  </a:lnTo>
                  <a:lnTo>
                    <a:pt x="600798" y="2112677"/>
                  </a:lnTo>
                  <a:lnTo>
                    <a:pt x="587446" y="2134250"/>
                  </a:lnTo>
                  <a:lnTo>
                    <a:pt x="574095" y="2155610"/>
                  </a:lnTo>
                  <a:lnTo>
                    <a:pt x="560744" y="2176749"/>
                  </a:lnTo>
                  <a:lnTo>
                    <a:pt x="547393" y="2197661"/>
                  </a:lnTo>
                  <a:lnTo>
                    <a:pt x="534042" y="2218338"/>
                  </a:lnTo>
                  <a:lnTo>
                    <a:pt x="520691" y="2238776"/>
                  </a:lnTo>
                  <a:lnTo>
                    <a:pt x="507340" y="2258968"/>
                  </a:lnTo>
                  <a:lnTo>
                    <a:pt x="493989" y="2278911"/>
                  </a:lnTo>
                  <a:lnTo>
                    <a:pt x="480638" y="2298599"/>
                  </a:lnTo>
                  <a:lnTo>
                    <a:pt x="467287" y="2318028"/>
                  </a:lnTo>
                  <a:lnTo>
                    <a:pt x="453936" y="2337195"/>
                  </a:lnTo>
                  <a:lnTo>
                    <a:pt x="440585" y="2356096"/>
                  </a:lnTo>
                  <a:lnTo>
                    <a:pt x="427234" y="2374729"/>
                  </a:lnTo>
                  <a:lnTo>
                    <a:pt x="413883" y="2393091"/>
                  </a:lnTo>
                  <a:lnTo>
                    <a:pt x="400532" y="2411180"/>
                  </a:lnTo>
                  <a:lnTo>
                    <a:pt x="387180" y="2428999"/>
                  </a:lnTo>
                  <a:lnTo>
                    <a:pt x="373829" y="2446551"/>
                  </a:lnTo>
                  <a:lnTo>
                    <a:pt x="360478" y="2463838"/>
                  </a:lnTo>
                  <a:lnTo>
                    <a:pt x="347127" y="2480864"/>
                  </a:lnTo>
                  <a:lnTo>
                    <a:pt x="333776" y="2497631"/>
                  </a:lnTo>
                  <a:lnTo>
                    <a:pt x="320425" y="2514142"/>
                  </a:lnTo>
                  <a:lnTo>
                    <a:pt x="307074" y="2530402"/>
                  </a:lnTo>
                  <a:lnTo>
                    <a:pt x="293723" y="2546412"/>
                  </a:lnTo>
                  <a:lnTo>
                    <a:pt x="280372" y="2562177"/>
                  </a:lnTo>
                  <a:lnTo>
                    <a:pt x="267021" y="2577698"/>
                  </a:lnTo>
                  <a:lnTo>
                    <a:pt x="253670" y="2592981"/>
                  </a:lnTo>
                  <a:lnTo>
                    <a:pt x="240319" y="2608027"/>
                  </a:lnTo>
                  <a:lnTo>
                    <a:pt x="226968" y="2622840"/>
                  </a:lnTo>
                  <a:lnTo>
                    <a:pt x="213617" y="2637422"/>
                  </a:lnTo>
                  <a:lnTo>
                    <a:pt x="200266" y="2651779"/>
                  </a:lnTo>
                  <a:lnTo>
                    <a:pt x="186914" y="2665911"/>
                  </a:lnTo>
                  <a:lnTo>
                    <a:pt x="173563" y="2679823"/>
                  </a:lnTo>
                  <a:lnTo>
                    <a:pt x="160212" y="2693518"/>
                  </a:lnTo>
                  <a:lnTo>
                    <a:pt x="146861" y="2706998"/>
                  </a:lnTo>
                  <a:lnTo>
                    <a:pt x="133510" y="2720267"/>
                  </a:lnTo>
                  <a:lnTo>
                    <a:pt x="120159" y="2733328"/>
                  </a:lnTo>
                  <a:lnTo>
                    <a:pt x="106808" y="2746183"/>
                  </a:lnTo>
                  <a:lnTo>
                    <a:pt x="93457" y="2758837"/>
                  </a:lnTo>
                  <a:lnTo>
                    <a:pt x="80106" y="2771291"/>
                  </a:lnTo>
                  <a:lnTo>
                    <a:pt x="66755" y="2783549"/>
                  </a:lnTo>
                  <a:lnTo>
                    <a:pt x="53404" y="2795614"/>
                  </a:lnTo>
                  <a:lnTo>
                    <a:pt x="40053" y="2807488"/>
                  </a:lnTo>
                  <a:lnTo>
                    <a:pt x="26702" y="2819174"/>
                  </a:lnTo>
                  <a:lnTo>
                    <a:pt x="13351" y="2830676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41407" y="139178"/>
              <a:ext cx="3991969" cy="1438944"/>
            </a:xfrm>
            <a:custGeom>
              <a:avLst/>
              <a:pathLst>
                <a:path w="3991969" h="1438944">
                  <a:moveTo>
                    <a:pt x="0" y="1438944"/>
                  </a:moveTo>
                  <a:lnTo>
                    <a:pt x="13351" y="1433824"/>
                  </a:lnTo>
                  <a:lnTo>
                    <a:pt x="26702" y="1428683"/>
                  </a:lnTo>
                  <a:lnTo>
                    <a:pt x="40053" y="1423522"/>
                  </a:lnTo>
                  <a:lnTo>
                    <a:pt x="53404" y="1418339"/>
                  </a:lnTo>
                  <a:lnTo>
                    <a:pt x="66755" y="1413134"/>
                  </a:lnTo>
                  <a:lnTo>
                    <a:pt x="80106" y="1407907"/>
                  </a:lnTo>
                  <a:lnTo>
                    <a:pt x="93457" y="1402658"/>
                  </a:lnTo>
                  <a:lnTo>
                    <a:pt x="106808" y="1397385"/>
                  </a:lnTo>
                  <a:lnTo>
                    <a:pt x="120159" y="1392088"/>
                  </a:lnTo>
                  <a:lnTo>
                    <a:pt x="133510" y="1386767"/>
                  </a:lnTo>
                  <a:lnTo>
                    <a:pt x="146861" y="1381422"/>
                  </a:lnTo>
                  <a:lnTo>
                    <a:pt x="160212" y="1376050"/>
                  </a:lnTo>
                  <a:lnTo>
                    <a:pt x="173563" y="1370653"/>
                  </a:lnTo>
                  <a:lnTo>
                    <a:pt x="186914" y="1365228"/>
                  </a:lnTo>
                  <a:lnTo>
                    <a:pt x="200266" y="1359776"/>
                  </a:lnTo>
                  <a:lnTo>
                    <a:pt x="213617" y="1354296"/>
                  </a:lnTo>
                  <a:lnTo>
                    <a:pt x="226968" y="1348786"/>
                  </a:lnTo>
                  <a:lnTo>
                    <a:pt x="240319" y="1343246"/>
                  </a:lnTo>
                  <a:lnTo>
                    <a:pt x="253670" y="1337675"/>
                  </a:lnTo>
                  <a:lnTo>
                    <a:pt x="267021" y="1332072"/>
                  </a:lnTo>
                  <a:lnTo>
                    <a:pt x="280372" y="1326436"/>
                  </a:lnTo>
                  <a:lnTo>
                    <a:pt x="293723" y="1320765"/>
                  </a:lnTo>
                  <a:lnTo>
                    <a:pt x="307074" y="1315059"/>
                  </a:lnTo>
                  <a:lnTo>
                    <a:pt x="320425" y="1309316"/>
                  </a:lnTo>
                  <a:lnTo>
                    <a:pt x="333776" y="1303535"/>
                  </a:lnTo>
                  <a:lnTo>
                    <a:pt x="347127" y="1297714"/>
                  </a:lnTo>
                  <a:lnTo>
                    <a:pt x="360478" y="1291853"/>
                  </a:lnTo>
                  <a:lnTo>
                    <a:pt x="373829" y="1285948"/>
                  </a:lnTo>
                  <a:lnTo>
                    <a:pt x="387180" y="1279998"/>
                  </a:lnTo>
                  <a:lnTo>
                    <a:pt x="400532" y="1274002"/>
                  </a:lnTo>
                  <a:lnTo>
                    <a:pt x="413883" y="1267957"/>
                  </a:lnTo>
                  <a:lnTo>
                    <a:pt x="427234" y="1261861"/>
                  </a:lnTo>
                  <a:lnTo>
                    <a:pt x="440585" y="1255710"/>
                  </a:lnTo>
                  <a:lnTo>
                    <a:pt x="453936" y="1249503"/>
                  </a:lnTo>
                  <a:lnTo>
                    <a:pt x="467287" y="1243235"/>
                  </a:lnTo>
                  <a:lnTo>
                    <a:pt x="480638" y="1236903"/>
                  </a:lnTo>
                  <a:lnTo>
                    <a:pt x="493989" y="1230504"/>
                  </a:lnTo>
                  <a:lnTo>
                    <a:pt x="507340" y="1224035"/>
                  </a:lnTo>
                  <a:lnTo>
                    <a:pt x="520691" y="1217491"/>
                  </a:lnTo>
                  <a:lnTo>
                    <a:pt x="534042" y="1210870"/>
                  </a:lnTo>
                  <a:lnTo>
                    <a:pt x="547393" y="1204168"/>
                  </a:lnTo>
                  <a:lnTo>
                    <a:pt x="560744" y="1197380"/>
                  </a:lnTo>
                  <a:lnTo>
                    <a:pt x="574095" y="1190504"/>
                  </a:lnTo>
                  <a:lnTo>
                    <a:pt x="587446" y="1183535"/>
                  </a:lnTo>
                  <a:lnTo>
                    <a:pt x="600798" y="1176469"/>
                  </a:lnTo>
                  <a:lnTo>
                    <a:pt x="614149" y="1169303"/>
                  </a:lnTo>
                  <a:lnTo>
                    <a:pt x="627500" y="1162031"/>
                  </a:lnTo>
                  <a:lnTo>
                    <a:pt x="640851" y="1154650"/>
                  </a:lnTo>
                  <a:lnTo>
                    <a:pt x="654202" y="1147155"/>
                  </a:lnTo>
                  <a:lnTo>
                    <a:pt x="667553" y="1139542"/>
                  </a:lnTo>
                  <a:lnTo>
                    <a:pt x="680904" y="1131807"/>
                  </a:lnTo>
                  <a:lnTo>
                    <a:pt x="694255" y="1123946"/>
                  </a:lnTo>
                  <a:lnTo>
                    <a:pt x="707606" y="1115952"/>
                  </a:lnTo>
                  <a:lnTo>
                    <a:pt x="720957" y="1107823"/>
                  </a:lnTo>
                  <a:lnTo>
                    <a:pt x="734308" y="1099554"/>
                  </a:lnTo>
                  <a:lnTo>
                    <a:pt x="747659" y="1091140"/>
                  </a:lnTo>
                  <a:lnTo>
                    <a:pt x="761010" y="1082576"/>
                  </a:lnTo>
                  <a:lnTo>
                    <a:pt x="774361" y="1073859"/>
                  </a:lnTo>
                  <a:lnTo>
                    <a:pt x="787712" y="1064984"/>
                  </a:lnTo>
                  <a:lnTo>
                    <a:pt x="801064" y="1055947"/>
                  </a:lnTo>
                  <a:lnTo>
                    <a:pt x="814415" y="1046744"/>
                  </a:lnTo>
                  <a:lnTo>
                    <a:pt x="827766" y="1037372"/>
                  </a:lnTo>
                  <a:lnTo>
                    <a:pt x="841117" y="1027826"/>
                  </a:lnTo>
                  <a:lnTo>
                    <a:pt x="854468" y="1018105"/>
                  </a:lnTo>
                  <a:lnTo>
                    <a:pt x="867819" y="1008206"/>
                  </a:lnTo>
                  <a:lnTo>
                    <a:pt x="881170" y="998127"/>
                  </a:lnTo>
                  <a:lnTo>
                    <a:pt x="894521" y="987867"/>
                  </a:lnTo>
                  <a:lnTo>
                    <a:pt x="907872" y="977425"/>
                  </a:lnTo>
                  <a:lnTo>
                    <a:pt x="921223" y="966802"/>
                  </a:lnTo>
                  <a:lnTo>
                    <a:pt x="934574" y="955999"/>
                  </a:lnTo>
                  <a:lnTo>
                    <a:pt x="947925" y="945020"/>
                  </a:lnTo>
                  <a:lnTo>
                    <a:pt x="961276" y="933866"/>
                  </a:lnTo>
                  <a:lnTo>
                    <a:pt x="974627" y="922545"/>
                  </a:lnTo>
                  <a:lnTo>
                    <a:pt x="987978" y="911063"/>
                  </a:lnTo>
                  <a:lnTo>
                    <a:pt x="1001330" y="899428"/>
                  </a:lnTo>
                  <a:lnTo>
                    <a:pt x="1014681" y="887650"/>
                  </a:lnTo>
                  <a:lnTo>
                    <a:pt x="1028032" y="875741"/>
                  </a:lnTo>
                  <a:lnTo>
                    <a:pt x="1041383" y="863716"/>
                  </a:lnTo>
                  <a:lnTo>
                    <a:pt x="1054734" y="851591"/>
                  </a:lnTo>
                  <a:lnTo>
                    <a:pt x="1068085" y="839384"/>
                  </a:lnTo>
                  <a:lnTo>
                    <a:pt x="1081436" y="827115"/>
                  </a:lnTo>
                  <a:lnTo>
                    <a:pt x="1094787" y="814807"/>
                  </a:lnTo>
                  <a:lnTo>
                    <a:pt x="1108138" y="802485"/>
                  </a:lnTo>
                  <a:lnTo>
                    <a:pt x="1121489" y="790175"/>
                  </a:lnTo>
                  <a:lnTo>
                    <a:pt x="1134840" y="777906"/>
                  </a:lnTo>
                  <a:lnTo>
                    <a:pt x="1148191" y="765709"/>
                  </a:lnTo>
                  <a:lnTo>
                    <a:pt x="1161542" y="753615"/>
                  </a:lnTo>
                  <a:lnTo>
                    <a:pt x="1174893" y="741660"/>
                  </a:lnTo>
                  <a:lnTo>
                    <a:pt x="1188244" y="729877"/>
                  </a:lnTo>
                  <a:lnTo>
                    <a:pt x="1201596" y="718305"/>
                  </a:lnTo>
                  <a:lnTo>
                    <a:pt x="1214947" y="706979"/>
                  </a:lnTo>
                  <a:lnTo>
                    <a:pt x="1228298" y="695938"/>
                  </a:lnTo>
                  <a:lnTo>
                    <a:pt x="1241649" y="685221"/>
                  </a:lnTo>
                  <a:lnTo>
                    <a:pt x="1255000" y="674867"/>
                  </a:lnTo>
                  <a:lnTo>
                    <a:pt x="1268351" y="664915"/>
                  </a:lnTo>
                  <a:lnTo>
                    <a:pt x="1281702" y="655405"/>
                  </a:lnTo>
                  <a:lnTo>
                    <a:pt x="1295053" y="646369"/>
                  </a:lnTo>
                  <a:lnTo>
                    <a:pt x="1308404" y="637823"/>
                  </a:lnTo>
                  <a:lnTo>
                    <a:pt x="1321755" y="629777"/>
                  </a:lnTo>
                  <a:lnTo>
                    <a:pt x="1335106" y="622241"/>
                  </a:lnTo>
                  <a:lnTo>
                    <a:pt x="1348457" y="615221"/>
                  </a:lnTo>
                  <a:lnTo>
                    <a:pt x="1361808" y="608721"/>
                  </a:lnTo>
                  <a:lnTo>
                    <a:pt x="1375159" y="602744"/>
                  </a:lnTo>
                  <a:lnTo>
                    <a:pt x="1388510" y="597290"/>
                  </a:lnTo>
                  <a:lnTo>
                    <a:pt x="1401862" y="592358"/>
                  </a:lnTo>
                  <a:lnTo>
                    <a:pt x="1415213" y="587945"/>
                  </a:lnTo>
                  <a:lnTo>
                    <a:pt x="1428564" y="584046"/>
                  </a:lnTo>
                  <a:lnTo>
                    <a:pt x="1441915" y="580656"/>
                  </a:lnTo>
                  <a:lnTo>
                    <a:pt x="1455266" y="577768"/>
                  </a:lnTo>
                  <a:lnTo>
                    <a:pt x="1468617" y="575374"/>
                  </a:lnTo>
                  <a:lnTo>
                    <a:pt x="1481968" y="573463"/>
                  </a:lnTo>
                  <a:lnTo>
                    <a:pt x="1495319" y="572026"/>
                  </a:lnTo>
                  <a:lnTo>
                    <a:pt x="1508670" y="571051"/>
                  </a:lnTo>
                  <a:lnTo>
                    <a:pt x="1522021" y="570526"/>
                  </a:lnTo>
                  <a:lnTo>
                    <a:pt x="1535372" y="570438"/>
                  </a:lnTo>
                  <a:lnTo>
                    <a:pt x="1548723" y="570773"/>
                  </a:lnTo>
                  <a:lnTo>
                    <a:pt x="1562074" y="571517"/>
                  </a:lnTo>
                  <a:lnTo>
                    <a:pt x="1575425" y="572654"/>
                  </a:lnTo>
                  <a:lnTo>
                    <a:pt x="1588776" y="574170"/>
                  </a:lnTo>
                  <a:lnTo>
                    <a:pt x="1602128" y="567734"/>
                  </a:lnTo>
                  <a:lnTo>
                    <a:pt x="1615479" y="550022"/>
                  </a:lnTo>
                  <a:lnTo>
                    <a:pt x="1628830" y="532415"/>
                  </a:lnTo>
                  <a:lnTo>
                    <a:pt x="1642181" y="514925"/>
                  </a:lnTo>
                  <a:lnTo>
                    <a:pt x="1655532" y="497562"/>
                  </a:lnTo>
                  <a:lnTo>
                    <a:pt x="1668883" y="480341"/>
                  </a:lnTo>
                  <a:lnTo>
                    <a:pt x="1682234" y="463274"/>
                  </a:lnTo>
                  <a:lnTo>
                    <a:pt x="1695585" y="446373"/>
                  </a:lnTo>
                  <a:lnTo>
                    <a:pt x="1708936" y="429653"/>
                  </a:lnTo>
                  <a:lnTo>
                    <a:pt x="1722287" y="413127"/>
                  </a:lnTo>
                  <a:lnTo>
                    <a:pt x="1735638" y="396810"/>
                  </a:lnTo>
                  <a:lnTo>
                    <a:pt x="1748989" y="380715"/>
                  </a:lnTo>
                  <a:lnTo>
                    <a:pt x="1762340" y="364859"/>
                  </a:lnTo>
                  <a:lnTo>
                    <a:pt x="1775691" y="349255"/>
                  </a:lnTo>
                  <a:lnTo>
                    <a:pt x="1789042" y="333918"/>
                  </a:lnTo>
                  <a:lnTo>
                    <a:pt x="1802394" y="318865"/>
                  </a:lnTo>
                  <a:lnTo>
                    <a:pt x="1815745" y="304111"/>
                  </a:lnTo>
                  <a:lnTo>
                    <a:pt x="1829096" y="289671"/>
                  </a:lnTo>
                  <a:lnTo>
                    <a:pt x="1842447" y="275561"/>
                  </a:lnTo>
                  <a:lnTo>
                    <a:pt x="1855798" y="261797"/>
                  </a:lnTo>
                  <a:lnTo>
                    <a:pt x="1869149" y="248395"/>
                  </a:lnTo>
                  <a:lnTo>
                    <a:pt x="1882500" y="235370"/>
                  </a:lnTo>
                  <a:lnTo>
                    <a:pt x="1895851" y="222738"/>
                  </a:lnTo>
                  <a:lnTo>
                    <a:pt x="1909202" y="210516"/>
                  </a:lnTo>
                  <a:lnTo>
                    <a:pt x="1922553" y="198719"/>
                  </a:lnTo>
                  <a:lnTo>
                    <a:pt x="1935904" y="187357"/>
                  </a:lnTo>
                  <a:lnTo>
                    <a:pt x="1949255" y="176431"/>
                  </a:lnTo>
                  <a:lnTo>
                    <a:pt x="1962606" y="165936"/>
                  </a:lnTo>
                  <a:lnTo>
                    <a:pt x="1975957" y="155871"/>
                  </a:lnTo>
                  <a:lnTo>
                    <a:pt x="1989309" y="146232"/>
                  </a:lnTo>
                  <a:lnTo>
                    <a:pt x="2002660" y="137014"/>
                  </a:lnTo>
                  <a:lnTo>
                    <a:pt x="2016011" y="128213"/>
                  </a:lnTo>
                  <a:lnTo>
                    <a:pt x="2029362" y="119825"/>
                  </a:lnTo>
                  <a:lnTo>
                    <a:pt x="2042713" y="111845"/>
                  </a:lnTo>
                  <a:lnTo>
                    <a:pt x="2056064" y="104268"/>
                  </a:lnTo>
                  <a:lnTo>
                    <a:pt x="2069415" y="97088"/>
                  </a:lnTo>
                  <a:lnTo>
                    <a:pt x="2082766" y="90300"/>
                  </a:lnTo>
                  <a:lnTo>
                    <a:pt x="2096117" y="83898"/>
                  </a:lnTo>
                  <a:lnTo>
                    <a:pt x="2109468" y="77876"/>
                  </a:lnTo>
                  <a:lnTo>
                    <a:pt x="2122819" y="72227"/>
                  </a:lnTo>
                  <a:lnTo>
                    <a:pt x="2136170" y="66945"/>
                  </a:lnTo>
                  <a:lnTo>
                    <a:pt x="2149521" y="62023"/>
                  </a:lnTo>
                  <a:lnTo>
                    <a:pt x="2162872" y="57452"/>
                  </a:lnTo>
                  <a:lnTo>
                    <a:pt x="2176223" y="53228"/>
                  </a:lnTo>
                  <a:lnTo>
                    <a:pt x="2189575" y="49340"/>
                  </a:lnTo>
                  <a:lnTo>
                    <a:pt x="2202926" y="45783"/>
                  </a:lnTo>
                  <a:lnTo>
                    <a:pt x="2216277" y="42548"/>
                  </a:lnTo>
                  <a:lnTo>
                    <a:pt x="2229628" y="39626"/>
                  </a:lnTo>
                  <a:lnTo>
                    <a:pt x="2242979" y="37010"/>
                  </a:lnTo>
                  <a:lnTo>
                    <a:pt x="2256330" y="34690"/>
                  </a:lnTo>
                  <a:lnTo>
                    <a:pt x="2269681" y="32659"/>
                  </a:lnTo>
                  <a:lnTo>
                    <a:pt x="2283032" y="30907"/>
                  </a:lnTo>
                  <a:lnTo>
                    <a:pt x="2296383" y="29426"/>
                  </a:lnTo>
                  <a:lnTo>
                    <a:pt x="2309734" y="28207"/>
                  </a:lnTo>
                  <a:lnTo>
                    <a:pt x="2323085" y="27239"/>
                  </a:lnTo>
                  <a:lnTo>
                    <a:pt x="2336436" y="26515"/>
                  </a:lnTo>
                  <a:lnTo>
                    <a:pt x="2349787" y="26025"/>
                  </a:lnTo>
                  <a:lnTo>
                    <a:pt x="2363138" y="25759"/>
                  </a:lnTo>
                  <a:lnTo>
                    <a:pt x="2376489" y="25707"/>
                  </a:lnTo>
                  <a:lnTo>
                    <a:pt x="2389841" y="25861"/>
                  </a:lnTo>
                  <a:lnTo>
                    <a:pt x="2403192" y="26210"/>
                  </a:lnTo>
                  <a:lnTo>
                    <a:pt x="2416543" y="26746"/>
                  </a:lnTo>
                  <a:lnTo>
                    <a:pt x="2429894" y="27457"/>
                  </a:lnTo>
                  <a:lnTo>
                    <a:pt x="2443245" y="28335"/>
                  </a:lnTo>
                  <a:lnTo>
                    <a:pt x="2456596" y="29370"/>
                  </a:lnTo>
                  <a:lnTo>
                    <a:pt x="2469947" y="30553"/>
                  </a:lnTo>
                  <a:lnTo>
                    <a:pt x="2483298" y="31873"/>
                  </a:lnTo>
                  <a:lnTo>
                    <a:pt x="2496649" y="33321"/>
                  </a:lnTo>
                  <a:lnTo>
                    <a:pt x="2510000" y="34887"/>
                  </a:lnTo>
                  <a:lnTo>
                    <a:pt x="2523351" y="36563"/>
                  </a:lnTo>
                  <a:lnTo>
                    <a:pt x="2536702" y="38339"/>
                  </a:lnTo>
                  <a:lnTo>
                    <a:pt x="2550053" y="40205"/>
                  </a:lnTo>
                  <a:lnTo>
                    <a:pt x="2563404" y="42153"/>
                  </a:lnTo>
                  <a:lnTo>
                    <a:pt x="2576755" y="44174"/>
                  </a:lnTo>
                  <a:lnTo>
                    <a:pt x="2590107" y="46258"/>
                  </a:lnTo>
                  <a:lnTo>
                    <a:pt x="2603458" y="48397"/>
                  </a:lnTo>
                  <a:lnTo>
                    <a:pt x="2616809" y="50583"/>
                  </a:lnTo>
                  <a:lnTo>
                    <a:pt x="2630160" y="52807"/>
                  </a:lnTo>
                  <a:lnTo>
                    <a:pt x="2643511" y="55061"/>
                  </a:lnTo>
                  <a:lnTo>
                    <a:pt x="2656862" y="57338"/>
                  </a:lnTo>
                  <a:lnTo>
                    <a:pt x="2670213" y="59629"/>
                  </a:lnTo>
                  <a:lnTo>
                    <a:pt x="2683564" y="61927"/>
                  </a:lnTo>
                  <a:lnTo>
                    <a:pt x="2696915" y="64225"/>
                  </a:lnTo>
                  <a:lnTo>
                    <a:pt x="2710266" y="66517"/>
                  </a:lnTo>
                  <a:lnTo>
                    <a:pt x="2723617" y="68795"/>
                  </a:lnTo>
                  <a:lnTo>
                    <a:pt x="2736968" y="71052"/>
                  </a:lnTo>
                  <a:lnTo>
                    <a:pt x="2750319" y="73284"/>
                  </a:lnTo>
                  <a:lnTo>
                    <a:pt x="2763670" y="75483"/>
                  </a:lnTo>
                  <a:lnTo>
                    <a:pt x="2777021" y="77645"/>
                  </a:lnTo>
                  <a:lnTo>
                    <a:pt x="2790373" y="79764"/>
                  </a:lnTo>
                  <a:lnTo>
                    <a:pt x="2803724" y="81835"/>
                  </a:lnTo>
                  <a:lnTo>
                    <a:pt x="2817075" y="83853"/>
                  </a:lnTo>
                  <a:lnTo>
                    <a:pt x="2830426" y="85815"/>
                  </a:lnTo>
                  <a:lnTo>
                    <a:pt x="2843777" y="87715"/>
                  </a:lnTo>
                  <a:lnTo>
                    <a:pt x="2857128" y="89550"/>
                  </a:lnTo>
                  <a:lnTo>
                    <a:pt x="2870479" y="91316"/>
                  </a:lnTo>
                  <a:lnTo>
                    <a:pt x="2883830" y="93011"/>
                  </a:lnTo>
                  <a:lnTo>
                    <a:pt x="2897181" y="94631"/>
                  </a:lnTo>
                  <a:lnTo>
                    <a:pt x="2910532" y="96173"/>
                  </a:lnTo>
                  <a:lnTo>
                    <a:pt x="2923883" y="97635"/>
                  </a:lnTo>
                  <a:lnTo>
                    <a:pt x="2937234" y="99015"/>
                  </a:lnTo>
                  <a:lnTo>
                    <a:pt x="2950585" y="100310"/>
                  </a:lnTo>
                  <a:lnTo>
                    <a:pt x="2963936" y="101520"/>
                  </a:lnTo>
                  <a:lnTo>
                    <a:pt x="2977287" y="102642"/>
                  </a:lnTo>
                  <a:lnTo>
                    <a:pt x="2990639" y="103675"/>
                  </a:lnTo>
                  <a:lnTo>
                    <a:pt x="3003990" y="104619"/>
                  </a:lnTo>
                  <a:lnTo>
                    <a:pt x="3017341" y="105471"/>
                  </a:lnTo>
                  <a:lnTo>
                    <a:pt x="3030692" y="106233"/>
                  </a:lnTo>
                  <a:lnTo>
                    <a:pt x="3044043" y="106902"/>
                  </a:lnTo>
                  <a:lnTo>
                    <a:pt x="3057394" y="107480"/>
                  </a:lnTo>
                  <a:lnTo>
                    <a:pt x="3070745" y="107965"/>
                  </a:lnTo>
                  <a:lnTo>
                    <a:pt x="3084096" y="108358"/>
                  </a:lnTo>
                  <a:lnTo>
                    <a:pt x="3097447" y="108659"/>
                  </a:lnTo>
                  <a:lnTo>
                    <a:pt x="3110798" y="108868"/>
                  </a:lnTo>
                  <a:lnTo>
                    <a:pt x="3124149" y="108985"/>
                  </a:lnTo>
                  <a:lnTo>
                    <a:pt x="3137500" y="109012"/>
                  </a:lnTo>
                  <a:lnTo>
                    <a:pt x="3150851" y="108951"/>
                  </a:lnTo>
                  <a:lnTo>
                    <a:pt x="3164202" y="108805"/>
                  </a:lnTo>
                  <a:lnTo>
                    <a:pt x="3177553" y="108575"/>
                  </a:lnTo>
                  <a:lnTo>
                    <a:pt x="3190905" y="108265"/>
                  </a:lnTo>
                  <a:lnTo>
                    <a:pt x="3204256" y="107876"/>
                  </a:lnTo>
                  <a:lnTo>
                    <a:pt x="3217607" y="107412"/>
                  </a:lnTo>
                  <a:lnTo>
                    <a:pt x="3230958" y="106873"/>
                  </a:lnTo>
                  <a:lnTo>
                    <a:pt x="3244309" y="106262"/>
                  </a:lnTo>
                  <a:lnTo>
                    <a:pt x="3257660" y="105582"/>
                  </a:lnTo>
                  <a:lnTo>
                    <a:pt x="3271011" y="104833"/>
                  </a:lnTo>
                  <a:lnTo>
                    <a:pt x="3284362" y="104019"/>
                  </a:lnTo>
                  <a:lnTo>
                    <a:pt x="3297713" y="103141"/>
                  </a:lnTo>
                  <a:lnTo>
                    <a:pt x="3311064" y="102200"/>
                  </a:lnTo>
                  <a:lnTo>
                    <a:pt x="3324415" y="101199"/>
                  </a:lnTo>
                  <a:lnTo>
                    <a:pt x="3337766" y="100139"/>
                  </a:lnTo>
                  <a:lnTo>
                    <a:pt x="3351117" y="99022"/>
                  </a:lnTo>
                  <a:lnTo>
                    <a:pt x="3364468" y="97849"/>
                  </a:lnTo>
                  <a:lnTo>
                    <a:pt x="3377819" y="96622"/>
                  </a:lnTo>
                  <a:lnTo>
                    <a:pt x="3391171" y="95342"/>
                  </a:lnTo>
                  <a:lnTo>
                    <a:pt x="3404522" y="94011"/>
                  </a:lnTo>
                  <a:lnTo>
                    <a:pt x="3417873" y="92631"/>
                  </a:lnTo>
                  <a:lnTo>
                    <a:pt x="3431224" y="91202"/>
                  </a:lnTo>
                  <a:lnTo>
                    <a:pt x="3444575" y="89725"/>
                  </a:lnTo>
                  <a:lnTo>
                    <a:pt x="3457926" y="88203"/>
                  </a:lnTo>
                  <a:lnTo>
                    <a:pt x="3471277" y="86636"/>
                  </a:lnTo>
                  <a:lnTo>
                    <a:pt x="3484628" y="85025"/>
                  </a:lnTo>
                  <a:lnTo>
                    <a:pt x="3497979" y="83372"/>
                  </a:lnTo>
                  <a:lnTo>
                    <a:pt x="3511330" y="81678"/>
                  </a:lnTo>
                  <a:lnTo>
                    <a:pt x="3524681" y="79943"/>
                  </a:lnTo>
                  <a:lnTo>
                    <a:pt x="3538032" y="78169"/>
                  </a:lnTo>
                  <a:lnTo>
                    <a:pt x="3551383" y="76357"/>
                  </a:lnTo>
                  <a:lnTo>
                    <a:pt x="3564734" y="74507"/>
                  </a:lnTo>
                  <a:lnTo>
                    <a:pt x="3578085" y="72621"/>
                  </a:lnTo>
                  <a:lnTo>
                    <a:pt x="3591437" y="70700"/>
                  </a:lnTo>
                  <a:lnTo>
                    <a:pt x="3604788" y="68744"/>
                  </a:lnTo>
                  <a:lnTo>
                    <a:pt x="3618139" y="66754"/>
                  </a:lnTo>
                  <a:lnTo>
                    <a:pt x="3631490" y="64731"/>
                  </a:lnTo>
                  <a:lnTo>
                    <a:pt x="3644841" y="62676"/>
                  </a:lnTo>
                  <a:lnTo>
                    <a:pt x="3658192" y="60590"/>
                  </a:lnTo>
                  <a:lnTo>
                    <a:pt x="3671543" y="58472"/>
                  </a:lnTo>
                  <a:lnTo>
                    <a:pt x="3684894" y="56325"/>
                  </a:lnTo>
                  <a:lnTo>
                    <a:pt x="3698245" y="54149"/>
                  </a:lnTo>
                  <a:lnTo>
                    <a:pt x="3711596" y="51943"/>
                  </a:lnTo>
                  <a:lnTo>
                    <a:pt x="3724947" y="49710"/>
                  </a:lnTo>
                  <a:lnTo>
                    <a:pt x="3738298" y="47450"/>
                  </a:lnTo>
                  <a:lnTo>
                    <a:pt x="3751649" y="45162"/>
                  </a:lnTo>
                  <a:lnTo>
                    <a:pt x="3765000" y="42849"/>
                  </a:lnTo>
                  <a:lnTo>
                    <a:pt x="3778352" y="40510"/>
                  </a:lnTo>
                  <a:lnTo>
                    <a:pt x="3791703" y="38146"/>
                  </a:lnTo>
                  <a:lnTo>
                    <a:pt x="3805054" y="35757"/>
                  </a:lnTo>
                  <a:lnTo>
                    <a:pt x="3818405" y="33344"/>
                  </a:lnTo>
                  <a:lnTo>
                    <a:pt x="3831756" y="30908"/>
                  </a:lnTo>
                  <a:lnTo>
                    <a:pt x="3845107" y="28448"/>
                  </a:lnTo>
                  <a:lnTo>
                    <a:pt x="3858458" y="25966"/>
                  </a:lnTo>
                  <a:lnTo>
                    <a:pt x="3871809" y="23462"/>
                  </a:lnTo>
                  <a:lnTo>
                    <a:pt x="3885160" y="20937"/>
                  </a:lnTo>
                  <a:lnTo>
                    <a:pt x="3898511" y="18390"/>
                  </a:lnTo>
                  <a:lnTo>
                    <a:pt x="3911862" y="15822"/>
                  </a:lnTo>
                  <a:lnTo>
                    <a:pt x="3925213" y="13234"/>
                  </a:lnTo>
                  <a:lnTo>
                    <a:pt x="3938564" y="10625"/>
                  </a:lnTo>
                  <a:lnTo>
                    <a:pt x="3951915" y="7998"/>
                  </a:lnTo>
                  <a:lnTo>
                    <a:pt x="3965266" y="5350"/>
                  </a:lnTo>
                  <a:lnTo>
                    <a:pt x="3978618" y="2684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41407" y="715226"/>
              <a:ext cx="3991969" cy="2265947"/>
            </a:xfrm>
            <a:custGeom>
              <a:avLst/>
              <a:pathLst>
                <a:path w="3991969" h="2265947">
                  <a:moveTo>
                    <a:pt x="3991969" y="1198415"/>
                  </a:moveTo>
                  <a:lnTo>
                    <a:pt x="3978618" y="1190400"/>
                  </a:lnTo>
                  <a:lnTo>
                    <a:pt x="3965266" y="1182356"/>
                  </a:lnTo>
                  <a:lnTo>
                    <a:pt x="3951915" y="1174285"/>
                  </a:lnTo>
                  <a:lnTo>
                    <a:pt x="3938564" y="1166185"/>
                  </a:lnTo>
                  <a:lnTo>
                    <a:pt x="3925213" y="1158058"/>
                  </a:lnTo>
                  <a:lnTo>
                    <a:pt x="3911862" y="1149903"/>
                  </a:lnTo>
                  <a:lnTo>
                    <a:pt x="3898511" y="1141721"/>
                  </a:lnTo>
                  <a:lnTo>
                    <a:pt x="3885160" y="1133512"/>
                  </a:lnTo>
                  <a:lnTo>
                    <a:pt x="3871809" y="1125276"/>
                  </a:lnTo>
                  <a:lnTo>
                    <a:pt x="3858458" y="1117013"/>
                  </a:lnTo>
                  <a:lnTo>
                    <a:pt x="3845107" y="1108724"/>
                  </a:lnTo>
                  <a:lnTo>
                    <a:pt x="3831756" y="1100408"/>
                  </a:lnTo>
                  <a:lnTo>
                    <a:pt x="3818405" y="1092067"/>
                  </a:lnTo>
                  <a:lnTo>
                    <a:pt x="3805054" y="1083699"/>
                  </a:lnTo>
                  <a:lnTo>
                    <a:pt x="3791703" y="1075306"/>
                  </a:lnTo>
                  <a:lnTo>
                    <a:pt x="3778352" y="1066888"/>
                  </a:lnTo>
                  <a:lnTo>
                    <a:pt x="3765000" y="1058446"/>
                  </a:lnTo>
                  <a:lnTo>
                    <a:pt x="3751649" y="1049978"/>
                  </a:lnTo>
                  <a:lnTo>
                    <a:pt x="3738298" y="1041487"/>
                  </a:lnTo>
                  <a:lnTo>
                    <a:pt x="3724947" y="1032972"/>
                  </a:lnTo>
                  <a:lnTo>
                    <a:pt x="3711596" y="1024433"/>
                  </a:lnTo>
                  <a:lnTo>
                    <a:pt x="3698245" y="1015871"/>
                  </a:lnTo>
                  <a:lnTo>
                    <a:pt x="3684894" y="1007287"/>
                  </a:lnTo>
                  <a:lnTo>
                    <a:pt x="3671543" y="998681"/>
                  </a:lnTo>
                  <a:lnTo>
                    <a:pt x="3658192" y="990052"/>
                  </a:lnTo>
                  <a:lnTo>
                    <a:pt x="3644841" y="981403"/>
                  </a:lnTo>
                  <a:lnTo>
                    <a:pt x="3631490" y="972733"/>
                  </a:lnTo>
                  <a:lnTo>
                    <a:pt x="3618139" y="964043"/>
                  </a:lnTo>
                  <a:lnTo>
                    <a:pt x="3604788" y="955333"/>
                  </a:lnTo>
                  <a:lnTo>
                    <a:pt x="3591437" y="946604"/>
                  </a:lnTo>
                  <a:lnTo>
                    <a:pt x="3578085" y="937857"/>
                  </a:lnTo>
                  <a:lnTo>
                    <a:pt x="3564734" y="929092"/>
                  </a:lnTo>
                  <a:lnTo>
                    <a:pt x="3551383" y="920309"/>
                  </a:lnTo>
                  <a:lnTo>
                    <a:pt x="3538032" y="911511"/>
                  </a:lnTo>
                  <a:lnTo>
                    <a:pt x="3524681" y="902696"/>
                  </a:lnTo>
                  <a:lnTo>
                    <a:pt x="3511330" y="893866"/>
                  </a:lnTo>
                  <a:lnTo>
                    <a:pt x="3497979" y="885023"/>
                  </a:lnTo>
                  <a:lnTo>
                    <a:pt x="3484628" y="876166"/>
                  </a:lnTo>
                  <a:lnTo>
                    <a:pt x="3471277" y="867296"/>
                  </a:lnTo>
                  <a:lnTo>
                    <a:pt x="3457926" y="858414"/>
                  </a:lnTo>
                  <a:lnTo>
                    <a:pt x="3444575" y="849522"/>
                  </a:lnTo>
                  <a:lnTo>
                    <a:pt x="3431224" y="840620"/>
                  </a:lnTo>
                  <a:lnTo>
                    <a:pt x="3417873" y="831710"/>
                  </a:lnTo>
                  <a:lnTo>
                    <a:pt x="3404522" y="822791"/>
                  </a:lnTo>
                  <a:lnTo>
                    <a:pt x="3391171" y="813866"/>
                  </a:lnTo>
                  <a:lnTo>
                    <a:pt x="3377819" y="804935"/>
                  </a:lnTo>
                  <a:lnTo>
                    <a:pt x="3364468" y="796001"/>
                  </a:lnTo>
                  <a:lnTo>
                    <a:pt x="3351117" y="787062"/>
                  </a:lnTo>
                  <a:lnTo>
                    <a:pt x="3337766" y="778122"/>
                  </a:lnTo>
                  <a:lnTo>
                    <a:pt x="3324415" y="769182"/>
                  </a:lnTo>
                  <a:lnTo>
                    <a:pt x="3311064" y="760242"/>
                  </a:lnTo>
                  <a:lnTo>
                    <a:pt x="3297713" y="751305"/>
                  </a:lnTo>
                  <a:lnTo>
                    <a:pt x="3284362" y="742371"/>
                  </a:lnTo>
                  <a:lnTo>
                    <a:pt x="3271011" y="733443"/>
                  </a:lnTo>
                  <a:lnTo>
                    <a:pt x="3257660" y="724522"/>
                  </a:lnTo>
                  <a:lnTo>
                    <a:pt x="3244309" y="715609"/>
                  </a:lnTo>
                  <a:lnTo>
                    <a:pt x="3230958" y="706706"/>
                  </a:lnTo>
                  <a:lnTo>
                    <a:pt x="3217607" y="697815"/>
                  </a:lnTo>
                  <a:lnTo>
                    <a:pt x="3204256" y="688939"/>
                  </a:lnTo>
                  <a:lnTo>
                    <a:pt x="3190905" y="680078"/>
                  </a:lnTo>
                  <a:lnTo>
                    <a:pt x="3177553" y="671234"/>
                  </a:lnTo>
                  <a:lnTo>
                    <a:pt x="3164202" y="662411"/>
                  </a:lnTo>
                  <a:lnTo>
                    <a:pt x="3150851" y="653609"/>
                  </a:lnTo>
                  <a:lnTo>
                    <a:pt x="3137500" y="644832"/>
                  </a:lnTo>
                  <a:lnTo>
                    <a:pt x="3124149" y="636080"/>
                  </a:lnTo>
                  <a:lnTo>
                    <a:pt x="3110798" y="627358"/>
                  </a:lnTo>
                  <a:lnTo>
                    <a:pt x="3097447" y="618668"/>
                  </a:lnTo>
                  <a:lnTo>
                    <a:pt x="3084096" y="610014"/>
                  </a:lnTo>
                  <a:lnTo>
                    <a:pt x="3070745" y="601401"/>
                  </a:lnTo>
                  <a:lnTo>
                    <a:pt x="3057394" y="592832"/>
                  </a:lnTo>
                  <a:lnTo>
                    <a:pt x="3044043" y="584311"/>
                  </a:lnTo>
                  <a:lnTo>
                    <a:pt x="3030692" y="575842"/>
                  </a:lnTo>
                  <a:lnTo>
                    <a:pt x="3017341" y="567429"/>
                  </a:lnTo>
                  <a:lnTo>
                    <a:pt x="3003990" y="559076"/>
                  </a:lnTo>
                  <a:lnTo>
                    <a:pt x="2990639" y="550785"/>
                  </a:lnTo>
                  <a:lnTo>
                    <a:pt x="2977287" y="542561"/>
                  </a:lnTo>
                  <a:lnTo>
                    <a:pt x="2963936" y="534406"/>
                  </a:lnTo>
                  <a:lnTo>
                    <a:pt x="2950585" y="526325"/>
                  </a:lnTo>
                  <a:lnTo>
                    <a:pt x="2937234" y="518319"/>
                  </a:lnTo>
                  <a:lnTo>
                    <a:pt x="2923883" y="510392"/>
                  </a:lnTo>
                  <a:lnTo>
                    <a:pt x="2910532" y="502547"/>
                  </a:lnTo>
                  <a:lnTo>
                    <a:pt x="2897181" y="494786"/>
                  </a:lnTo>
                  <a:lnTo>
                    <a:pt x="2883830" y="487112"/>
                  </a:lnTo>
                  <a:lnTo>
                    <a:pt x="2870479" y="479526"/>
                  </a:lnTo>
                  <a:lnTo>
                    <a:pt x="2857128" y="472031"/>
                  </a:lnTo>
                  <a:lnTo>
                    <a:pt x="2843777" y="464629"/>
                  </a:lnTo>
                  <a:lnTo>
                    <a:pt x="2830426" y="457322"/>
                  </a:lnTo>
                  <a:lnTo>
                    <a:pt x="2817075" y="450110"/>
                  </a:lnTo>
                  <a:lnTo>
                    <a:pt x="2803724" y="442996"/>
                  </a:lnTo>
                  <a:lnTo>
                    <a:pt x="2790373" y="435979"/>
                  </a:lnTo>
                  <a:lnTo>
                    <a:pt x="2777021" y="429062"/>
                  </a:lnTo>
                  <a:lnTo>
                    <a:pt x="2763670" y="422244"/>
                  </a:lnTo>
                  <a:lnTo>
                    <a:pt x="2750319" y="415526"/>
                  </a:lnTo>
                  <a:lnTo>
                    <a:pt x="2736968" y="408908"/>
                  </a:lnTo>
                  <a:lnTo>
                    <a:pt x="2723617" y="402389"/>
                  </a:lnTo>
                  <a:lnTo>
                    <a:pt x="2710266" y="395971"/>
                  </a:lnTo>
                  <a:lnTo>
                    <a:pt x="2696915" y="389652"/>
                  </a:lnTo>
                  <a:lnTo>
                    <a:pt x="2683564" y="383431"/>
                  </a:lnTo>
                  <a:lnTo>
                    <a:pt x="2670213" y="377308"/>
                  </a:lnTo>
                  <a:lnTo>
                    <a:pt x="2656862" y="371281"/>
                  </a:lnTo>
                  <a:lnTo>
                    <a:pt x="2643511" y="365350"/>
                  </a:lnTo>
                  <a:lnTo>
                    <a:pt x="2630160" y="359512"/>
                  </a:lnTo>
                  <a:lnTo>
                    <a:pt x="2616809" y="353766"/>
                  </a:lnTo>
                  <a:lnTo>
                    <a:pt x="2603458" y="348110"/>
                  </a:lnTo>
                  <a:lnTo>
                    <a:pt x="2590107" y="342543"/>
                  </a:lnTo>
                  <a:lnTo>
                    <a:pt x="2576755" y="337061"/>
                  </a:lnTo>
                  <a:lnTo>
                    <a:pt x="2563404" y="331663"/>
                  </a:lnTo>
                  <a:lnTo>
                    <a:pt x="2550053" y="326346"/>
                  </a:lnTo>
                  <a:lnTo>
                    <a:pt x="2536702" y="321107"/>
                  </a:lnTo>
                  <a:lnTo>
                    <a:pt x="2523351" y="315945"/>
                  </a:lnTo>
                  <a:lnTo>
                    <a:pt x="2510000" y="310855"/>
                  </a:lnTo>
                  <a:lnTo>
                    <a:pt x="2496649" y="305835"/>
                  </a:lnTo>
                  <a:lnTo>
                    <a:pt x="2483298" y="300882"/>
                  </a:lnTo>
                  <a:lnTo>
                    <a:pt x="2469947" y="295993"/>
                  </a:lnTo>
                  <a:lnTo>
                    <a:pt x="2456596" y="291165"/>
                  </a:lnTo>
                  <a:lnTo>
                    <a:pt x="2443245" y="286394"/>
                  </a:lnTo>
                  <a:lnTo>
                    <a:pt x="2429894" y="281677"/>
                  </a:lnTo>
                  <a:lnTo>
                    <a:pt x="2416543" y="277011"/>
                  </a:lnTo>
                  <a:lnTo>
                    <a:pt x="2403192" y="272392"/>
                  </a:lnTo>
                  <a:lnTo>
                    <a:pt x="2389841" y="267817"/>
                  </a:lnTo>
                  <a:lnTo>
                    <a:pt x="2376489" y="263282"/>
                  </a:lnTo>
                  <a:lnTo>
                    <a:pt x="2363138" y="258784"/>
                  </a:lnTo>
                  <a:lnTo>
                    <a:pt x="2349787" y="254319"/>
                  </a:lnTo>
                  <a:lnTo>
                    <a:pt x="2336436" y="249884"/>
                  </a:lnTo>
                  <a:lnTo>
                    <a:pt x="2323085" y="245474"/>
                  </a:lnTo>
                  <a:lnTo>
                    <a:pt x="2309734" y="241087"/>
                  </a:lnTo>
                  <a:lnTo>
                    <a:pt x="2296383" y="236719"/>
                  </a:lnTo>
                  <a:lnTo>
                    <a:pt x="2283032" y="232366"/>
                  </a:lnTo>
                  <a:lnTo>
                    <a:pt x="2269681" y="228026"/>
                  </a:lnTo>
                  <a:lnTo>
                    <a:pt x="2256330" y="223693"/>
                  </a:lnTo>
                  <a:lnTo>
                    <a:pt x="2242979" y="219365"/>
                  </a:lnTo>
                  <a:lnTo>
                    <a:pt x="2229628" y="215038"/>
                  </a:lnTo>
                  <a:lnTo>
                    <a:pt x="2216277" y="210709"/>
                  </a:lnTo>
                  <a:lnTo>
                    <a:pt x="2202926" y="206374"/>
                  </a:lnTo>
                  <a:lnTo>
                    <a:pt x="2189575" y="202030"/>
                  </a:lnTo>
                  <a:lnTo>
                    <a:pt x="2176223" y="197673"/>
                  </a:lnTo>
                  <a:lnTo>
                    <a:pt x="2162872" y="193300"/>
                  </a:lnTo>
                  <a:lnTo>
                    <a:pt x="2149521" y="188908"/>
                  </a:lnTo>
                  <a:lnTo>
                    <a:pt x="2136170" y="184493"/>
                  </a:lnTo>
                  <a:lnTo>
                    <a:pt x="2122819" y="180051"/>
                  </a:lnTo>
                  <a:lnTo>
                    <a:pt x="2109468" y="175581"/>
                  </a:lnTo>
                  <a:lnTo>
                    <a:pt x="2096117" y="171078"/>
                  </a:lnTo>
                  <a:lnTo>
                    <a:pt x="2082766" y="166539"/>
                  </a:lnTo>
                  <a:lnTo>
                    <a:pt x="2069415" y="161961"/>
                  </a:lnTo>
                  <a:lnTo>
                    <a:pt x="2056064" y="157341"/>
                  </a:lnTo>
                  <a:lnTo>
                    <a:pt x="2042713" y="152676"/>
                  </a:lnTo>
                  <a:lnTo>
                    <a:pt x="2029362" y="147962"/>
                  </a:lnTo>
                  <a:lnTo>
                    <a:pt x="2016011" y="143197"/>
                  </a:lnTo>
                  <a:lnTo>
                    <a:pt x="2002660" y="138377"/>
                  </a:lnTo>
                  <a:lnTo>
                    <a:pt x="1989309" y="133500"/>
                  </a:lnTo>
                  <a:lnTo>
                    <a:pt x="1975957" y="128563"/>
                  </a:lnTo>
                  <a:lnTo>
                    <a:pt x="1962606" y="123562"/>
                  </a:lnTo>
                  <a:lnTo>
                    <a:pt x="1949255" y="118495"/>
                  </a:lnTo>
                  <a:lnTo>
                    <a:pt x="1935904" y="113359"/>
                  </a:lnTo>
                  <a:lnTo>
                    <a:pt x="1922553" y="108152"/>
                  </a:lnTo>
                  <a:lnTo>
                    <a:pt x="1909202" y="102871"/>
                  </a:lnTo>
                  <a:lnTo>
                    <a:pt x="1895851" y="97530"/>
                  </a:lnTo>
                  <a:lnTo>
                    <a:pt x="1882500" y="92145"/>
                  </a:lnTo>
                  <a:lnTo>
                    <a:pt x="1869149" y="86732"/>
                  </a:lnTo>
                  <a:lnTo>
                    <a:pt x="1855798" y="81309"/>
                  </a:lnTo>
                  <a:lnTo>
                    <a:pt x="1842447" y="75893"/>
                  </a:lnTo>
                  <a:lnTo>
                    <a:pt x="1829096" y="70501"/>
                  </a:lnTo>
                  <a:lnTo>
                    <a:pt x="1815745" y="65152"/>
                  </a:lnTo>
                  <a:lnTo>
                    <a:pt x="1802394" y="59862"/>
                  </a:lnTo>
                  <a:lnTo>
                    <a:pt x="1789042" y="54651"/>
                  </a:lnTo>
                  <a:lnTo>
                    <a:pt x="1775691" y="49535"/>
                  </a:lnTo>
                  <a:lnTo>
                    <a:pt x="1762340" y="44532"/>
                  </a:lnTo>
                  <a:lnTo>
                    <a:pt x="1748989" y="39662"/>
                  </a:lnTo>
                  <a:lnTo>
                    <a:pt x="1735638" y="34943"/>
                  </a:lnTo>
                  <a:lnTo>
                    <a:pt x="1722287" y="30391"/>
                  </a:lnTo>
                  <a:lnTo>
                    <a:pt x="1708936" y="26027"/>
                  </a:lnTo>
                  <a:lnTo>
                    <a:pt x="1695585" y="21867"/>
                  </a:lnTo>
                  <a:lnTo>
                    <a:pt x="1682234" y="17931"/>
                  </a:lnTo>
                  <a:lnTo>
                    <a:pt x="1668883" y="14235"/>
                  </a:lnTo>
                  <a:lnTo>
                    <a:pt x="1655532" y="10799"/>
                  </a:lnTo>
                  <a:lnTo>
                    <a:pt x="1642181" y="7640"/>
                  </a:lnTo>
                  <a:lnTo>
                    <a:pt x="1628830" y="4776"/>
                  </a:lnTo>
                  <a:lnTo>
                    <a:pt x="1615479" y="2223"/>
                  </a:lnTo>
                  <a:lnTo>
                    <a:pt x="1602128" y="0"/>
                  </a:lnTo>
                  <a:lnTo>
                    <a:pt x="1588776" y="9491"/>
                  </a:lnTo>
                  <a:lnTo>
                    <a:pt x="1575425" y="27379"/>
                  </a:lnTo>
                  <a:lnTo>
                    <a:pt x="1562074" y="45340"/>
                  </a:lnTo>
                  <a:lnTo>
                    <a:pt x="1548723" y="63364"/>
                  </a:lnTo>
                  <a:lnTo>
                    <a:pt x="1535372" y="81442"/>
                  </a:lnTo>
                  <a:lnTo>
                    <a:pt x="1522021" y="99566"/>
                  </a:lnTo>
                  <a:lnTo>
                    <a:pt x="1508670" y="117727"/>
                  </a:lnTo>
                  <a:lnTo>
                    <a:pt x="1495319" y="135919"/>
                  </a:lnTo>
                  <a:lnTo>
                    <a:pt x="1481968" y="154135"/>
                  </a:lnTo>
                  <a:lnTo>
                    <a:pt x="1468617" y="172369"/>
                  </a:lnTo>
                  <a:lnTo>
                    <a:pt x="1455266" y="190615"/>
                  </a:lnTo>
                  <a:lnTo>
                    <a:pt x="1441915" y="208870"/>
                  </a:lnTo>
                  <a:lnTo>
                    <a:pt x="1428564" y="227131"/>
                  </a:lnTo>
                  <a:lnTo>
                    <a:pt x="1415213" y="245394"/>
                  </a:lnTo>
                  <a:lnTo>
                    <a:pt x="1401862" y="263658"/>
                  </a:lnTo>
                  <a:lnTo>
                    <a:pt x="1388510" y="281923"/>
                  </a:lnTo>
                  <a:lnTo>
                    <a:pt x="1375159" y="300188"/>
                  </a:lnTo>
                  <a:lnTo>
                    <a:pt x="1361808" y="318456"/>
                  </a:lnTo>
                  <a:lnTo>
                    <a:pt x="1348457" y="336729"/>
                  </a:lnTo>
                  <a:lnTo>
                    <a:pt x="1335106" y="355012"/>
                  </a:lnTo>
                  <a:lnTo>
                    <a:pt x="1321755" y="373309"/>
                  </a:lnTo>
                  <a:lnTo>
                    <a:pt x="1308404" y="391628"/>
                  </a:lnTo>
                  <a:lnTo>
                    <a:pt x="1295053" y="409977"/>
                  </a:lnTo>
                  <a:lnTo>
                    <a:pt x="1281702" y="428366"/>
                  </a:lnTo>
                  <a:lnTo>
                    <a:pt x="1268351" y="446807"/>
                  </a:lnTo>
                  <a:lnTo>
                    <a:pt x="1255000" y="465315"/>
                  </a:lnTo>
                  <a:lnTo>
                    <a:pt x="1241649" y="483909"/>
                  </a:lnTo>
                  <a:lnTo>
                    <a:pt x="1228298" y="502603"/>
                  </a:lnTo>
                  <a:lnTo>
                    <a:pt x="1214947" y="521415"/>
                  </a:lnTo>
                  <a:lnTo>
                    <a:pt x="1201596" y="540360"/>
                  </a:lnTo>
                  <a:lnTo>
                    <a:pt x="1188244" y="559453"/>
                  </a:lnTo>
                  <a:lnTo>
                    <a:pt x="1174893" y="578707"/>
                  </a:lnTo>
                  <a:lnTo>
                    <a:pt x="1161542" y="598136"/>
                  </a:lnTo>
                  <a:lnTo>
                    <a:pt x="1148191" y="617752"/>
                  </a:lnTo>
                  <a:lnTo>
                    <a:pt x="1134840" y="637565"/>
                  </a:lnTo>
                  <a:lnTo>
                    <a:pt x="1121489" y="657583"/>
                  </a:lnTo>
                  <a:lnTo>
                    <a:pt x="1108138" y="677814"/>
                  </a:lnTo>
                  <a:lnTo>
                    <a:pt x="1094787" y="698264"/>
                  </a:lnTo>
                  <a:lnTo>
                    <a:pt x="1081436" y="718937"/>
                  </a:lnTo>
                  <a:lnTo>
                    <a:pt x="1068085" y="739834"/>
                  </a:lnTo>
                  <a:lnTo>
                    <a:pt x="1054734" y="760956"/>
                  </a:lnTo>
                  <a:lnTo>
                    <a:pt x="1041383" y="782301"/>
                  </a:lnTo>
                  <a:lnTo>
                    <a:pt x="1028032" y="803866"/>
                  </a:lnTo>
                  <a:lnTo>
                    <a:pt x="1014681" y="825645"/>
                  </a:lnTo>
                  <a:lnTo>
                    <a:pt x="1001330" y="847632"/>
                  </a:lnTo>
                  <a:lnTo>
                    <a:pt x="987978" y="869818"/>
                  </a:lnTo>
                  <a:lnTo>
                    <a:pt x="974627" y="892194"/>
                  </a:lnTo>
                  <a:lnTo>
                    <a:pt x="961276" y="914748"/>
                  </a:lnTo>
                  <a:lnTo>
                    <a:pt x="947925" y="937468"/>
                  </a:lnTo>
                  <a:lnTo>
                    <a:pt x="934574" y="960341"/>
                  </a:lnTo>
                  <a:lnTo>
                    <a:pt x="921223" y="983353"/>
                  </a:lnTo>
                  <a:lnTo>
                    <a:pt x="907872" y="1006488"/>
                  </a:lnTo>
                  <a:lnTo>
                    <a:pt x="894521" y="1029731"/>
                  </a:lnTo>
                  <a:lnTo>
                    <a:pt x="881170" y="1053066"/>
                  </a:lnTo>
                  <a:lnTo>
                    <a:pt x="867819" y="1076477"/>
                  </a:lnTo>
                  <a:lnTo>
                    <a:pt x="854468" y="1099947"/>
                  </a:lnTo>
                  <a:lnTo>
                    <a:pt x="841117" y="1123460"/>
                  </a:lnTo>
                  <a:lnTo>
                    <a:pt x="827766" y="1147000"/>
                  </a:lnTo>
                  <a:lnTo>
                    <a:pt x="814415" y="1170549"/>
                  </a:lnTo>
                  <a:lnTo>
                    <a:pt x="801064" y="1194092"/>
                  </a:lnTo>
                  <a:lnTo>
                    <a:pt x="787712" y="1217613"/>
                  </a:lnTo>
                  <a:lnTo>
                    <a:pt x="774361" y="1241096"/>
                  </a:lnTo>
                  <a:lnTo>
                    <a:pt x="761010" y="1264525"/>
                  </a:lnTo>
                  <a:lnTo>
                    <a:pt x="747659" y="1287887"/>
                  </a:lnTo>
                  <a:lnTo>
                    <a:pt x="734308" y="1311166"/>
                  </a:lnTo>
                  <a:lnTo>
                    <a:pt x="720957" y="1334349"/>
                  </a:lnTo>
                  <a:lnTo>
                    <a:pt x="707606" y="1357422"/>
                  </a:lnTo>
                  <a:lnTo>
                    <a:pt x="694255" y="1380372"/>
                  </a:lnTo>
                  <a:lnTo>
                    <a:pt x="680904" y="1403188"/>
                  </a:lnTo>
                  <a:lnTo>
                    <a:pt x="667553" y="1425857"/>
                  </a:lnTo>
                  <a:lnTo>
                    <a:pt x="654202" y="1448368"/>
                  </a:lnTo>
                  <a:lnTo>
                    <a:pt x="640851" y="1470710"/>
                  </a:lnTo>
                  <a:lnTo>
                    <a:pt x="627500" y="1492874"/>
                  </a:lnTo>
                  <a:lnTo>
                    <a:pt x="614149" y="1514850"/>
                  </a:lnTo>
                  <a:lnTo>
                    <a:pt x="600798" y="1536629"/>
                  </a:lnTo>
                  <a:lnTo>
                    <a:pt x="587446" y="1558202"/>
                  </a:lnTo>
                  <a:lnTo>
                    <a:pt x="574095" y="1579562"/>
                  </a:lnTo>
                  <a:lnTo>
                    <a:pt x="560744" y="1600701"/>
                  </a:lnTo>
                  <a:lnTo>
                    <a:pt x="547393" y="1621612"/>
                  </a:lnTo>
                  <a:lnTo>
                    <a:pt x="534042" y="1642290"/>
                  </a:lnTo>
                  <a:lnTo>
                    <a:pt x="520691" y="1662728"/>
                  </a:lnTo>
                  <a:lnTo>
                    <a:pt x="507340" y="1682920"/>
                  </a:lnTo>
                  <a:lnTo>
                    <a:pt x="493989" y="1702863"/>
                  </a:lnTo>
                  <a:lnTo>
                    <a:pt x="480638" y="1722551"/>
                  </a:lnTo>
                  <a:lnTo>
                    <a:pt x="467287" y="1741980"/>
                  </a:lnTo>
                  <a:lnTo>
                    <a:pt x="453936" y="1761147"/>
                  </a:lnTo>
                  <a:lnTo>
                    <a:pt x="440585" y="1780048"/>
                  </a:lnTo>
                  <a:lnTo>
                    <a:pt x="427234" y="1798681"/>
                  </a:lnTo>
                  <a:lnTo>
                    <a:pt x="413883" y="1817043"/>
                  </a:lnTo>
                  <a:lnTo>
                    <a:pt x="400532" y="1835132"/>
                  </a:lnTo>
                  <a:lnTo>
                    <a:pt x="387180" y="1852951"/>
                  </a:lnTo>
                  <a:lnTo>
                    <a:pt x="373829" y="1870503"/>
                  </a:lnTo>
                  <a:lnTo>
                    <a:pt x="360478" y="1887790"/>
                  </a:lnTo>
                  <a:lnTo>
                    <a:pt x="347127" y="1904815"/>
                  </a:lnTo>
                  <a:lnTo>
                    <a:pt x="333776" y="1921582"/>
                  </a:lnTo>
                  <a:lnTo>
                    <a:pt x="320425" y="1938094"/>
                  </a:lnTo>
                  <a:lnTo>
                    <a:pt x="307074" y="1954354"/>
                  </a:lnTo>
                  <a:lnTo>
                    <a:pt x="293723" y="1970364"/>
                  </a:lnTo>
                  <a:lnTo>
                    <a:pt x="280372" y="1986129"/>
                  </a:lnTo>
                  <a:lnTo>
                    <a:pt x="267021" y="2001650"/>
                  </a:lnTo>
                  <a:lnTo>
                    <a:pt x="253670" y="2016933"/>
                  </a:lnTo>
                  <a:lnTo>
                    <a:pt x="240319" y="2031979"/>
                  </a:lnTo>
                  <a:lnTo>
                    <a:pt x="226968" y="2046792"/>
                  </a:lnTo>
                  <a:lnTo>
                    <a:pt x="213617" y="2061374"/>
                  </a:lnTo>
                  <a:lnTo>
                    <a:pt x="200266" y="2075731"/>
                  </a:lnTo>
                  <a:lnTo>
                    <a:pt x="186914" y="2089863"/>
                  </a:lnTo>
                  <a:lnTo>
                    <a:pt x="173563" y="2103775"/>
                  </a:lnTo>
                  <a:lnTo>
                    <a:pt x="160212" y="2117470"/>
                  </a:lnTo>
                  <a:lnTo>
                    <a:pt x="146861" y="2130950"/>
                  </a:lnTo>
                  <a:lnTo>
                    <a:pt x="133510" y="2144219"/>
                  </a:lnTo>
                  <a:lnTo>
                    <a:pt x="120159" y="2157280"/>
                  </a:lnTo>
                  <a:lnTo>
                    <a:pt x="106808" y="2170135"/>
                  </a:lnTo>
                  <a:lnTo>
                    <a:pt x="93457" y="2182789"/>
                  </a:lnTo>
                  <a:lnTo>
                    <a:pt x="80106" y="2195243"/>
                  </a:lnTo>
                  <a:lnTo>
                    <a:pt x="66755" y="2207501"/>
                  </a:lnTo>
                  <a:lnTo>
                    <a:pt x="53404" y="2219566"/>
                  </a:lnTo>
                  <a:lnTo>
                    <a:pt x="40053" y="2231440"/>
                  </a:lnTo>
                  <a:lnTo>
                    <a:pt x="26702" y="2243126"/>
                  </a:lnTo>
                  <a:lnTo>
                    <a:pt x="13351" y="2254628"/>
                  </a:lnTo>
                  <a:lnTo>
                    <a:pt x="0" y="2265947"/>
                  </a:lnTo>
                  <a:lnTo>
                    <a:pt x="0" y="2265947"/>
                  </a:lnTo>
                  <a:lnTo>
                    <a:pt x="0" y="22659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1407" y="572128"/>
              <a:ext cx="3991969" cy="1896761"/>
            </a:xfrm>
            <a:custGeom>
              <a:avLst/>
              <a:pathLst>
                <a:path w="3991969" h="1896761">
                  <a:moveTo>
                    <a:pt x="0" y="1896761"/>
                  </a:moveTo>
                  <a:lnTo>
                    <a:pt x="13351" y="1885476"/>
                  </a:lnTo>
                  <a:lnTo>
                    <a:pt x="26702" y="1874086"/>
                  </a:lnTo>
                  <a:lnTo>
                    <a:pt x="40053" y="1862589"/>
                  </a:lnTo>
                  <a:lnTo>
                    <a:pt x="53404" y="1850984"/>
                  </a:lnTo>
                  <a:lnTo>
                    <a:pt x="66755" y="1839271"/>
                  </a:lnTo>
                  <a:lnTo>
                    <a:pt x="80106" y="1827448"/>
                  </a:lnTo>
                  <a:lnTo>
                    <a:pt x="93457" y="1815514"/>
                  </a:lnTo>
                  <a:lnTo>
                    <a:pt x="106808" y="1803469"/>
                  </a:lnTo>
                  <a:lnTo>
                    <a:pt x="120159" y="1791311"/>
                  </a:lnTo>
                  <a:lnTo>
                    <a:pt x="133510" y="1779039"/>
                  </a:lnTo>
                  <a:lnTo>
                    <a:pt x="146861" y="1766652"/>
                  </a:lnTo>
                  <a:lnTo>
                    <a:pt x="160212" y="1754150"/>
                  </a:lnTo>
                  <a:lnTo>
                    <a:pt x="173563" y="1741530"/>
                  </a:lnTo>
                  <a:lnTo>
                    <a:pt x="186914" y="1728792"/>
                  </a:lnTo>
                  <a:lnTo>
                    <a:pt x="200266" y="1715935"/>
                  </a:lnTo>
                  <a:lnTo>
                    <a:pt x="213617" y="1702958"/>
                  </a:lnTo>
                  <a:lnTo>
                    <a:pt x="226968" y="1689859"/>
                  </a:lnTo>
                  <a:lnTo>
                    <a:pt x="240319" y="1676638"/>
                  </a:lnTo>
                  <a:lnTo>
                    <a:pt x="253670" y="1663293"/>
                  </a:lnTo>
                  <a:lnTo>
                    <a:pt x="267021" y="1649823"/>
                  </a:lnTo>
                  <a:lnTo>
                    <a:pt x="280372" y="1636226"/>
                  </a:lnTo>
                  <a:lnTo>
                    <a:pt x="293723" y="1622503"/>
                  </a:lnTo>
                  <a:lnTo>
                    <a:pt x="307074" y="1608651"/>
                  </a:lnTo>
                  <a:lnTo>
                    <a:pt x="320425" y="1594670"/>
                  </a:lnTo>
                  <a:lnTo>
                    <a:pt x="333776" y="1580557"/>
                  </a:lnTo>
                  <a:lnTo>
                    <a:pt x="347127" y="1566313"/>
                  </a:lnTo>
                  <a:lnTo>
                    <a:pt x="360478" y="1551935"/>
                  </a:lnTo>
                  <a:lnTo>
                    <a:pt x="373829" y="1537423"/>
                  </a:lnTo>
                  <a:lnTo>
                    <a:pt x="387180" y="1522774"/>
                  </a:lnTo>
                  <a:lnTo>
                    <a:pt x="400532" y="1507989"/>
                  </a:lnTo>
                  <a:lnTo>
                    <a:pt x="413883" y="1493065"/>
                  </a:lnTo>
                  <a:lnTo>
                    <a:pt x="427234" y="1478003"/>
                  </a:lnTo>
                  <a:lnTo>
                    <a:pt x="440585" y="1462802"/>
                  </a:lnTo>
                  <a:lnTo>
                    <a:pt x="453936" y="1447466"/>
                  </a:lnTo>
                  <a:lnTo>
                    <a:pt x="467287" y="1431996"/>
                  </a:lnTo>
                  <a:lnTo>
                    <a:pt x="480638" y="1416395"/>
                  </a:lnTo>
                  <a:lnTo>
                    <a:pt x="493989" y="1400664"/>
                  </a:lnTo>
                  <a:lnTo>
                    <a:pt x="507340" y="1384807"/>
                  </a:lnTo>
                  <a:lnTo>
                    <a:pt x="520691" y="1368825"/>
                  </a:lnTo>
                  <a:lnTo>
                    <a:pt x="534042" y="1352722"/>
                  </a:lnTo>
                  <a:lnTo>
                    <a:pt x="547393" y="1336500"/>
                  </a:lnTo>
                  <a:lnTo>
                    <a:pt x="560744" y="1320162"/>
                  </a:lnTo>
                  <a:lnTo>
                    <a:pt x="574095" y="1303711"/>
                  </a:lnTo>
                  <a:lnTo>
                    <a:pt x="587446" y="1287150"/>
                  </a:lnTo>
                  <a:lnTo>
                    <a:pt x="600798" y="1270483"/>
                  </a:lnTo>
                  <a:lnTo>
                    <a:pt x="614149" y="1253712"/>
                  </a:lnTo>
                  <a:lnTo>
                    <a:pt x="627500" y="1236842"/>
                  </a:lnTo>
                  <a:lnTo>
                    <a:pt x="640851" y="1219876"/>
                  </a:lnTo>
                  <a:lnTo>
                    <a:pt x="654202" y="1202818"/>
                  </a:lnTo>
                  <a:lnTo>
                    <a:pt x="667553" y="1185672"/>
                  </a:lnTo>
                  <a:lnTo>
                    <a:pt x="680904" y="1168443"/>
                  </a:lnTo>
                  <a:lnTo>
                    <a:pt x="694255" y="1151133"/>
                  </a:lnTo>
                  <a:lnTo>
                    <a:pt x="707606" y="1133748"/>
                  </a:lnTo>
                  <a:lnTo>
                    <a:pt x="720957" y="1116293"/>
                  </a:lnTo>
                  <a:lnTo>
                    <a:pt x="734308" y="1098772"/>
                  </a:lnTo>
                  <a:lnTo>
                    <a:pt x="747659" y="1081189"/>
                  </a:lnTo>
                  <a:lnTo>
                    <a:pt x="761010" y="1063551"/>
                  </a:lnTo>
                  <a:lnTo>
                    <a:pt x="774361" y="1045861"/>
                  </a:lnTo>
                  <a:lnTo>
                    <a:pt x="787712" y="1028126"/>
                  </a:lnTo>
                  <a:lnTo>
                    <a:pt x="801064" y="1010351"/>
                  </a:lnTo>
                  <a:lnTo>
                    <a:pt x="814415" y="992541"/>
                  </a:lnTo>
                  <a:lnTo>
                    <a:pt x="827766" y="974703"/>
                  </a:lnTo>
                  <a:lnTo>
                    <a:pt x="841117" y="956842"/>
                  </a:lnTo>
                  <a:lnTo>
                    <a:pt x="854468" y="938964"/>
                  </a:lnTo>
                  <a:lnTo>
                    <a:pt x="867819" y="921076"/>
                  </a:lnTo>
                  <a:lnTo>
                    <a:pt x="881170" y="903185"/>
                  </a:lnTo>
                  <a:lnTo>
                    <a:pt x="894521" y="885295"/>
                  </a:lnTo>
                  <a:lnTo>
                    <a:pt x="907872" y="867416"/>
                  </a:lnTo>
                  <a:lnTo>
                    <a:pt x="921223" y="849552"/>
                  </a:lnTo>
                  <a:lnTo>
                    <a:pt x="934574" y="831712"/>
                  </a:lnTo>
                  <a:lnTo>
                    <a:pt x="947925" y="813903"/>
                  </a:lnTo>
                  <a:lnTo>
                    <a:pt x="961276" y="796131"/>
                  </a:lnTo>
                  <a:lnTo>
                    <a:pt x="974627" y="778405"/>
                  </a:lnTo>
                  <a:lnTo>
                    <a:pt x="987978" y="760732"/>
                  </a:lnTo>
                  <a:lnTo>
                    <a:pt x="1001330" y="743120"/>
                  </a:lnTo>
                  <a:lnTo>
                    <a:pt x="1014681" y="725577"/>
                  </a:lnTo>
                  <a:lnTo>
                    <a:pt x="1028032" y="708111"/>
                  </a:lnTo>
                  <a:lnTo>
                    <a:pt x="1041383" y="690730"/>
                  </a:lnTo>
                  <a:lnTo>
                    <a:pt x="1054734" y="673443"/>
                  </a:lnTo>
                  <a:lnTo>
                    <a:pt x="1068085" y="656257"/>
                  </a:lnTo>
                  <a:lnTo>
                    <a:pt x="1081436" y="639183"/>
                  </a:lnTo>
                  <a:lnTo>
                    <a:pt x="1094787" y="622228"/>
                  </a:lnTo>
                  <a:lnTo>
                    <a:pt x="1108138" y="605402"/>
                  </a:lnTo>
                  <a:lnTo>
                    <a:pt x="1121489" y="588713"/>
                  </a:lnTo>
                  <a:lnTo>
                    <a:pt x="1134840" y="572170"/>
                  </a:lnTo>
                  <a:lnTo>
                    <a:pt x="1148191" y="555783"/>
                  </a:lnTo>
                  <a:lnTo>
                    <a:pt x="1161542" y="539562"/>
                  </a:lnTo>
                  <a:lnTo>
                    <a:pt x="1174893" y="523515"/>
                  </a:lnTo>
                  <a:lnTo>
                    <a:pt x="1188244" y="507653"/>
                  </a:lnTo>
                  <a:lnTo>
                    <a:pt x="1201596" y="491984"/>
                  </a:lnTo>
                  <a:lnTo>
                    <a:pt x="1214947" y="476519"/>
                  </a:lnTo>
                  <a:lnTo>
                    <a:pt x="1228298" y="461267"/>
                  </a:lnTo>
                  <a:lnTo>
                    <a:pt x="1241649" y="446239"/>
                  </a:lnTo>
                  <a:lnTo>
                    <a:pt x="1255000" y="431444"/>
                  </a:lnTo>
                  <a:lnTo>
                    <a:pt x="1268351" y="416892"/>
                  </a:lnTo>
                  <a:lnTo>
                    <a:pt x="1281702" y="402593"/>
                  </a:lnTo>
                  <a:lnTo>
                    <a:pt x="1295053" y="388555"/>
                  </a:lnTo>
                  <a:lnTo>
                    <a:pt x="1308404" y="374781"/>
                  </a:lnTo>
                  <a:lnTo>
                    <a:pt x="1321755" y="361270"/>
                  </a:lnTo>
                  <a:lnTo>
                    <a:pt x="1335106" y="348025"/>
                  </a:lnTo>
                  <a:lnTo>
                    <a:pt x="1348457" y="335045"/>
                  </a:lnTo>
                  <a:lnTo>
                    <a:pt x="1361808" y="322332"/>
                  </a:lnTo>
                  <a:lnTo>
                    <a:pt x="1375159" y="309886"/>
                  </a:lnTo>
                  <a:lnTo>
                    <a:pt x="1388510" y="297707"/>
                  </a:lnTo>
                  <a:lnTo>
                    <a:pt x="1401862" y="285796"/>
                  </a:lnTo>
                  <a:lnTo>
                    <a:pt x="1415213" y="274152"/>
                  </a:lnTo>
                  <a:lnTo>
                    <a:pt x="1428564" y="262775"/>
                  </a:lnTo>
                  <a:lnTo>
                    <a:pt x="1441915" y="251666"/>
                  </a:lnTo>
                  <a:lnTo>
                    <a:pt x="1455266" y="240824"/>
                  </a:lnTo>
                  <a:lnTo>
                    <a:pt x="1468617" y="230248"/>
                  </a:lnTo>
                  <a:lnTo>
                    <a:pt x="1481968" y="219938"/>
                  </a:lnTo>
                  <a:lnTo>
                    <a:pt x="1495319" y="209892"/>
                  </a:lnTo>
                  <a:lnTo>
                    <a:pt x="1508670" y="200112"/>
                  </a:lnTo>
                  <a:lnTo>
                    <a:pt x="1522021" y="190594"/>
                  </a:lnTo>
                  <a:lnTo>
                    <a:pt x="1535372" y="181338"/>
                  </a:lnTo>
                  <a:lnTo>
                    <a:pt x="1548723" y="172343"/>
                  </a:lnTo>
                  <a:lnTo>
                    <a:pt x="1562074" y="163608"/>
                  </a:lnTo>
                  <a:lnTo>
                    <a:pt x="1575425" y="155130"/>
                  </a:lnTo>
                  <a:lnTo>
                    <a:pt x="1588776" y="146909"/>
                  </a:lnTo>
                  <a:lnTo>
                    <a:pt x="1602128" y="138943"/>
                  </a:lnTo>
                  <a:lnTo>
                    <a:pt x="1615479" y="131230"/>
                  </a:lnTo>
                  <a:lnTo>
                    <a:pt x="1628830" y="123767"/>
                  </a:lnTo>
                  <a:lnTo>
                    <a:pt x="1642181" y="116554"/>
                  </a:lnTo>
                  <a:lnTo>
                    <a:pt x="1655532" y="109588"/>
                  </a:lnTo>
                  <a:lnTo>
                    <a:pt x="1668883" y="102866"/>
                  </a:lnTo>
                  <a:lnTo>
                    <a:pt x="1682234" y="96386"/>
                  </a:lnTo>
                  <a:lnTo>
                    <a:pt x="1695585" y="90147"/>
                  </a:lnTo>
                  <a:lnTo>
                    <a:pt x="1708936" y="84144"/>
                  </a:lnTo>
                  <a:lnTo>
                    <a:pt x="1722287" y="78377"/>
                  </a:lnTo>
                  <a:lnTo>
                    <a:pt x="1735638" y="72842"/>
                  </a:lnTo>
                  <a:lnTo>
                    <a:pt x="1748989" y="67536"/>
                  </a:lnTo>
                  <a:lnTo>
                    <a:pt x="1762340" y="62457"/>
                  </a:lnTo>
                  <a:lnTo>
                    <a:pt x="1775691" y="57601"/>
                  </a:lnTo>
                  <a:lnTo>
                    <a:pt x="1789042" y="52966"/>
                  </a:lnTo>
                  <a:lnTo>
                    <a:pt x="1802394" y="48549"/>
                  </a:lnTo>
                  <a:lnTo>
                    <a:pt x="1815745" y="44346"/>
                  </a:lnTo>
                  <a:lnTo>
                    <a:pt x="1829096" y="40355"/>
                  </a:lnTo>
                  <a:lnTo>
                    <a:pt x="1842447" y="36571"/>
                  </a:lnTo>
                  <a:lnTo>
                    <a:pt x="1855798" y="32992"/>
                  </a:lnTo>
                  <a:lnTo>
                    <a:pt x="1869149" y="29614"/>
                  </a:lnTo>
                  <a:lnTo>
                    <a:pt x="1882500" y="26434"/>
                  </a:lnTo>
                  <a:lnTo>
                    <a:pt x="1895851" y="23449"/>
                  </a:lnTo>
                  <a:lnTo>
                    <a:pt x="1909202" y="20654"/>
                  </a:lnTo>
                  <a:lnTo>
                    <a:pt x="1922553" y="18046"/>
                  </a:lnTo>
                  <a:lnTo>
                    <a:pt x="1935904" y="15622"/>
                  </a:lnTo>
                  <a:lnTo>
                    <a:pt x="1949255" y="13380"/>
                  </a:lnTo>
                  <a:lnTo>
                    <a:pt x="1962606" y="11319"/>
                  </a:lnTo>
                  <a:lnTo>
                    <a:pt x="1975957" y="9436"/>
                  </a:lnTo>
                  <a:lnTo>
                    <a:pt x="1989309" y="7731"/>
                  </a:lnTo>
                  <a:lnTo>
                    <a:pt x="2002660" y="6200"/>
                  </a:lnTo>
                  <a:lnTo>
                    <a:pt x="2016011" y="4843"/>
                  </a:lnTo>
                  <a:lnTo>
                    <a:pt x="2029362" y="3657"/>
                  </a:lnTo>
                  <a:lnTo>
                    <a:pt x="2042713" y="2641"/>
                  </a:lnTo>
                  <a:lnTo>
                    <a:pt x="2056064" y="1793"/>
                  </a:lnTo>
                  <a:lnTo>
                    <a:pt x="2069415" y="1111"/>
                  </a:lnTo>
                  <a:lnTo>
                    <a:pt x="2082766" y="592"/>
                  </a:lnTo>
                  <a:lnTo>
                    <a:pt x="2096117" y="236"/>
                  </a:lnTo>
                  <a:lnTo>
                    <a:pt x="2109468" y="39"/>
                  </a:lnTo>
                  <a:lnTo>
                    <a:pt x="2122819" y="0"/>
                  </a:lnTo>
                  <a:lnTo>
                    <a:pt x="2136170" y="116"/>
                  </a:lnTo>
                  <a:lnTo>
                    <a:pt x="2149521" y="386"/>
                  </a:lnTo>
                  <a:lnTo>
                    <a:pt x="2162872" y="808"/>
                  </a:lnTo>
                  <a:lnTo>
                    <a:pt x="2176223" y="1379"/>
                  </a:lnTo>
                  <a:lnTo>
                    <a:pt x="2189575" y="2097"/>
                  </a:lnTo>
                  <a:lnTo>
                    <a:pt x="2202926" y="2960"/>
                  </a:lnTo>
                  <a:lnTo>
                    <a:pt x="2216277" y="3966"/>
                  </a:lnTo>
                  <a:lnTo>
                    <a:pt x="2229628" y="5112"/>
                  </a:lnTo>
                  <a:lnTo>
                    <a:pt x="2242979" y="6397"/>
                  </a:lnTo>
                  <a:lnTo>
                    <a:pt x="2256330" y="7818"/>
                  </a:lnTo>
                  <a:lnTo>
                    <a:pt x="2269681" y="9372"/>
                  </a:lnTo>
                  <a:lnTo>
                    <a:pt x="2283032" y="11058"/>
                  </a:lnTo>
                  <a:lnTo>
                    <a:pt x="2296383" y="12874"/>
                  </a:lnTo>
                  <a:lnTo>
                    <a:pt x="2309734" y="14816"/>
                  </a:lnTo>
                  <a:lnTo>
                    <a:pt x="2323085" y="16884"/>
                  </a:lnTo>
                  <a:lnTo>
                    <a:pt x="2336436" y="19073"/>
                  </a:lnTo>
                  <a:lnTo>
                    <a:pt x="2349787" y="21383"/>
                  </a:lnTo>
                  <a:lnTo>
                    <a:pt x="2363138" y="23810"/>
                  </a:lnTo>
                  <a:lnTo>
                    <a:pt x="2376489" y="26352"/>
                  </a:lnTo>
                  <a:lnTo>
                    <a:pt x="2389841" y="29008"/>
                  </a:lnTo>
                  <a:lnTo>
                    <a:pt x="2403192" y="31774"/>
                  </a:lnTo>
                  <a:lnTo>
                    <a:pt x="2416543" y="34648"/>
                  </a:lnTo>
                  <a:lnTo>
                    <a:pt x="2429894" y="37629"/>
                  </a:lnTo>
                  <a:lnTo>
                    <a:pt x="2443245" y="40713"/>
                  </a:lnTo>
                  <a:lnTo>
                    <a:pt x="2456596" y="43898"/>
                  </a:lnTo>
                  <a:lnTo>
                    <a:pt x="2469947" y="47181"/>
                  </a:lnTo>
                  <a:lnTo>
                    <a:pt x="2483298" y="50562"/>
                  </a:lnTo>
                  <a:lnTo>
                    <a:pt x="2496649" y="54036"/>
                  </a:lnTo>
                  <a:lnTo>
                    <a:pt x="2510000" y="57602"/>
                  </a:lnTo>
                  <a:lnTo>
                    <a:pt x="2523351" y="61258"/>
                  </a:lnTo>
                  <a:lnTo>
                    <a:pt x="2536702" y="65000"/>
                  </a:lnTo>
                  <a:lnTo>
                    <a:pt x="2550053" y="68827"/>
                  </a:lnTo>
                  <a:lnTo>
                    <a:pt x="2563404" y="72736"/>
                  </a:lnTo>
                  <a:lnTo>
                    <a:pt x="2576755" y="76725"/>
                  </a:lnTo>
                  <a:lnTo>
                    <a:pt x="2590107" y="80791"/>
                  </a:lnTo>
                  <a:lnTo>
                    <a:pt x="2603458" y="84933"/>
                  </a:lnTo>
                  <a:lnTo>
                    <a:pt x="2616809" y="89148"/>
                  </a:lnTo>
                  <a:lnTo>
                    <a:pt x="2630160" y="93433"/>
                  </a:lnTo>
                  <a:lnTo>
                    <a:pt x="2643511" y="97786"/>
                  </a:lnTo>
                  <a:lnTo>
                    <a:pt x="2656862" y="102205"/>
                  </a:lnTo>
                  <a:lnTo>
                    <a:pt x="2670213" y="106687"/>
                  </a:lnTo>
                  <a:lnTo>
                    <a:pt x="2683564" y="111231"/>
                  </a:lnTo>
                  <a:lnTo>
                    <a:pt x="2696915" y="115833"/>
                  </a:lnTo>
                  <a:lnTo>
                    <a:pt x="2710266" y="120493"/>
                  </a:lnTo>
                  <a:lnTo>
                    <a:pt x="2723617" y="125206"/>
                  </a:lnTo>
                  <a:lnTo>
                    <a:pt x="2736968" y="129972"/>
                  </a:lnTo>
                  <a:lnTo>
                    <a:pt x="2750319" y="134787"/>
                  </a:lnTo>
                  <a:lnTo>
                    <a:pt x="2763670" y="139650"/>
                  </a:lnTo>
                  <a:lnTo>
                    <a:pt x="2777021" y="144558"/>
                  </a:lnTo>
                  <a:lnTo>
                    <a:pt x="2790373" y="149509"/>
                  </a:lnTo>
                  <a:lnTo>
                    <a:pt x="2803724" y="154501"/>
                  </a:lnTo>
                  <a:lnTo>
                    <a:pt x="2817075" y="159532"/>
                  </a:lnTo>
                  <a:lnTo>
                    <a:pt x="2830426" y="164599"/>
                  </a:lnTo>
                  <a:lnTo>
                    <a:pt x="2843777" y="169701"/>
                  </a:lnTo>
                  <a:lnTo>
                    <a:pt x="2857128" y="174834"/>
                  </a:lnTo>
                  <a:lnTo>
                    <a:pt x="2870479" y="179998"/>
                  </a:lnTo>
                  <a:lnTo>
                    <a:pt x="2883830" y="185189"/>
                  </a:lnTo>
                  <a:lnTo>
                    <a:pt x="2897181" y="190406"/>
                  </a:lnTo>
                  <a:lnTo>
                    <a:pt x="2910532" y="195646"/>
                  </a:lnTo>
                  <a:lnTo>
                    <a:pt x="2923883" y="200908"/>
                  </a:lnTo>
                  <a:lnTo>
                    <a:pt x="2937234" y="206189"/>
                  </a:lnTo>
                  <a:lnTo>
                    <a:pt x="2950585" y="211487"/>
                  </a:lnTo>
                  <a:lnTo>
                    <a:pt x="2963936" y="216801"/>
                  </a:lnTo>
                  <a:lnTo>
                    <a:pt x="2977287" y="222127"/>
                  </a:lnTo>
                  <a:lnTo>
                    <a:pt x="2990639" y="227465"/>
                  </a:lnTo>
                  <a:lnTo>
                    <a:pt x="3003990" y="232812"/>
                  </a:lnTo>
                  <a:lnTo>
                    <a:pt x="3017341" y="238166"/>
                  </a:lnTo>
                  <a:lnTo>
                    <a:pt x="3030692" y="243525"/>
                  </a:lnTo>
                  <a:lnTo>
                    <a:pt x="3044043" y="248887"/>
                  </a:lnTo>
                  <a:lnTo>
                    <a:pt x="3057394" y="254250"/>
                  </a:lnTo>
                  <a:lnTo>
                    <a:pt x="3070745" y="259613"/>
                  </a:lnTo>
                  <a:lnTo>
                    <a:pt x="3084096" y="264972"/>
                  </a:lnTo>
                  <a:lnTo>
                    <a:pt x="3097447" y="270327"/>
                  </a:lnTo>
                  <a:lnTo>
                    <a:pt x="3110798" y="275676"/>
                  </a:lnTo>
                  <a:lnTo>
                    <a:pt x="3124149" y="281016"/>
                  </a:lnTo>
                  <a:lnTo>
                    <a:pt x="3137500" y="286346"/>
                  </a:lnTo>
                  <a:lnTo>
                    <a:pt x="3150851" y="291666"/>
                  </a:lnTo>
                  <a:lnTo>
                    <a:pt x="3164202" y="296976"/>
                  </a:lnTo>
                  <a:lnTo>
                    <a:pt x="3177553" y="302276"/>
                  </a:lnTo>
                  <a:lnTo>
                    <a:pt x="3190905" y="307565"/>
                  </a:lnTo>
                  <a:lnTo>
                    <a:pt x="3204256" y="312845"/>
                  </a:lnTo>
                  <a:lnTo>
                    <a:pt x="3217607" y="318115"/>
                  </a:lnTo>
                  <a:lnTo>
                    <a:pt x="3230958" y="323375"/>
                  </a:lnTo>
                  <a:lnTo>
                    <a:pt x="3244309" y="328625"/>
                  </a:lnTo>
                  <a:lnTo>
                    <a:pt x="3257660" y="333865"/>
                  </a:lnTo>
                  <a:lnTo>
                    <a:pt x="3271011" y="339096"/>
                  </a:lnTo>
                  <a:lnTo>
                    <a:pt x="3284362" y="344316"/>
                  </a:lnTo>
                  <a:lnTo>
                    <a:pt x="3297713" y="349526"/>
                  </a:lnTo>
                  <a:lnTo>
                    <a:pt x="3311064" y="354727"/>
                  </a:lnTo>
                  <a:lnTo>
                    <a:pt x="3324415" y="359918"/>
                  </a:lnTo>
                  <a:lnTo>
                    <a:pt x="3337766" y="365099"/>
                  </a:lnTo>
                  <a:lnTo>
                    <a:pt x="3351117" y="370270"/>
                  </a:lnTo>
                  <a:lnTo>
                    <a:pt x="3364468" y="375431"/>
                  </a:lnTo>
                  <a:lnTo>
                    <a:pt x="3377819" y="380583"/>
                  </a:lnTo>
                  <a:lnTo>
                    <a:pt x="3391171" y="385725"/>
                  </a:lnTo>
                  <a:lnTo>
                    <a:pt x="3404522" y="390857"/>
                  </a:lnTo>
                  <a:lnTo>
                    <a:pt x="3417873" y="395980"/>
                  </a:lnTo>
                  <a:lnTo>
                    <a:pt x="3431224" y="401093"/>
                  </a:lnTo>
                  <a:lnTo>
                    <a:pt x="3444575" y="406196"/>
                  </a:lnTo>
                  <a:lnTo>
                    <a:pt x="3457926" y="411290"/>
                  </a:lnTo>
                  <a:lnTo>
                    <a:pt x="3471277" y="416374"/>
                  </a:lnTo>
                  <a:lnTo>
                    <a:pt x="3484628" y="421448"/>
                  </a:lnTo>
                  <a:lnTo>
                    <a:pt x="3497979" y="426513"/>
                  </a:lnTo>
                  <a:lnTo>
                    <a:pt x="3511330" y="431568"/>
                  </a:lnTo>
                  <a:lnTo>
                    <a:pt x="3524681" y="436614"/>
                  </a:lnTo>
                  <a:lnTo>
                    <a:pt x="3538032" y="441650"/>
                  </a:lnTo>
                  <a:lnTo>
                    <a:pt x="3551383" y="446676"/>
                  </a:lnTo>
                  <a:lnTo>
                    <a:pt x="3564734" y="451693"/>
                  </a:lnTo>
                  <a:lnTo>
                    <a:pt x="3578085" y="456701"/>
                  </a:lnTo>
                  <a:lnTo>
                    <a:pt x="3591437" y="461699"/>
                  </a:lnTo>
                  <a:lnTo>
                    <a:pt x="3604788" y="466688"/>
                  </a:lnTo>
                  <a:lnTo>
                    <a:pt x="3618139" y="471667"/>
                  </a:lnTo>
                  <a:lnTo>
                    <a:pt x="3631490" y="476637"/>
                  </a:lnTo>
                  <a:lnTo>
                    <a:pt x="3644841" y="481598"/>
                  </a:lnTo>
                  <a:lnTo>
                    <a:pt x="3658192" y="486549"/>
                  </a:lnTo>
                  <a:lnTo>
                    <a:pt x="3671543" y="491490"/>
                  </a:lnTo>
                  <a:lnTo>
                    <a:pt x="3684894" y="496423"/>
                  </a:lnTo>
                  <a:lnTo>
                    <a:pt x="3698245" y="501346"/>
                  </a:lnTo>
                  <a:lnTo>
                    <a:pt x="3711596" y="506260"/>
                  </a:lnTo>
                  <a:lnTo>
                    <a:pt x="3724947" y="511164"/>
                  </a:lnTo>
                  <a:lnTo>
                    <a:pt x="3738298" y="516060"/>
                  </a:lnTo>
                  <a:lnTo>
                    <a:pt x="3751649" y="520946"/>
                  </a:lnTo>
                  <a:lnTo>
                    <a:pt x="3765000" y="525822"/>
                  </a:lnTo>
                  <a:lnTo>
                    <a:pt x="3778352" y="530690"/>
                  </a:lnTo>
                  <a:lnTo>
                    <a:pt x="3791703" y="535548"/>
                  </a:lnTo>
                  <a:lnTo>
                    <a:pt x="3805054" y="540398"/>
                  </a:lnTo>
                  <a:lnTo>
                    <a:pt x="3818405" y="545238"/>
                  </a:lnTo>
                  <a:lnTo>
                    <a:pt x="3831756" y="550069"/>
                  </a:lnTo>
                  <a:lnTo>
                    <a:pt x="3845107" y="554890"/>
                  </a:lnTo>
                  <a:lnTo>
                    <a:pt x="3858458" y="559703"/>
                  </a:lnTo>
                  <a:lnTo>
                    <a:pt x="3871809" y="564507"/>
                  </a:lnTo>
                  <a:lnTo>
                    <a:pt x="3885160" y="569301"/>
                  </a:lnTo>
                  <a:lnTo>
                    <a:pt x="3898511" y="574087"/>
                  </a:lnTo>
                  <a:lnTo>
                    <a:pt x="3911862" y="578863"/>
                  </a:lnTo>
                  <a:lnTo>
                    <a:pt x="3925213" y="583630"/>
                  </a:lnTo>
                  <a:lnTo>
                    <a:pt x="3938564" y="588389"/>
                  </a:lnTo>
                  <a:lnTo>
                    <a:pt x="3951915" y="593138"/>
                  </a:lnTo>
                  <a:lnTo>
                    <a:pt x="3965266" y="597879"/>
                  </a:lnTo>
                  <a:lnTo>
                    <a:pt x="3978618" y="602610"/>
                  </a:lnTo>
                  <a:lnTo>
                    <a:pt x="3991969" y="607333"/>
                  </a:lnTo>
                  <a:lnTo>
                    <a:pt x="3991969" y="607333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41407" y="71439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41407" y="139178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330060" y="288747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30060" y="2147430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30060" y="140738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30060" y="667347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606613" y="29345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6613" y="21944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06613" y="14544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06613" y="7143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56822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823365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078501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1532705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8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787841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007452" y="3043804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80709" y="3203322"/>
              <a:ext cx="31336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5012852" y="139178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012852" y="289610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012852" y="2100477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012852" y="130485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012852" y="50923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418028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60495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79188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978810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012852" y="2498288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012852" y="170266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012852" y="90704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011492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19841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38534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5012852" y="139178"/>
              <a:ext cx="3991969" cy="2841995"/>
            </a:xfrm>
            <a:custGeom>
              <a:avLst/>
              <a:pathLst>
                <a:path w="3991969" h="2841995">
                  <a:moveTo>
                    <a:pt x="0" y="1524990"/>
                  </a:moveTo>
                  <a:lnTo>
                    <a:pt x="13351" y="1524833"/>
                  </a:lnTo>
                  <a:lnTo>
                    <a:pt x="26702" y="1524670"/>
                  </a:lnTo>
                  <a:lnTo>
                    <a:pt x="40053" y="1524502"/>
                  </a:lnTo>
                  <a:lnTo>
                    <a:pt x="53404" y="1524327"/>
                  </a:lnTo>
                  <a:lnTo>
                    <a:pt x="66755" y="1524146"/>
                  </a:lnTo>
                  <a:lnTo>
                    <a:pt x="80106" y="1523958"/>
                  </a:lnTo>
                  <a:lnTo>
                    <a:pt x="93457" y="1523763"/>
                  </a:lnTo>
                  <a:lnTo>
                    <a:pt x="106808" y="1523562"/>
                  </a:lnTo>
                  <a:lnTo>
                    <a:pt x="120159" y="1523353"/>
                  </a:lnTo>
                  <a:lnTo>
                    <a:pt x="133510" y="1523136"/>
                  </a:lnTo>
                  <a:lnTo>
                    <a:pt x="146861" y="1522911"/>
                  </a:lnTo>
                  <a:lnTo>
                    <a:pt x="160212" y="1522679"/>
                  </a:lnTo>
                  <a:lnTo>
                    <a:pt x="173563" y="1522437"/>
                  </a:lnTo>
                  <a:lnTo>
                    <a:pt x="186914" y="1522186"/>
                  </a:lnTo>
                  <a:lnTo>
                    <a:pt x="200266" y="1521927"/>
                  </a:lnTo>
                  <a:lnTo>
                    <a:pt x="213617" y="1521657"/>
                  </a:lnTo>
                  <a:lnTo>
                    <a:pt x="226968" y="1521377"/>
                  </a:lnTo>
                  <a:lnTo>
                    <a:pt x="240319" y="1521087"/>
                  </a:lnTo>
                  <a:lnTo>
                    <a:pt x="253670" y="1520785"/>
                  </a:lnTo>
                  <a:lnTo>
                    <a:pt x="267021" y="1520472"/>
                  </a:lnTo>
                  <a:lnTo>
                    <a:pt x="280372" y="1520147"/>
                  </a:lnTo>
                  <a:lnTo>
                    <a:pt x="293723" y="1519809"/>
                  </a:lnTo>
                  <a:lnTo>
                    <a:pt x="307074" y="1519458"/>
                  </a:lnTo>
                  <a:lnTo>
                    <a:pt x="320425" y="1519093"/>
                  </a:lnTo>
                  <a:lnTo>
                    <a:pt x="333776" y="1518714"/>
                  </a:lnTo>
                  <a:lnTo>
                    <a:pt x="347127" y="1518319"/>
                  </a:lnTo>
                  <a:lnTo>
                    <a:pt x="360478" y="1517908"/>
                  </a:lnTo>
                  <a:lnTo>
                    <a:pt x="373829" y="1517481"/>
                  </a:lnTo>
                  <a:lnTo>
                    <a:pt x="387180" y="1517035"/>
                  </a:lnTo>
                  <a:lnTo>
                    <a:pt x="400532" y="1516571"/>
                  </a:lnTo>
                  <a:lnTo>
                    <a:pt x="413883" y="1516087"/>
                  </a:lnTo>
                  <a:lnTo>
                    <a:pt x="427234" y="1515583"/>
                  </a:lnTo>
                  <a:lnTo>
                    <a:pt x="440585" y="1515055"/>
                  </a:lnTo>
                  <a:lnTo>
                    <a:pt x="453936" y="1514502"/>
                  </a:lnTo>
                  <a:lnTo>
                    <a:pt x="467287" y="1513919"/>
                  </a:lnTo>
                  <a:lnTo>
                    <a:pt x="480638" y="1513304"/>
                  </a:lnTo>
                  <a:lnTo>
                    <a:pt x="493989" y="1512654"/>
                  </a:lnTo>
                  <a:lnTo>
                    <a:pt x="507340" y="1511965"/>
                  </a:lnTo>
                  <a:lnTo>
                    <a:pt x="520691" y="1511234"/>
                  </a:lnTo>
                  <a:lnTo>
                    <a:pt x="534042" y="1510458"/>
                  </a:lnTo>
                  <a:lnTo>
                    <a:pt x="547393" y="1509635"/>
                  </a:lnTo>
                  <a:lnTo>
                    <a:pt x="560744" y="1508759"/>
                  </a:lnTo>
                  <a:lnTo>
                    <a:pt x="574095" y="1507829"/>
                  </a:lnTo>
                  <a:lnTo>
                    <a:pt x="587446" y="1506841"/>
                  </a:lnTo>
                  <a:lnTo>
                    <a:pt x="600798" y="1505792"/>
                  </a:lnTo>
                  <a:lnTo>
                    <a:pt x="614149" y="1504677"/>
                  </a:lnTo>
                  <a:lnTo>
                    <a:pt x="627500" y="1503495"/>
                  </a:lnTo>
                  <a:lnTo>
                    <a:pt x="640851" y="1502240"/>
                  </a:lnTo>
                  <a:lnTo>
                    <a:pt x="654202" y="1500910"/>
                  </a:lnTo>
                  <a:lnTo>
                    <a:pt x="667553" y="1499501"/>
                  </a:lnTo>
                  <a:lnTo>
                    <a:pt x="680904" y="1498009"/>
                  </a:lnTo>
                  <a:lnTo>
                    <a:pt x="694255" y="1496431"/>
                  </a:lnTo>
                  <a:lnTo>
                    <a:pt x="707606" y="1494763"/>
                  </a:lnTo>
                  <a:lnTo>
                    <a:pt x="720957" y="1493001"/>
                  </a:lnTo>
                  <a:lnTo>
                    <a:pt x="734308" y="1491141"/>
                  </a:lnTo>
                  <a:lnTo>
                    <a:pt x="747659" y="1489180"/>
                  </a:lnTo>
                  <a:lnTo>
                    <a:pt x="761010" y="1487114"/>
                  </a:lnTo>
                  <a:lnTo>
                    <a:pt x="774361" y="1484938"/>
                  </a:lnTo>
                  <a:lnTo>
                    <a:pt x="787712" y="1482649"/>
                  </a:lnTo>
                  <a:lnTo>
                    <a:pt x="801064" y="1480243"/>
                  </a:lnTo>
                  <a:lnTo>
                    <a:pt x="814415" y="1477716"/>
                  </a:lnTo>
                  <a:lnTo>
                    <a:pt x="827766" y="1475063"/>
                  </a:lnTo>
                  <a:lnTo>
                    <a:pt x="841117" y="1472281"/>
                  </a:lnTo>
                  <a:lnTo>
                    <a:pt x="854468" y="1469366"/>
                  </a:lnTo>
                  <a:lnTo>
                    <a:pt x="867819" y="1466313"/>
                  </a:lnTo>
                  <a:lnTo>
                    <a:pt x="881170" y="1463119"/>
                  </a:lnTo>
                  <a:lnTo>
                    <a:pt x="894521" y="1459779"/>
                  </a:lnTo>
                  <a:lnTo>
                    <a:pt x="907872" y="1456291"/>
                  </a:lnTo>
                  <a:lnTo>
                    <a:pt x="921223" y="1452649"/>
                  </a:lnTo>
                  <a:lnTo>
                    <a:pt x="934574" y="1448851"/>
                  </a:lnTo>
                  <a:lnTo>
                    <a:pt x="947925" y="1444893"/>
                  </a:lnTo>
                  <a:lnTo>
                    <a:pt x="961276" y="1440771"/>
                  </a:lnTo>
                  <a:lnTo>
                    <a:pt x="974627" y="1436483"/>
                  </a:lnTo>
                  <a:lnTo>
                    <a:pt x="987978" y="1432027"/>
                  </a:lnTo>
                  <a:lnTo>
                    <a:pt x="1001330" y="1427399"/>
                  </a:lnTo>
                  <a:lnTo>
                    <a:pt x="1014681" y="1422597"/>
                  </a:lnTo>
                  <a:lnTo>
                    <a:pt x="1028032" y="1417621"/>
                  </a:lnTo>
                  <a:lnTo>
                    <a:pt x="1041383" y="1412470"/>
                  </a:lnTo>
                  <a:lnTo>
                    <a:pt x="1054734" y="1407142"/>
                  </a:lnTo>
                  <a:lnTo>
                    <a:pt x="1068085" y="1401640"/>
                  </a:lnTo>
                  <a:lnTo>
                    <a:pt x="1081436" y="1395964"/>
                  </a:lnTo>
                  <a:lnTo>
                    <a:pt x="1094787" y="1390116"/>
                  </a:lnTo>
                  <a:lnTo>
                    <a:pt x="1108138" y="1384100"/>
                  </a:lnTo>
                  <a:lnTo>
                    <a:pt x="1121489" y="1377920"/>
                  </a:lnTo>
                  <a:lnTo>
                    <a:pt x="1134840" y="1371582"/>
                  </a:lnTo>
                  <a:lnTo>
                    <a:pt x="1148191" y="1365093"/>
                  </a:lnTo>
                  <a:lnTo>
                    <a:pt x="1161542" y="1358461"/>
                  </a:lnTo>
                  <a:lnTo>
                    <a:pt x="1174893" y="1351697"/>
                  </a:lnTo>
                  <a:lnTo>
                    <a:pt x="1188244" y="1344811"/>
                  </a:lnTo>
                  <a:lnTo>
                    <a:pt x="1201596" y="1337816"/>
                  </a:lnTo>
                  <a:lnTo>
                    <a:pt x="1214947" y="1330727"/>
                  </a:lnTo>
                  <a:lnTo>
                    <a:pt x="1228298" y="1323560"/>
                  </a:lnTo>
                  <a:lnTo>
                    <a:pt x="1241649" y="1316333"/>
                  </a:lnTo>
                  <a:lnTo>
                    <a:pt x="1255000" y="1309065"/>
                  </a:lnTo>
                  <a:lnTo>
                    <a:pt x="1268351" y="1301777"/>
                  </a:lnTo>
                  <a:lnTo>
                    <a:pt x="1281702" y="1294491"/>
                  </a:lnTo>
                  <a:lnTo>
                    <a:pt x="1295053" y="1287230"/>
                  </a:lnTo>
                  <a:lnTo>
                    <a:pt x="1308404" y="1280020"/>
                  </a:lnTo>
                  <a:lnTo>
                    <a:pt x="1321755" y="1272886"/>
                  </a:lnTo>
                  <a:lnTo>
                    <a:pt x="1335106" y="1265854"/>
                  </a:lnTo>
                  <a:lnTo>
                    <a:pt x="1348457" y="1258953"/>
                  </a:lnTo>
                  <a:lnTo>
                    <a:pt x="1361808" y="1252209"/>
                  </a:lnTo>
                  <a:lnTo>
                    <a:pt x="1375159" y="1245652"/>
                  </a:lnTo>
                  <a:lnTo>
                    <a:pt x="1388510" y="1239302"/>
                  </a:lnTo>
                  <a:lnTo>
                    <a:pt x="1401862" y="1233173"/>
                  </a:lnTo>
                  <a:lnTo>
                    <a:pt x="1415213" y="1227280"/>
                  </a:lnTo>
                  <a:lnTo>
                    <a:pt x="1428564" y="1221632"/>
                  </a:lnTo>
                  <a:lnTo>
                    <a:pt x="1441915" y="1216240"/>
                  </a:lnTo>
                  <a:lnTo>
                    <a:pt x="1455266" y="1211112"/>
                  </a:lnTo>
                  <a:lnTo>
                    <a:pt x="1468617" y="1206254"/>
                  </a:lnTo>
                  <a:lnTo>
                    <a:pt x="1481968" y="1201672"/>
                  </a:lnTo>
                  <a:lnTo>
                    <a:pt x="1495319" y="1197369"/>
                  </a:lnTo>
                  <a:lnTo>
                    <a:pt x="1508670" y="1193349"/>
                  </a:lnTo>
                  <a:lnTo>
                    <a:pt x="1522021" y="1189613"/>
                  </a:lnTo>
                  <a:lnTo>
                    <a:pt x="1535372" y="1186161"/>
                  </a:lnTo>
                  <a:lnTo>
                    <a:pt x="1548723" y="1182992"/>
                  </a:lnTo>
                  <a:lnTo>
                    <a:pt x="1562074" y="1180106"/>
                  </a:lnTo>
                  <a:lnTo>
                    <a:pt x="1575425" y="1177499"/>
                  </a:lnTo>
                  <a:lnTo>
                    <a:pt x="1588776" y="1175168"/>
                  </a:lnTo>
                  <a:lnTo>
                    <a:pt x="1602128" y="1173108"/>
                  </a:lnTo>
                  <a:lnTo>
                    <a:pt x="1615479" y="1171315"/>
                  </a:lnTo>
                  <a:lnTo>
                    <a:pt x="1628830" y="1169783"/>
                  </a:lnTo>
                  <a:lnTo>
                    <a:pt x="1642181" y="1168505"/>
                  </a:lnTo>
                  <a:lnTo>
                    <a:pt x="1655532" y="1167474"/>
                  </a:lnTo>
                  <a:lnTo>
                    <a:pt x="1668883" y="1166683"/>
                  </a:lnTo>
                  <a:lnTo>
                    <a:pt x="1682234" y="1166123"/>
                  </a:lnTo>
                  <a:lnTo>
                    <a:pt x="1695585" y="1165787"/>
                  </a:lnTo>
                  <a:lnTo>
                    <a:pt x="1708936" y="1165664"/>
                  </a:lnTo>
                  <a:lnTo>
                    <a:pt x="1722287" y="1157372"/>
                  </a:lnTo>
                  <a:lnTo>
                    <a:pt x="1735638" y="1142386"/>
                  </a:lnTo>
                  <a:lnTo>
                    <a:pt x="1748989" y="1127381"/>
                  </a:lnTo>
                  <a:lnTo>
                    <a:pt x="1762340" y="1112362"/>
                  </a:lnTo>
                  <a:lnTo>
                    <a:pt x="1775691" y="1097338"/>
                  </a:lnTo>
                  <a:lnTo>
                    <a:pt x="1789042" y="1082316"/>
                  </a:lnTo>
                  <a:lnTo>
                    <a:pt x="1802394" y="1067305"/>
                  </a:lnTo>
                  <a:lnTo>
                    <a:pt x="1815745" y="1052312"/>
                  </a:lnTo>
                  <a:lnTo>
                    <a:pt x="1829096" y="1037346"/>
                  </a:lnTo>
                  <a:lnTo>
                    <a:pt x="1842447" y="1022418"/>
                  </a:lnTo>
                  <a:lnTo>
                    <a:pt x="1855798" y="1007536"/>
                  </a:lnTo>
                  <a:lnTo>
                    <a:pt x="1869149" y="992710"/>
                  </a:lnTo>
                  <a:lnTo>
                    <a:pt x="1882500" y="977951"/>
                  </a:lnTo>
                  <a:lnTo>
                    <a:pt x="1895851" y="963270"/>
                  </a:lnTo>
                  <a:lnTo>
                    <a:pt x="1909202" y="948676"/>
                  </a:lnTo>
                  <a:lnTo>
                    <a:pt x="1922553" y="934182"/>
                  </a:lnTo>
                  <a:lnTo>
                    <a:pt x="1935904" y="919799"/>
                  </a:lnTo>
                  <a:lnTo>
                    <a:pt x="1949255" y="905538"/>
                  </a:lnTo>
                  <a:lnTo>
                    <a:pt x="1962606" y="891411"/>
                  </a:lnTo>
                  <a:lnTo>
                    <a:pt x="1975957" y="877432"/>
                  </a:lnTo>
                  <a:lnTo>
                    <a:pt x="1989309" y="863612"/>
                  </a:lnTo>
                  <a:lnTo>
                    <a:pt x="2002660" y="849963"/>
                  </a:lnTo>
                  <a:lnTo>
                    <a:pt x="2016011" y="836500"/>
                  </a:lnTo>
                  <a:lnTo>
                    <a:pt x="2029362" y="823234"/>
                  </a:lnTo>
                  <a:lnTo>
                    <a:pt x="2042713" y="810179"/>
                  </a:lnTo>
                  <a:lnTo>
                    <a:pt x="2056064" y="797349"/>
                  </a:lnTo>
                  <a:lnTo>
                    <a:pt x="2069415" y="784756"/>
                  </a:lnTo>
                  <a:lnTo>
                    <a:pt x="2082766" y="772411"/>
                  </a:lnTo>
                  <a:lnTo>
                    <a:pt x="2096117" y="760315"/>
                  </a:lnTo>
                  <a:lnTo>
                    <a:pt x="2109468" y="748469"/>
                  </a:lnTo>
                  <a:lnTo>
                    <a:pt x="2122819" y="736873"/>
                  </a:lnTo>
                  <a:lnTo>
                    <a:pt x="2136170" y="725526"/>
                  </a:lnTo>
                  <a:lnTo>
                    <a:pt x="2149521" y="714427"/>
                  </a:lnTo>
                  <a:lnTo>
                    <a:pt x="2162872" y="703577"/>
                  </a:lnTo>
                  <a:lnTo>
                    <a:pt x="2176223" y="692974"/>
                  </a:lnTo>
                  <a:lnTo>
                    <a:pt x="2189575" y="682617"/>
                  </a:lnTo>
                  <a:lnTo>
                    <a:pt x="2202926" y="672504"/>
                  </a:lnTo>
                  <a:lnTo>
                    <a:pt x="2216277" y="662635"/>
                  </a:lnTo>
                  <a:lnTo>
                    <a:pt x="2229628" y="653008"/>
                  </a:lnTo>
                  <a:lnTo>
                    <a:pt x="2242979" y="643622"/>
                  </a:lnTo>
                  <a:lnTo>
                    <a:pt x="2256330" y="634473"/>
                  </a:lnTo>
                  <a:lnTo>
                    <a:pt x="2269681" y="625560"/>
                  </a:lnTo>
                  <a:lnTo>
                    <a:pt x="2283032" y="616881"/>
                  </a:lnTo>
                  <a:lnTo>
                    <a:pt x="2296383" y="608433"/>
                  </a:lnTo>
                  <a:lnTo>
                    <a:pt x="2309734" y="600214"/>
                  </a:lnTo>
                  <a:lnTo>
                    <a:pt x="2323085" y="592221"/>
                  </a:lnTo>
                  <a:lnTo>
                    <a:pt x="2336436" y="584451"/>
                  </a:lnTo>
                  <a:lnTo>
                    <a:pt x="2349787" y="576901"/>
                  </a:lnTo>
                  <a:lnTo>
                    <a:pt x="2363138" y="569568"/>
                  </a:lnTo>
                  <a:lnTo>
                    <a:pt x="2376489" y="562448"/>
                  </a:lnTo>
                  <a:lnTo>
                    <a:pt x="2389841" y="555539"/>
                  </a:lnTo>
                  <a:lnTo>
                    <a:pt x="2403192" y="548835"/>
                  </a:lnTo>
                  <a:lnTo>
                    <a:pt x="2416543" y="542334"/>
                  </a:lnTo>
                  <a:lnTo>
                    <a:pt x="2429894" y="536031"/>
                  </a:lnTo>
                  <a:lnTo>
                    <a:pt x="2443245" y="529924"/>
                  </a:lnTo>
                  <a:lnTo>
                    <a:pt x="2456596" y="524006"/>
                  </a:lnTo>
                  <a:lnTo>
                    <a:pt x="2469947" y="518275"/>
                  </a:lnTo>
                  <a:lnTo>
                    <a:pt x="2483298" y="512726"/>
                  </a:lnTo>
                  <a:lnTo>
                    <a:pt x="2496649" y="507353"/>
                  </a:lnTo>
                  <a:lnTo>
                    <a:pt x="2510000" y="502154"/>
                  </a:lnTo>
                  <a:lnTo>
                    <a:pt x="2523351" y="497122"/>
                  </a:lnTo>
                  <a:lnTo>
                    <a:pt x="2536702" y="492254"/>
                  </a:lnTo>
                  <a:lnTo>
                    <a:pt x="2550053" y="487544"/>
                  </a:lnTo>
                  <a:lnTo>
                    <a:pt x="2563404" y="482987"/>
                  </a:lnTo>
                  <a:lnTo>
                    <a:pt x="2576755" y="478578"/>
                  </a:lnTo>
                  <a:lnTo>
                    <a:pt x="2590107" y="474311"/>
                  </a:lnTo>
                  <a:lnTo>
                    <a:pt x="2603458" y="470183"/>
                  </a:lnTo>
                  <a:lnTo>
                    <a:pt x="2616809" y="466187"/>
                  </a:lnTo>
                  <a:lnTo>
                    <a:pt x="2630160" y="462317"/>
                  </a:lnTo>
                  <a:lnTo>
                    <a:pt x="2643511" y="458569"/>
                  </a:lnTo>
                  <a:lnTo>
                    <a:pt x="2656862" y="454937"/>
                  </a:lnTo>
                  <a:lnTo>
                    <a:pt x="2670213" y="451415"/>
                  </a:lnTo>
                  <a:lnTo>
                    <a:pt x="2683564" y="447998"/>
                  </a:lnTo>
                  <a:lnTo>
                    <a:pt x="2696915" y="444679"/>
                  </a:lnTo>
                  <a:lnTo>
                    <a:pt x="2710266" y="441454"/>
                  </a:lnTo>
                  <a:lnTo>
                    <a:pt x="2723617" y="438316"/>
                  </a:lnTo>
                  <a:lnTo>
                    <a:pt x="2736968" y="435260"/>
                  </a:lnTo>
                  <a:lnTo>
                    <a:pt x="2750319" y="432279"/>
                  </a:lnTo>
                  <a:lnTo>
                    <a:pt x="2763670" y="429369"/>
                  </a:lnTo>
                  <a:lnTo>
                    <a:pt x="2777021" y="426523"/>
                  </a:lnTo>
                  <a:lnTo>
                    <a:pt x="2790373" y="423735"/>
                  </a:lnTo>
                  <a:lnTo>
                    <a:pt x="2803724" y="421000"/>
                  </a:lnTo>
                  <a:lnTo>
                    <a:pt x="2817075" y="418312"/>
                  </a:lnTo>
                  <a:lnTo>
                    <a:pt x="2830426" y="415664"/>
                  </a:lnTo>
                  <a:lnTo>
                    <a:pt x="2843777" y="413052"/>
                  </a:lnTo>
                  <a:lnTo>
                    <a:pt x="2857128" y="410470"/>
                  </a:lnTo>
                  <a:lnTo>
                    <a:pt x="2870479" y="407911"/>
                  </a:lnTo>
                  <a:lnTo>
                    <a:pt x="2883830" y="405371"/>
                  </a:lnTo>
                  <a:lnTo>
                    <a:pt x="2897181" y="402844"/>
                  </a:lnTo>
                  <a:lnTo>
                    <a:pt x="2910532" y="400324"/>
                  </a:lnTo>
                  <a:lnTo>
                    <a:pt x="2923883" y="397806"/>
                  </a:lnTo>
                  <a:lnTo>
                    <a:pt x="2937234" y="395285"/>
                  </a:lnTo>
                  <a:lnTo>
                    <a:pt x="2950585" y="392755"/>
                  </a:lnTo>
                  <a:lnTo>
                    <a:pt x="2963936" y="390212"/>
                  </a:lnTo>
                  <a:lnTo>
                    <a:pt x="2977287" y="387650"/>
                  </a:lnTo>
                  <a:lnTo>
                    <a:pt x="2990639" y="385065"/>
                  </a:lnTo>
                  <a:lnTo>
                    <a:pt x="3003990" y="382452"/>
                  </a:lnTo>
                  <a:lnTo>
                    <a:pt x="3017341" y="379805"/>
                  </a:lnTo>
                  <a:lnTo>
                    <a:pt x="3030692" y="377122"/>
                  </a:lnTo>
                  <a:lnTo>
                    <a:pt x="3044043" y="374397"/>
                  </a:lnTo>
                  <a:lnTo>
                    <a:pt x="3057394" y="371626"/>
                  </a:lnTo>
                  <a:lnTo>
                    <a:pt x="3070745" y="368806"/>
                  </a:lnTo>
                  <a:lnTo>
                    <a:pt x="3084096" y="365932"/>
                  </a:lnTo>
                  <a:lnTo>
                    <a:pt x="3097447" y="363000"/>
                  </a:lnTo>
                  <a:lnTo>
                    <a:pt x="3110798" y="360008"/>
                  </a:lnTo>
                  <a:lnTo>
                    <a:pt x="3124149" y="356952"/>
                  </a:lnTo>
                  <a:lnTo>
                    <a:pt x="3137500" y="353828"/>
                  </a:lnTo>
                  <a:lnTo>
                    <a:pt x="3150851" y="350634"/>
                  </a:lnTo>
                  <a:lnTo>
                    <a:pt x="3164202" y="347366"/>
                  </a:lnTo>
                  <a:lnTo>
                    <a:pt x="3177553" y="344023"/>
                  </a:lnTo>
                  <a:lnTo>
                    <a:pt x="3190905" y="340601"/>
                  </a:lnTo>
                  <a:lnTo>
                    <a:pt x="3204256" y="337099"/>
                  </a:lnTo>
                  <a:lnTo>
                    <a:pt x="3217607" y="333514"/>
                  </a:lnTo>
                  <a:lnTo>
                    <a:pt x="3230958" y="329844"/>
                  </a:lnTo>
                  <a:lnTo>
                    <a:pt x="3244309" y="326088"/>
                  </a:lnTo>
                  <a:lnTo>
                    <a:pt x="3257660" y="322244"/>
                  </a:lnTo>
                  <a:lnTo>
                    <a:pt x="3271011" y="318313"/>
                  </a:lnTo>
                  <a:lnTo>
                    <a:pt x="3284362" y="314296"/>
                  </a:lnTo>
                  <a:lnTo>
                    <a:pt x="3297713" y="310194"/>
                  </a:lnTo>
                  <a:lnTo>
                    <a:pt x="3311064" y="306007"/>
                  </a:lnTo>
                  <a:lnTo>
                    <a:pt x="3324415" y="301736"/>
                  </a:lnTo>
                  <a:lnTo>
                    <a:pt x="3337766" y="297383"/>
                  </a:lnTo>
                  <a:lnTo>
                    <a:pt x="3351117" y="292948"/>
                  </a:lnTo>
                  <a:lnTo>
                    <a:pt x="3364468" y="288432"/>
                  </a:lnTo>
                  <a:lnTo>
                    <a:pt x="3377819" y="283835"/>
                  </a:lnTo>
                  <a:lnTo>
                    <a:pt x="3391171" y="279160"/>
                  </a:lnTo>
                  <a:lnTo>
                    <a:pt x="3404522" y="274406"/>
                  </a:lnTo>
                  <a:lnTo>
                    <a:pt x="3417873" y="269575"/>
                  </a:lnTo>
                  <a:lnTo>
                    <a:pt x="3431224" y="264667"/>
                  </a:lnTo>
                  <a:lnTo>
                    <a:pt x="3444575" y="259683"/>
                  </a:lnTo>
                  <a:lnTo>
                    <a:pt x="3457926" y="254625"/>
                  </a:lnTo>
                  <a:lnTo>
                    <a:pt x="3471277" y="249493"/>
                  </a:lnTo>
                  <a:lnTo>
                    <a:pt x="3484628" y="244288"/>
                  </a:lnTo>
                  <a:lnTo>
                    <a:pt x="3497979" y="239011"/>
                  </a:lnTo>
                  <a:lnTo>
                    <a:pt x="3511330" y="233662"/>
                  </a:lnTo>
                  <a:lnTo>
                    <a:pt x="3524681" y="228243"/>
                  </a:lnTo>
                  <a:lnTo>
                    <a:pt x="3538032" y="222755"/>
                  </a:lnTo>
                  <a:lnTo>
                    <a:pt x="3551383" y="217198"/>
                  </a:lnTo>
                  <a:lnTo>
                    <a:pt x="3564734" y="211573"/>
                  </a:lnTo>
                  <a:lnTo>
                    <a:pt x="3578085" y="205881"/>
                  </a:lnTo>
                  <a:lnTo>
                    <a:pt x="3591437" y="200122"/>
                  </a:lnTo>
                  <a:lnTo>
                    <a:pt x="3604788" y="194298"/>
                  </a:lnTo>
                  <a:lnTo>
                    <a:pt x="3618139" y="188410"/>
                  </a:lnTo>
                  <a:lnTo>
                    <a:pt x="3631490" y="182457"/>
                  </a:lnTo>
                  <a:lnTo>
                    <a:pt x="3644841" y="176441"/>
                  </a:lnTo>
                  <a:lnTo>
                    <a:pt x="3658192" y="170363"/>
                  </a:lnTo>
                  <a:lnTo>
                    <a:pt x="3671543" y="164223"/>
                  </a:lnTo>
                  <a:lnTo>
                    <a:pt x="3684894" y="158022"/>
                  </a:lnTo>
                  <a:lnTo>
                    <a:pt x="3698245" y="151761"/>
                  </a:lnTo>
                  <a:lnTo>
                    <a:pt x="3711596" y="145440"/>
                  </a:lnTo>
                  <a:lnTo>
                    <a:pt x="3724947" y="139060"/>
                  </a:lnTo>
                  <a:lnTo>
                    <a:pt x="3738298" y="132622"/>
                  </a:lnTo>
                  <a:lnTo>
                    <a:pt x="3751649" y="126127"/>
                  </a:lnTo>
                  <a:lnTo>
                    <a:pt x="3765000" y="119574"/>
                  </a:lnTo>
                  <a:lnTo>
                    <a:pt x="3778352" y="112965"/>
                  </a:lnTo>
                  <a:lnTo>
                    <a:pt x="3791703" y="106300"/>
                  </a:lnTo>
                  <a:lnTo>
                    <a:pt x="3805054" y="99580"/>
                  </a:lnTo>
                  <a:lnTo>
                    <a:pt x="3818405" y="92805"/>
                  </a:lnTo>
                  <a:lnTo>
                    <a:pt x="3831756" y="85976"/>
                  </a:lnTo>
                  <a:lnTo>
                    <a:pt x="3845107" y="79094"/>
                  </a:lnTo>
                  <a:lnTo>
                    <a:pt x="3858458" y="72158"/>
                  </a:lnTo>
                  <a:lnTo>
                    <a:pt x="3871809" y="65171"/>
                  </a:lnTo>
                  <a:lnTo>
                    <a:pt x="3885160" y="58131"/>
                  </a:lnTo>
                  <a:lnTo>
                    <a:pt x="3898511" y="51040"/>
                  </a:lnTo>
                  <a:lnTo>
                    <a:pt x="3911862" y="43897"/>
                  </a:lnTo>
                  <a:lnTo>
                    <a:pt x="3925213" y="36705"/>
                  </a:lnTo>
                  <a:lnTo>
                    <a:pt x="3938564" y="29462"/>
                  </a:lnTo>
                  <a:lnTo>
                    <a:pt x="3951915" y="22170"/>
                  </a:lnTo>
                  <a:lnTo>
                    <a:pt x="3965266" y="14828"/>
                  </a:lnTo>
                  <a:lnTo>
                    <a:pt x="3978618" y="7438"/>
                  </a:lnTo>
                  <a:lnTo>
                    <a:pt x="3991969" y="0"/>
                  </a:lnTo>
                  <a:lnTo>
                    <a:pt x="3991969" y="1262985"/>
                  </a:lnTo>
                  <a:lnTo>
                    <a:pt x="3978618" y="1260527"/>
                  </a:lnTo>
                  <a:lnTo>
                    <a:pt x="3965266" y="1258084"/>
                  </a:lnTo>
                  <a:lnTo>
                    <a:pt x="3951915" y="1255658"/>
                  </a:lnTo>
                  <a:lnTo>
                    <a:pt x="3938564" y="1253248"/>
                  </a:lnTo>
                  <a:lnTo>
                    <a:pt x="3925213" y="1250854"/>
                  </a:lnTo>
                  <a:lnTo>
                    <a:pt x="3911862" y="1248478"/>
                  </a:lnTo>
                  <a:lnTo>
                    <a:pt x="3898511" y="1246120"/>
                  </a:lnTo>
                  <a:lnTo>
                    <a:pt x="3885160" y="1243781"/>
                  </a:lnTo>
                  <a:lnTo>
                    <a:pt x="3871809" y="1241460"/>
                  </a:lnTo>
                  <a:lnTo>
                    <a:pt x="3858458" y="1239159"/>
                  </a:lnTo>
                  <a:lnTo>
                    <a:pt x="3845107" y="1236878"/>
                  </a:lnTo>
                  <a:lnTo>
                    <a:pt x="3831756" y="1234617"/>
                  </a:lnTo>
                  <a:lnTo>
                    <a:pt x="3818405" y="1232378"/>
                  </a:lnTo>
                  <a:lnTo>
                    <a:pt x="3805054" y="1230161"/>
                  </a:lnTo>
                  <a:lnTo>
                    <a:pt x="3791703" y="1227966"/>
                  </a:lnTo>
                  <a:lnTo>
                    <a:pt x="3778352" y="1225794"/>
                  </a:lnTo>
                  <a:lnTo>
                    <a:pt x="3765000" y="1223647"/>
                  </a:lnTo>
                  <a:lnTo>
                    <a:pt x="3751649" y="1221523"/>
                  </a:lnTo>
                  <a:lnTo>
                    <a:pt x="3738298" y="1219425"/>
                  </a:lnTo>
                  <a:lnTo>
                    <a:pt x="3724947" y="1217352"/>
                  </a:lnTo>
                  <a:lnTo>
                    <a:pt x="3711596" y="1215306"/>
                  </a:lnTo>
                  <a:lnTo>
                    <a:pt x="3698245" y="1213288"/>
                  </a:lnTo>
                  <a:lnTo>
                    <a:pt x="3684894" y="1211297"/>
                  </a:lnTo>
                  <a:lnTo>
                    <a:pt x="3671543" y="1209335"/>
                  </a:lnTo>
                  <a:lnTo>
                    <a:pt x="3658192" y="1207402"/>
                  </a:lnTo>
                  <a:lnTo>
                    <a:pt x="3644841" y="1205500"/>
                  </a:lnTo>
                  <a:lnTo>
                    <a:pt x="3631490" y="1203628"/>
                  </a:lnTo>
                  <a:lnTo>
                    <a:pt x="3618139" y="1201789"/>
                  </a:lnTo>
                  <a:lnTo>
                    <a:pt x="3604788" y="1199982"/>
                  </a:lnTo>
                  <a:lnTo>
                    <a:pt x="3591437" y="1198208"/>
                  </a:lnTo>
                  <a:lnTo>
                    <a:pt x="3578085" y="1196469"/>
                  </a:lnTo>
                  <a:lnTo>
                    <a:pt x="3564734" y="1194765"/>
                  </a:lnTo>
                  <a:lnTo>
                    <a:pt x="3551383" y="1193096"/>
                  </a:lnTo>
                  <a:lnTo>
                    <a:pt x="3538032" y="1191465"/>
                  </a:lnTo>
                  <a:lnTo>
                    <a:pt x="3524681" y="1189871"/>
                  </a:lnTo>
                  <a:lnTo>
                    <a:pt x="3511330" y="1188316"/>
                  </a:lnTo>
                  <a:lnTo>
                    <a:pt x="3497979" y="1186801"/>
                  </a:lnTo>
                  <a:lnTo>
                    <a:pt x="3484628" y="1185326"/>
                  </a:lnTo>
                  <a:lnTo>
                    <a:pt x="3471277" y="1183892"/>
                  </a:lnTo>
                  <a:lnTo>
                    <a:pt x="3457926" y="1182501"/>
                  </a:lnTo>
                  <a:lnTo>
                    <a:pt x="3444575" y="1181152"/>
                  </a:lnTo>
                  <a:lnTo>
                    <a:pt x="3431224" y="1179848"/>
                  </a:lnTo>
                  <a:lnTo>
                    <a:pt x="3417873" y="1178589"/>
                  </a:lnTo>
                  <a:lnTo>
                    <a:pt x="3404522" y="1177376"/>
                  </a:lnTo>
                  <a:lnTo>
                    <a:pt x="3391171" y="1176210"/>
                  </a:lnTo>
                  <a:lnTo>
                    <a:pt x="3377819" y="1175092"/>
                  </a:lnTo>
                  <a:lnTo>
                    <a:pt x="3364468" y="1174023"/>
                  </a:lnTo>
                  <a:lnTo>
                    <a:pt x="3351117" y="1173003"/>
                  </a:lnTo>
                  <a:lnTo>
                    <a:pt x="3337766" y="1172035"/>
                  </a:lnTo>
                  <a:lnTo>
                    <a:pt x="3324415" y="1171118"/>
                  </a:lnTo>
                  <a:lnTo>
                    <a:pt x="3311064" y="1170253"/>
                  </a:lnTo>
                  <a:lnTo>
                    <a:pt x="3297713" y="1169442"/>
                  </a:lnTo>
                  <a:lnTo>
                    <a:pt x="3284362" y="1168686"/>
                  </a:lnTo>
                  <a:lnTo>
                    <a:pt x="3271011" y="1167985"/>
                  </a:lnTo>
                  <a:lnTo>
                    <a:pt x="3257660" y="1167340"/>
                  </a:lnTo>
                  <a:lnTo>
                    <a:pt x="3244309" y="1166752"/>
                  </a:lnTo>
                  <a:lnTo>
                    <a:pt x="3230958" y="1166223"/>
                  </a:lnTo>
                  <a:lnTo>
                    <a:pt x="3217607" y="1165752"/>
                  </a:lnTo>
                  <a:lnTo>
                    <a:pt x="3204256" y="1165341"/>
                  </a:lnTo>
                  <a:lnTo>
                    <a:pt x="3190905" y="1164990"/>
                  </a:lnTo>
                  <a:lnTo>
                    <a:pt x="3177553" y="1164701"/>
                  </a:lnTo>
                  <a:lnTo>
                    <a:pt x="3164202" y="1164472"/>
                  </a:lnTo>
                  <a:lnTo>
                    <a:pt x="3150851" y="1164306"/>
                  </a:lnTo>
                  <a:lnTo>
                    <a:pt x="3137500" y="1164201"/>
                  </a:lnTo>
                  <a:lnTo>
                    <a:pt x="3124149" y="1164158"/>
                  </a:lnTo>
                  <a:lnTo>
                    <a:pt x="3110798" y="1164176"/>
                  </a:lnTo>
                  <a:lnTo>
                    <a:pt x="3097447" y="1164255"/>
                  </a:lnTo>
                  <a:lnTo>
                    <a:pt x="3084096" y="1164396"/>
                  </a:lnTo>
                  <a:lnTo>
                    <a:pt x="3070745" y="1164596"/>
                  </a:lnTo>
                  <a:lnTo>
                    <a:pt x="3057394" y="1164856"/>
                  </a:lnTo>
                  <a:lnTo>
                    <a:pt x="3044043" y="1165174"/>
                  </a:lnTo>
                  <a:lnTo>
                    <a:pt x="3030692" y="1165549"/>
                  </a:lnTo>
                  <a:lnTo>
                    <a:pt x="3017341" y="1165981"/>
                  </a:lnTo>
                  <a:lnTo>
                    <a:pt x="3003990" y="1166468"/>
                  </a:lnTo>
                  <a:lnTo>
                    <a:pt x="2990639" y="1167009"/>
                  </a:lnTo>
                  <a:lnTo>
                    <a:pt x="2977287" y="1167602"/>
                  </a:lnTo>
                  <a:lnTo>
                    <a:pt x="2963936" y="1168245"/>
                  </a:lnTo>
                  <a:lnTo>
                    <a:pt x="2950585" y="1168938"/>
                  </a:lnTo>
                  <a:lnTo>
                    <a:pt x="2937234" y="1169677"/>
                  </a:lnTo>
                  <a:lnTo>
                    <a:pt x="2923883" y="1170462"/>
                  </a:lnTo>
                  <a:lnTo>
                    <a:pt x="2910532" y="1171289"/>
                  </a:lnTo>
                  <a:lnTo>
                    <a:pt x="2897181" y="1172158"/>
                  </a:lnTo>
                  <a:lnTo>
                    <a:pt x="2883830" y="1173066"/>
                  </a:lnTo>
                  <a:lnTo>
                    <a:pt x="2870479" y="1174010"/>
                  </a:lnTo>
                  <a:lnTo>
                    <a:pt x="2857128" y="1174989"/>
                  </a:lnTo>
                  <a:lnTo>
                    <a:pt x="2843777" y="1176000"/>
                  </a:lnTo>
                  <a:lnTo>
                    <a:pt x="2830426" y="1177041"/>
                  </a:lnTo>
                  <a:lnTo>
                    <a:pt x="2817075" y="1178108"/>
                  </a:lnTo>
                  <a:lnTo>
                    <a:pt x="2803724" y="1179201"/>
                  </a:lnTo>
                  <a:lnTo>
                    <a:pt x="2790373" y="1180316"/>
                  </a:lnTo>
                  <a:lnTo>
                    <a:pt x="2777021" y="1181451"/>
                  </a:lnTo>
                  <a:lnTo>
                    <a:pt x="2763670" y="1182602"/>
                  </a:lnTo>
                  <a:lnTo>
                    <a:pt x="2750319" y="1183768"/>
                  </a:lnTo>
                  <a:lnTo>
                    <a:pt x="2736968" y="1184946"/>
                  </a:lnTo>
                  <a:lnTo>
                    <a:pt x="2723617" y="1186134"/>
                  </a:lnTo>
                  <a:lnTo>
                    <a:pt x="2710266" y="1187328"/>
                  </a:lnTo>
                  <a:lnTo>
                    <a:pt x="2696915" y="1188526"/>
                  </a:lnTo>
                  <a:lnTo>
                    <a:pt x="2683564" y="1189725"/>
                  </a:lnTo>
                  <a:lnTo>
                    <a:pt x="2670213" y="1190923"/>
                  </a:lnTo>
                  <a:lnTo>
                    <a:pt x="2656862" y="1192117"/>
                  </a:lnTo>
                  <a:lnTo>
                    <a:pt x="2643511" y="1193304"/>
                  </a:lnTo>
                  <a:lnTo>
                    <a:pt x="2630160" y="1194482"/>
                  </a:lnTo>
                  <a:lnTo>
                    <a:pt x="2616809" y="1195649"/>
                  </a:lnTo>
                  <a:lnTo>
                    <a:pt x="2603458" y="1196801"/>
                  </a:lnTo>
                  <a:lnTo>
                    <a:pt x="2590107" y="1197935"/>
                  </a:lnTo>
                  <a:lnTo>
                    <a:pt x="2576755" y="1199051"/>
                  </a:lnTo>
                  <a:lnTo>
                    <a:pt x="2563404" y="1200144"/>
                  </a:lnTo>
                  <a:lnTo>
                    <a:pt x="2550053" y="1201212"/>
                  </a:lnTo>
                  <a:lnTo>
                    <a:pt x="2536702" y="1202253"/>
                  </a:lnTo>
                  <a:lnTo>
                    <a:pt x="2523351" y="1203264"/>
                  </a:lnTo>
                  <a:lnTo>
                    <a:pt x="2510000" y="1204244"/>
                  </a:lnTo>
                  <a:lnTo>
                    <a:pt x="2496649" y="1205188"/>
                  </a:lnTo>
                  <a:lnTo>
                    <a:pt x="2483298" y="1206096"/>
                  </a:lnTo>
                  <a:lnTo>
                    <a:pt x="2469947" y="1206964"/>
                  </a:lnTo>
                  <a:lnTo>
                    <a:pt x="2456596" y="1207790"/>
                  </a:lnTo>
                  <a:lnTo>
                    <a:pt x="2443245" y="1208572"/>
                  </a:lnTo>
                  <a:lnTo>
                    <a:pt x="2429894" y="1209307"/>
                  </a:lnTo>
                  <a:lnTo>
                    <a:pt x="2416543" y="1209993"/>
                  </a:lnTo>
                  <a:lnTo>
                    <a:pt x="2403192" y="1210628"/>
                  </a:lnTo>
                  <a:lnTo>
                    <a:pt x="2389841" y="1211210"/>
                  </a:lnTo>
                  <a:lnTo>
                    <a:pt x="2376489" y="1211736"/>
                  </a:lnTo>
                  <a:lnTo>
                    <a:pt x="2363138" y="1212204"/>
                  </a:lnTo>
                  <a:lnTo>
                    <a:pt x="2349787" y="1212611"/>
                  </a:lnTo>
                  <a:lnTo>
                    <a:pt x="2336436" y="1212957"/>
                  </a:lnTo>
                  <a:lnTo>
                    <a:pt x="2323085" y="1213237"/>
                  </a:lnTo>
                  <a:lnTo>
                    <a:pt x="2309734" y="1213451"/>
                  </a:lnTo>
                  <a:lnTo>
                    <a:pt x="2296383" y="1213596"/>
                  </a:lnTo>
                  <a:lnTo>
                    <a:pt x="2283032" y="1213670"/>
                  </a:lnTo>
                  <a:lnTo>
                    <a:pt x="2269681" y="1213671"/>
                  </a:lnTo>
                  <a:lnTo>
                    <a:pt x="2256330" y="1213597"/>
                  </a:lnTo>
                  <a:lnTo>
                    <a:pt x="2242979" y="1213445"/>
                  </a:lnTo>
                  <a:lnTo>
                    <a:pt x="2229628" y="1213213"/>
                  </a:lnTo>
                  <a:lnTo>
                    <a:pt x="2216277" y="1212901"/>
                  </a:lnTo>
                  <a:lnTo>
                    <a:pt x="2202926" y="1212504"/>
                  </a:lnTo>
                  <a:lnTo>
                    <a:pt x="2189575" y="1212022"/>
                  </a:lnTo>
                  <a:lnTo>
                    <a:pt x="2176223" y="1211453"/>
                  </a:lnTo>
                  <a:lnTo>
                    <a:pt x="2162872" y="1210793"/>
                  </a:lnTo>
                  <a:lnTo>
                    <a:pt x="2149521" y="1210042"/>
                  </a:lnTo>
                  <a:lnTo>
                    <a:pt x="2136170" y="1209197"/>
                  </a:lnTo>
                  <a:lnTo>
                    <a:pt x="2122819" y="1208257"/>
                  </a:lnTo>
                  <a:lnTo>
                    <a:pt x="2109468" y="1207219"/>
                  </a:lnTo>
                  <a:lnTo>
                    <a:pt x="2096117" y="1206081"/>
                  </a:lnTo>
                  <a:lnTo>
                    <a:pt x="2082766" y="1204842"/>
                  </a:lnTo>
                  <a:lnTo>
                    <a:pt x="2069415" y="1203499"/>
                  </a:lnTo>
                  <a:lnTo>
                    <a:pt x="2056064" y="1202052"/>
                  </a:lnTo>
                  <a:lnTo>
                    <a:pt x="2042713" y="1200509"/>
                  </a:lnTo>
                  <a:lnTo>
                    <a:pt x="2029362" y="1198882"/>
                  </a:lnTo>
                  <a:lnTo>
                    <a:pt x="2016011" y="1197182"/>
                  </a:lnTo>
                  <a:lnTo>
                    <a:pt x="2002660" y="1195423"/>
                  </a:lnTo>
                  <a:lnTo>
                    <a:pt x="1989309" y="1193615"/>
                  </a:lnTo>
                  <a:lnTo>
                    <a:pt x="1975957" y="1191771"/>
                  </a:lnTo>
                  <a:lnTo>
                    <a:pt x="1962606" y="1189902"/>
                  </a:lnTo>
                  <a:lnTo>
                    <a:pt x="1949255" y="1188022"/>
                  </a:lnTo>
                  <a:lnTo>
                    <a:pt x="1935904" y="1186141"/>
                  </a:lnTo>
                  <a:lnTo>
                    <a:pt x="1922553" y="1184271"/>
                  </a:lnTo>
                  <a:lnTo>
                    <a:pt x="1909202" y="1182426"/>
                  </a:lnTo>
                  <a:lnTo>
                    <a:pt x="1895851" y="1180617"/>
                  </a:lnTo>
                  <a:lnTo>
                    <a:pt x="1882500" y="1178856"/>
                  </a:lnTo>
                  <a:lnTo>
                    <a:pt x="1869149" y="1177155"/>
                  </a:lnTo>
                  <a:lnTo>
                    <a:pt x="1855798" y="1175525"/>
                  </a:lnTo>
                  <a:lnTo>
                    <a:pt x="1842447" y="1173980"/>
                  </a:lnTo>
                  <a:lnTo>
                    <a:pt x="1829096" y="1172530"/>
                  </a:lnTo>
                  <a:lnTo>
                    <a:pt x="1815745" y="1171187"/>
                  </a:lnTo>
                  <a:lnTo>
                    <a:pt x="1802394" y="1169964"/>
                  </a:lnTo>
                  <a:lnTo>
                    <a:pt x="1789042" y="1168870"/>
                  </a:lnTo>
                  <a:lnTo>
                    <a:pt x="1775691" y="1167919"/>
                  </a:lnTo>
                  <a:lnTo>
                    <a:pt x="1762340" y="1167119"/>
                  </a:lnTo>
                  <a:lnTo>
                    <a:pt x="1748989" y="1166484"/>
                  </a:lnTo>
                  <a:lnTo>
                    <a:pt x="1735638" y="1166023"/>
                  </a:lnTo>
                  <a:lnTo>
                    <a:pt x="1722287" y="1165746"/>
                  </a:lnTo>
                  <a:lnTo>
                    <a:pt x="1708936" y="1172331"/>
                  </a:lnTo>
                  <a:lnTo>
                    <a:pt x="1695585" y="1187258"/>
                  </a:lnTo>
                  <a:lnTo>
                    <a:pt x="1682234" y="1202147"/>
                  </a:lnTo>
                  <a:lnTo>
                    <a:pt x="1668883" y="1216993"/>
                  </a:lnTo>
                  <a:lnTo>
                    <a:pt x="1655532" y="1231791"/>
                  </a:lnTo>
                  <a:lnTo>
                    <a:pt x="1642181" y="1246537"/>
                  </a:lnTo>
                  <a:lnTo>
                    <a:pt x="1628830" y="1261228"/>
                  </a:lnTo>
                  <a:lnTo>
                    <a:pt x="1615479" y="1275860"/>
                  </a:lnTo>
                  <a:lnTo>
                    <a:pt x="1602128" y="1290431"/>
                  </a:lnTo>
                  <a:lnTo>
                    <a:pt x="1588776" y="1304938"/>
                  </a:lnTo>
                  <a:lnTo>
                    <a:pt x="1575425" y="1319381"/>
                  </a:lnTo>
                  <a:lnTo>
                    <a:pt x="1562074" y="1333758"/>
                  </a:lnTo>
                  <a:lnTo>
                    <a:pt x="1548723" y="1348070"/>
                  </a:lnTo>
                  <a:lnTo>
                    <a:pt x="1535372" y="1362317"/>
                  </a:lnTo>
                  <a:lnTo>
                    <a:pt x="1522021" y="1376500"/>
                  </a:lnTo>
                  <a:lnTo>
                    <a:pt x="1508670" y="1390622"/>
                  </a:lnTo>
                  <a:lnTo>
                    <a:pt x="1495319" y="1404684"/>
                  </a:lnTo>
                  <a:lnTo>
                    <a:pt x="1481968" y="1418691"/>
                  </a:lnTo>
                  <a:lnTo>
                    <a:pt x="1468617" y="1432647"/>
                  </a:lnTo>
                  <a:lnTo>
                    <a:pt x="1455266" y="1446557"/>
                  </a:lnTo>
                  <a:lnTo>
                    <a:pt x="1441915" y="1460427"/>
                  </a:lnTo>
                  <a:lnTo>
                    <a:pt x="1428564" y="1474264"/>
                  </a:lnTo>
                  <a:lnTo>
                    <a:pt x="1415213" y="1488077"/>
                  </a:lnTo>
                  <a:lnTo>
                    <a:pt x="1401862" y="1501873"/>
                  </a:lnTo>
                  <a:lnTo>
                    <a:pt x="1388510" y="1515664"/>
                  </a:lnTo>
                  <a:lnTo>
                    <a:pt x="1375159" y="1529460"/>
                  </a:lnTo>
                  <a:lnTo>
                    <a:pt x="1361808" y="1543273"/>
                  </a:lnTo>
                  <a:lnTo>
                    <a:pt x="1348457" y="1557117"/>
                  </a:lnTo>
                  <a:lnTo>
                    <a:pt x="1335106" y="1571006"/>
                  </a:lnTo>
                  <a:lnTo>
                    <a:pt x="1321755" y="1584955"/>
                  </a:lnTo>
                  <a:lnTo>
                    <a:pt x="1308404" y="1598976"/>
                  </a:lnTo>
                  <a:lnTo>
                    <a:pt x="1295053" y="1613082"/>
                  </a:lnTo>
                  <a:lnTo>
                    <a:pt x="1281702" y="1627284"/>
                  </a:lnTo>
                  <a:lnTo>
                    <a:pt x="1268351" y="1641593"/>
                  </a:lnTo>
                  <a:lnTo>
                    <a:pt x="1255000" y="1656016"/>
                  </a:lnTo>
                  <a:lnTo>
                    <a:pt x="1241649" y="1670562"/>
                  </a:lnTo>
                  <a:lnTo>
                    <a:pt x="1228298" y="1685237"/>
                  </a:lnTo>
                  <a:lnTo>
                    <a:pt x="1214947" y="1700046"/>
                  </a:lnTo>
                  <a:lnTo>
                    <a:pt x="1201596" y="1714991"/>
                  </a:lnTo>
                  <a:lnTo>
                    <a:pt x="1188244" y="1730076"/>
                  </a:lnTo>
                  <a:lnTo>
                    <a:pt x="1174893" y="1745300"/>
                  </a:lnTo>
                  <a:lnTo>
                    <a:pt x="1161542" y="1760661"/>
                  </a:lnTo>
                  <a:lnTo>
                    <a:pt x="1148191" y="1776159"/>
                  </a:lnTo>
                  <a:lnTo>
                    <a:pt x="1134840" y="1791789"/>
                  </a:lnTo>
                  <a:lnTo>
                    <a:pt x="1121489" y="1807546"/>
                  </a:lnTo>
                  <a:lnTo>
                    <a:pt x="1108138" y="1823424"/>
                  </a:lnTo>
                  <a:lnTo>
                    <a:pt x="1094787" y="1839416"/>
                  </a:lnTo>
                  <a:lnTo>
                    <a:pt x="1081436" y="1855514"/>
                  </a:lnTo>
                  <a:lnTo>
                    <a:pt x="1068085" y="1871709"/>
                  </a:lnTo>
                  <a:lnTo>
                    <a:pt x="1054734" y="1887993"/>
                  </a:lnTo>
                  <a:lnTo>
                    <a:pt x="1041383" y="1904354"/>
                  </a:lnTo>
                  <a:lnTo>
                    <a:pt x="1028032" y="1920782"/>
                  </a:lnTo>
                  <a:lnTo>
                    <a:pt x="1014681" y="1937268"/>
                  </a:lnTo>
                  <a:lnTo>
                    <a:pt x="1001330" y="1953798"/>
                  </a:lnTo>
                  <a:lnTo>
                    <a:pt x="987978" y="1970362"/>
                  </a:lnTo>
                  <a:lnTo>
                    <a:pt x="974627" y="1986949"/>
                  </a:lnTo>
                  <a:lnTo>
                    <a:pt x="961276" y="2003548"/>
                  </a:lnTo>
                  <a:lnTo>
                    <a:pt x="947925" y="2020146"/>
                  </a:lnTo>
                  <a:lnTo>
                    <a:pt x="934574" y="2036732"/>
                  </a:lnTo>
                  <a:lnTo>
                    <a:pt x="921223" y="2053296"/>
                  </a:lnTo>
                  <a:lnTo>
                    <a:pt x="907872" y="2069827"/>
                  </a:lnTo>
                  <a:lnTo>
                    <a:pt x="894521" y="2086313"/>
                  </a:lnTo>
                  <a:lnTo>
                    <a:pt x="881170" y="2102745"/>
                  </a:lnTo>
                  <a:lnTo>
                    <a:pt x="867819" y="2119113"/>
                  </a:lnTo>
                  <a:lnTo>
                    <a:pt x="854468" y="2135406"/>
                  </a:lnTo>
                  <a:lnTo>
                    <a:pt x="841117" y="2151616"/>
                  </a:lnTo>
                  <a:lnTo>
                    <a:pt x="827766" y="2167733"/>
                  </a:lnTo>
                  <a:lnTo>
                    <a:pt x="814415" y="2183749"/>
                  </a:lnTo>
                  <a:lnTo>
                    <a:pt x="801064" y="2199655"/>
                  </a:lnTo>
                  <a:lnTo>
                    <a:pt x="787712" y="2215444"/>
                  </a:lnTo>
                  <a:lnTo>
                    <a:pt x="774361" y="2231108"/>
                  </a:lnTo>
                  <a:lnTo>
                    <a:pt x="761010" y="2246641"/>
                  </a:lnTo>
                  <a:lnTo>
                    <a:pt x="747659" y="2262035"/>
                  </a:lnTo>
                  <a:lnTo>
                    <a:pt x="734308" y="2277285"/>
                  </a:lnTo>
                  <a:lnTo>
                    <a:pt x="720957" y="2292384"/>
                  </a:lnTo>
                  <a:lnTo>
                    <a:pt x="707606" y="2307327"/>
                  </a:lnTo>
                  <a:lnTo>
                    <a:pt x="694255" y="2322109"/>
                  </a:lnTo>
                  <a:lnTo>
                    <a:pt x="680904" y="2336726"/>
                  </a:lnTo>
                  <a:lnTo>
                    <a:pt x="667553" y="2351172"/>
                  </a:lnTo>
                  <a:lnTo>
                    <a:pt x="654202" y="2365445"/>
                  </a:lnTo>
                  <a:lnTo>
                    <a:pt x="640851" y="2379540"/>
                  </a:lnTo>
                  <a:lnTo>
                    <a:pt x="627500" y="2393453"/>
                  </a:lnTo>
                  <a:lnTo>
                    <a:pt x="614149" y="2407183"/>
                  </a:lnTo>
                  <a:lnTo>
                    <a:pt x="600798" y="2420726"/>
                  </a:lnTo>
                  <a:lnTo>
                    <a:pt x="587446" y="2434080"/>
                  </a:lnTo>
                  <a:lnTo>
                    <a:pt x="574095" y="2447243"/>
                  </a:lnTo>
                  <a:lnTo>
                    <a:pt x="560744" y="2460213"/>
                  </a:lnTo>
                  <a:lnTo>
                    <a:pt x="547393" y="2472989"/>
                  </a:lnTo>
                  <a:lnTo>
                    <a:pt x="534042" y="2485569"/>
                  </a:lnTo>
                  <a:lnTo>
                    <a:pt x="520691" y="2497952"/>
                  </a:lnTo>
                  <a:lnTo>
                    <a:pt x="507340" y="2510138"/>
                  </a:lnTo>
                  <a:lnTo>
                    <a:pt x="493989" y="2522125"/>
                  </a:lnTo>
                  <a:lnTo>
                    <a:pt x="480638" y="2533915"/>
                  </a:lnTo>
                  <a:lnTo>
                    <a:pt x="467287" y="2545505"/>
                  </a:lnTo>
                  <a:lnTo>
                    <a:pt x="453936" y="2556898"/>
                  </a:lnTo>
                  <a:lnTo>
                    <a:pt x="440585" y="2568092"/>
                  </a:lnTo>
                  <a:lnTo>
                    <a:pt x="427234" y="2579088"/>
                  </a:lnTo>
                  <a:lnTo>
                    <a:pt x="413883" y="2589887"/>
                  </a:lnTo>
                  <a:lnTo>
                    <a:pt x="400532" y="2600491"/>
                  </a:lnTo>
                  <a:lnTo>
                    <a:pt x="387180" y="2610902"/>
                  </a:lnTo>
                  <a:lnTo>
                    <a:pt x="373829" y="2621124"/>
                  </a:lnTo>
                  <a:lnTo>
                    <a:pt x="360478" y="2631159"/>
                  </a:lnTo>
                  <a:lnTo>
                    <a:pt x="347127" y="2641010"/>
                  </a:lnTo>
                  <a:lnTo>
                    <a:pt x="333776" y="2650681"/>
                  </a:lnTo>
                  <a:lnTo>
                    <a:pt x="320425" y="2660175"/>
                  </a:lnTo>
                  <a:lnTo>
                    <a:pt x="307074" y="2669494"/>
                  </a:lnTo>
                  <a:lnTo>
                    <a:pt x="293723" y="2678642"/>
                  </a:lnTo>
                  <a:lnTo>
                    <a:pt x="280372" y="2687621"/>
                  </a:lnTo>
                  <a:lnTo>
                    <a:pt x="267021" y="2696434"/>
                  </a:lnTo>
                  <a:lnTo>
                    <a:pt x="253670" y="2705084"/>
                  </a:lnTo>
                  <a:lnTo>
                    <a:pt x="240319" y="2713574"/>
                  </a:lnTo>
                  <a:lnTo>
                    <a:pt x="226968" y="2721906"/>
                  </a:lnTo>
                  <a:lnTo>
                    <a:pt x="213617" y="2730084"/>
                  </a:lnTo>
                  <a:lnTo>
                    <a:pt x="200266" y="2738110"/>
                  </a:lnTo>
                  <a:lnTo>
                    <a:pt x="186914" y="2745987"/>
                  </a:lnTo>
                  <a:lnTo>
                    <a:pt x="173563" y="2753717"/>
                  </a:lnTo>
                  <a:lnTo>
                    <a:pt x="160212" y="2761303"/>
                  </a:lnTo>
                  <a:lnTo>
                    <a:pt x="146861" y="2768748"/>
                  </a:lnTo>
                  <a:lnTo>
                    <a:pt x="133510" y="2776053"/>
                  </a:lnTo>
                  <a:lnTo>
                    <a:pt x="120159" y="2783223"/>
                  </a:lnTo>
                  <a:lnTo>
                    <a:pt x="106808" y="2790258"/>
                  </a:lnTo>
                  <a:lnTo>
                    <a:pt x="93457" y="2797161"/>
                  </a:lnTo>
                  <a:lnTo>
                    <a:pt x="80106" y="2803936"/>
                  </a:lnTo>
                  <a:lnTo>
                    <a:pt x="66755" y="2810583"/>
                  </a:lnTo>
                  <a:lnTo>
                    <a:pt x="53404" y="2817106"/>
                  </a:lnTo>
                  <a:lnTo>
                    <a:pt x="40053" y="2823506"/>
                  </a:lnTo>
                  <a:lnTo>
                    <a:pt x="26702" y="2829786"/>
                  </a:lnTo>
                  <a:lnTo>
                    <a:pt x="13351" y="2835949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012852" y="139178"/>
              <a:ext cx="3991969" cy="1524990"/>
            </a:xfrm>
            <a:custGeom>
              <a:avLst/>
              <a:pathLst>
                <a:path w="3991969" h="1524990">
                  <a:moveTo>
                    <a:pt x="0" y="1524990"/>
                  </a:moveTo>
                  <a:lnTo>
                    <a:pt x="13351" y="1524833"/>
                  </a:lnTo>
                  <a:lnTo>
                    <a:pt x="26702" y="1524670"/>
                  </a:lnTo>
                  <a:lnTo>
                    <a:pt x="40053" y="1524502"/>
                  </a:lnTo>
                  <a:lnTo>
                    <a:pt x="53404" y="1524327"/>
                  </a:lnTo>
                  <a:lnTo>
                    <a:pt x="66755" y="1524146"/>
                  </a:lnTo>
                  <a:lnTo>
                    <a:pt x="80106" y="1523958"/>
                  </a:lnTo>
                  <a:lnTo>
                    <a:pt x="93457" y="1523763"/>
                  </a:lnTo>
                  <a:lnTo>
                    <a:pt x="106808" y="1523562"/>
                  </a:lnTo>
                  <a:lnTo>
                    <a:pt x="120159" y="1523353"/>
                  </a:lnTo>
                  <a:lnTo>
                    <a:pt x="133510" y="1523136"/>
                  </a:lnTo>
                  <a:lnTo>
                    <a:pt x="146861" y="1522911"/>
                  </a:lnTo>
                  <a:lnTo>
                    <a:pt x="160212" y="1522679"/>
                  </a:lnTo>
                  <a:lnTo>
                    <a:pt x="173563" y="1522437"/>
                  </a:lnTo>
                  <a:lnTo>
                    <a:pt x="186914" y="1522186"/>
                  </a:lnTo>
                  <a:lnTo>
                    <a:pt x="200266" y="1521927"/>
                  </a:lnTo>
                  <a:lnTo>
                    <a:pt x="213617" y="1521657"/>
                  </a:lnTo>
                  <a:lnTo>
                    <a:pt x="226968" y="1521377"/>
                  </a:lnTo>
                  <a:lnTo>
                    <a:pt x="240319" y="1521087"/>
                  </a:lnTo>
                  <a:lnTo>
                    <a:pt x="253670" y="1520785"/>
                  </a:lnTo>
                  <a:lnTo>
                    <a:pt x="267021" y="1520472"/>
                  </a:lnTo>
                  <a:lnTo>
                    <a:pt x="280372" y="1520147"/>
                  </a:lnTo>
                  <a:lnTo>
                    <a:pt x="293723" y="1519809"/>
                  </a:lnTo>
                  <a:lnTo>
                    <a:pt x="307074" y="1519458"/>
                  </a:lnTo>
                  <a:lnTo>
                    <a:pt x="320425" y="1519093"/>
                  </a:lnTo>
                  <a:lnTo>
                    <a:pt x="333776" y="1518714"/>
                  </a:lnTo>
                  <a:lnTo>
                    <a:pt x="347127" y="1518319"/>
                  </a:lnTo>
                  <a:lnTo>
                    <a:pt x="360478" y="1517908"/>
                  </a:lnTo>
                  <a:lnTo>
                    <a:pt x="373829" y="1517481"/>
                  </a:lnTo>
                  <a:lnTo>
                    <a:pt x="387180" y="1517035"/>
                  </a:lnTo>
                  <a:lnTo>
                    <a:pt x="400532" y="1516571"/>
                  </a:lnTo>
                  <a:lnTo>
                    <a:pt x="413883" y="1516087"/>
                  </a:lnTo>
                  <a:lnTo>
                    <a:pt x="427234" y="1515583"/>
                  </a:lnTo>
                  <a:lnTo>
                    <a:pt x="440585" y="1515055"/>
                  </a:lnTo>
                  <a:lnTo>
                    <a:pt x="453936" y="1514502"/>
                  </a:lnTo>
                  <a:lnTo>
                    <a:pt x="467287" y="1513919"/>
                  </a:lnTo>
                  <a:lnTo>
                    <a:pt x="480638" y="1513304"/>
                  </a:lnTo>
                  <a:lnTo>
                    <a:pt x="493989" y="1512654"/>
                  </a:lnTo>
                  <a:lnTo>
                    <a:pt x="507340" y="1511965"/>
                  </a:lnTo>
                  <a:lnTo>
                    <a:pt x="520691" y="1511234"/>
                  </a:lnTo>
                  <a:lnTo>
                    <a:pt x="534042" y="1510458"/>
                  </a:lnTo>
                  <a:lnTo>
                    <a:pt x="547393" y="1509635"/>
                  </a:lnTo>
                  <a:lnTo>
                    <a:pt x="560744" y="1508759"/>
                  </a:lnTo>
                  <a:lnTo>
                    <a:pt x="574095" y="1507829"/>
                  </a:lnTo>
                  <a:lnTo>
                    <a:pt x="587446" y="1506841"/>
                  </a:lnTo>
                  <a:lnTo>
                    <a:pt x="600798" y="1505792"/>
                  </a:lnTo>
                  <a:lnTo>
                    <a:pt x="614149" y="1504677"/>
                  </a:lnTo>
                  <a:lnTo>
                    <a:pt x="627500" y="1503495"/>
                  </a:lnTo>
                  <a:lnTo>
                    <a:pt x="640851" y="1502240"/>
                  </a:lnTo>
                  <a:lnTo>
                    <a:pt x="654202" y="1500910"/>
                  </a:lnTo>
                  <a:lnTo>
                    <a:pt x="667553" y="1499501"/>
                  </a:lnTo>
                  <a:lnTo>
                    <a:pt x="680904" y="1498009"/>
                  </a:lnTo>
                  <a:lnTo>
                    <a:pt x="694255" y="1496431"/>
                  </a:lnTo>
                  <a:lnTo>
                    <a:pt x="707606" y="1494763"/>
                  </a:lnTo>
                  <a:lnTo>
                    <a:pt x="720957" y="1493001"/>
                  </a:lnTo>
                  <a:lnTo>
                    <a:pt x="734308" y="1491141"/>
                  </a:lnTo>
                  <a:lnTo>
                    <a:pt x="747659" y="1489180"/>
                  </a:lnTo>
                  <a:lnTo>
                    <a:pt x="761010" y="1487114"/>
                  </a:lnTo>
                  <a:lnTo>
                    <a:pt x="774361" y="1484938"/>
                  </a:lnTo>
                  <a:lnTo>
                    <a:pt x="787712" y="1482649"/>
                  </a:lnTo>
                  <a:lnTo>
                    <a:pt x="801064" y="1480243"/>
                  </a:lnTo>
                  <a:lnTo>
                    <a:pt x="814415" y="1477716"/>
                  </a:lnTo>
                  <a:lnTo>
                    <a:pt x="827766" y="1475063"/>
                  </a:lnTo>
                  <a:lnTo>
                    <a:pt x="841117" y="1472281"/>
                  </a:lnTo>
                  <a:lnTo>
                    <a:pt x="854468" y="1469366"/>
                  </a:lnTo>
                  <a:lnTo>
                    <a:pt x="867819" y="1466313"/>
                  </a:lnTo>
                  <a:lnTo>
                    <a:pt x="881170" y="1463119"/>
                  </a:lnTo>
                  <a:lnTo>
                    <a:pt x="894521" y="1459779"/>
                  </a:lnTo>
                  <a:lnTo>
                    <a:pt x="907872" y="1456291"/>
                  </a:lnTo>
                  <a:lnTo>
                    <a:pt x="921223" y="1452649"/>
                  </a:lnTo>
                  <a:lnTo>
                    <a:pt x="934574" y="1448851"/>
                  </a:lnTo>
                  <a:lnTo>
                    <a:pt x="947925" y="1444893"/>
                  </a:lnTo>
                  <a:lnTo>
                    <a:pt x="961276" y="1440771"/>
                  </a:lnTo>
                  <a:lnTo>
                    <a:pt x="974627" y="1436483"/>
                  </a:lnTo>
                  <a:lnTo>
                    <a:pt x="987978" y="1432027"/>
                  </a:lnTo>
                  <a:lnTo>
                    <a:pt x="1001330" y="1427399"/>
                  </a:lnTo>
                  <a:lnTo>
                    <a:pt x="1014681" y="1422597"/>
                  </a:lnTo>
                  <a:lnTo>
                    <a:pt x="1028032" y="1417621"/>
                  </a:lnTo>
                  <a:lnTo>
                    <a:pt x="1041383" y="1412470"/>
                  </a:lnTo>
                  <a:lnTo>
                    <a:pt x="1054734" y="1407142"/>
                  </a:lnTo>
                  <a:lnTo>
                    <a:pt x="1068085" y="1401640"/>
                  </a:lnTo>
                  <a:lnTo>
                    <a:pt x="1081436" y="1395964"/>
                  </a:lnTo>
                  <a:lnTo>
                    <a:pt x="1094787" y="1390116"/>
                  </a:lnTo>
                  <a:lnTo>
                    <a:pt x="1108138" y="1384100"/>
                  </a:lnTo>
                  <a:lnTo>
                    <a:pt x="1121489" y="1377920"/>
                  </a:lnTo>
                  <a:lnTo>
                    <a:pt x="1134840" y="1371582"/>
                  </a:lnTo>
                  <a:lnTo>
                    <a:pt x="1148191" y="1365093"/>
                  </a:lnTo>
                  <a:lnTo>
                    <a:pt x="1161542" y="1358461"/>
                  </a:lnTo>
                  <a:lnTo>
                    <a:pt x="1174893" y="1351697"/>
                  </a:lnTo>
                  <a:lnTo>
                    <a:pt x="1188244" y="1344811"/>
                  </a:lnTo>
                  <a:lnTo>
                    <a:pt x="1201596" y="1337816"/>
                  </a:lnTo>
                  <a:lnTo>
                    <a:pt x="1214947" y="1330727"/>
                  </a:lnTo>
                  <a:lnTo>
                    <a:pt x="1228298" y="1323560"/>
                  </a:lnTo>
                  <a:lnTo>
                    <a:pt x="1241649" y="1316333"/>
                  </a:lnTo>
                  <a:lnTo>
                    <a:pt x="1255000" y="1309065"/>
                  </a:lnTo>
                  <a:lnTo>
                    <a:pt x="1268351" y="1301777"/>
                  </a:lnTo>
                  <a:lnTo>
                    <a:pt x="1281702" y="1294491"/>
                  </a:lnTo>
                  <a:lnTo>
                    <a:pt x="1295053" y="1287230"/>
                  </a:lnTo>
                  <a:lnTo>
                    <a:pt x="1308404" y="1280020"/>
                  </a:lnTo>
                  <a:lnTo>
                    <a:pt x="1321755" y="1272886"/>
                  </a:lnTo>
                  <a:lnTo>
                    <a:pt x="1335106" y="1265854"/>
                  </a:lnTo>
                  <a:lnTo>
                    <a:pt x="1348457" y="1258953"/>
                  </a:lnTo>
                  <a:lnTo>
                    <a:pt x="1361808" y="1252209"/>
                  </a:lnTo>
                  <a:lnTo>
                    <a:pt x="1375159" y="1245652"/>
                  </a:lnTo>
                  <a:lnTo>
                    <a:pt x="1388510" y="1239302"/>
                  </a:lnTo>
                  <a:lnTo>
                    <a:pt x="1401862" y="1233173"/>
                  </a:lnTo>
                  <a:lnTo>
                    <a:pt x="1415213" y="1227280"/>
                  </a:lnTo>
                  <a:lnTo>
                    <a:pt x="1428564" y="1221632"/>
                  </a:lnTo>
                  <a:lnTo>
                    <a:pt x="1441915" y="1216240"/>
                  </a:lnTo>
                  <a:lnTo>
                    <a:pt x="1455266" y="1211112"/>
                  </a:lnTo>
                  <a:lnTo>
                    <a:pt x="1468617" y="1206254"/>
                  </a:lnTo>
                  <a:lnTo>
                    <a:pt x="1481968" y="1201672"/>
                  </a:lnTo>
                  <a:lnTo>
                    <a:pt x="1495319" y="1197369"/>
                  </a:lnTo>
                  <a:lnTo>
                    <a:pt x="1508670" y="1193349"/>
                  </a:lnTo>
                  <a:lnTo>
                    <a:pt x="1522021" y="1189613"/>
                  </a:lnTo>
                  <a:lnTo>
                    <a:pt x="1535372" y="1186161"/>
                  </a:lnTo>
                  <a:lnTo>
                    <a:pt x="1548723" y="1182992"/>
                  </a:lnTo>
                  <a:lnTo>
                    <a:pt x="1562074" y="1180106"/>
                  </a:lnTo>
                  <a:lnTo>
                    <a:pt x="1575425" y="1177499"/>
                  </a:lnTo>
                  <a:lnTo>
                    <a:pt x="1588776" y="1175168"/>
                  </a:lnTo>
                  <a:lnTo>
                    <a:pt x="1602128" y="1173108"/>
                  </a:lnTo>
                  <a:lnTo>
                    <a:pt x="1615479" y="1171315"/>
                  </a:lnTo>
                  <a:lnTo>
                    <a:pt x="1628830" y="1169783"/>
                  </a:lnTo>
                  <a:lnTo>
                    <a:pt x="1642181" y="1168505"/>
                  </a:lnTo>
                  <a:lnTo>
                    <a:pt x="1655532" y="1167474"/>
                  </a:lnTo>
                  <a:lnTo>
                    <a:pt x="1668883" y="1166683"/>
                  </a:lnTo>
                  <a:lnTo>
                    <a:pt x="1682234" y="1166123"/>
                  </a:lnTo>
                  <a:lnTo>
                    <a:pt x="1695585" y="1165787"/>
                  </a:lnTo>
                  <a:lnTo>
                    <a:pt x="1708936" y="1165664"/>
                  </a:lnTo>
                  <a:lnTo>
                    <a:pt x="1722287" y="1157372"/>
                  </a:lnTo>
                  <a:lnTo>
                    <a:pt x="1735638" y="1142386"/>
                  </a:lnTo>
                  <a:lnTo>
                    <a:pt x="1748989" y="1127381"/>
                  </a:lnTo>
                  <a:lnTo>
                    <a:pt x="1762340" y="1112362"/>
                  </a:lnTo>
                  <a:lnTo>
                    <a:pt x="1775691" y="1097338"/>
                  </a:lnTo>
                  <a:lnTo>
                    <a:pt x="1789042" y="1082316"/>
                  </a:lnTo>
                  <a:lnTo>
                    <a:pt x="1802394" y="1067305"/>
                  </a:lnTo>
                  <a:lnTo>
                    <a:pt x="1815745" y="1052312"/>
                  </a:lnTo>
                  <a:lnTo>
                    <a:pt x="1829096" y="1037346"/>
                  </a:lnTo>
                  <a:lnTo>
                    <a:pt x="1842447" y="1022418"/>
                  </a:lnTo>
                  <a:lnTo>
                    <a:pt x="1855798" y="1007536"/>
                  </a:lnTo>
                  <a:lnTo>
                    <a:pt x="1869149" y="992710"/>
                  </a:lnTo>
                  <a:lnTo>
                    <a:pt x="1882500" y="977951"/>
                  </a:lnTo>
                  <a:lnTo>
                    <a:pt x="1895851" y="963270"/>
                  </a:lnTo>
                  <a:lnTo>
                    <a:pt x="1909202" y="948676"/>
                  </a:lnTo>
                  <a:lnTo>
                    <a:pt x="1922553" y="934182"/>
                  </a:lnTo>
                  <a:lnTo>
                    <a:pt x="1935904" y="919799"/>
                  </a:lnTo>
                  <a:lnTo>
                    <a:pt x="1949255" y="905538"/>
                  </a:lnTo>
                  <a:lnTo>
                    <a:pt x="1962606" y="891411"/>
                  </a:lnTo>
                  <a:lnTo>
                    <a:pt x="1975957" y="877432"/>
                  </a:lnTo>
                  <a:lnTo>
                    <a:pt x="1989309" y="863612"/>
                  </a:lnTo>
                  <a:lnTo>
                    <a:pt x="2002660" y="849963"/>
                  </a:lnTo>
                  <a:lnTo>
                    <a:pt x="2016011" y="836500"/>
                  </a:lnTo>
                  <a:lnTo>
                    <a:pt x="2029362" y="823234"/>
                  </a:lnTo>
                  <a:lnTo>
                    <a:pt x="2042713" y="810179"/>
                  </a:lnTo>
                  <a:lnTo>
                    <a:pt x="2056064" y="797349"/>
                  </a:lnTo>
                  <a:lnTo>
                    <a:pt x="2069415" y="784756"/>
                  </a:lnTo>
                  <a:lnTo>
                    <a:pt x="2082766" y="772411"/>
                  </a:lnTo>
                  <a:lnTo>
                    <a:pt x="2096117" y="760315"/>
                  </a:lnTo>
                  <a:lnTo>
                    <a:pt x="2109468" y="748469"/>
                  </a:lnTo>
                  <a:lnTo>
                    <a:pt x="2122819" y="736873"/>
                  </a:lnTo>
                  <a:lnTo>
                    <a:pt x="2136170" y="725526"/>
                  </a:lnTo>
                  <a:lnTo>
                    <a:pt x="2149521" y="714427"/>
                  </a:lnTo>
                  <a:lnTo>
                    <a:pt x="2162872" y="703577"/>
                  </a:lnTo>
                  <a:lnTo>
                    <a:pt x="2176223" y="692974"/>
                  </a:lnTo>
                  <a:lnTo>
                    <a:pt x="2189575" y="682617"/>
                  </a:lnTo>
                  <a:lnTo>
                    <a:pt x="2202926" y="672504"/>
                  </a:lnTo>
                  <a:lnTo>
                    <a:pt x="2216277" y="662635"/>
                  </a:lnTo>
                  <a:lnTo>
                    <a:pt x="2229628" y="653008"/>
                  </a:lnTo>
                  <a:lnTo>
                    <a:pt x="2242979" y="643622"/>
                  </a:lnTo>
                  <a:lnTo>
                    <a:pt x="2256330" y="634473"/>
                  </a:lnTo>
                  <a:lnTo>
                    <a:pt x="2269681" y="625560"/>
                  </a:lnTo>
                  <a:lnTo>
                    <a:pt x="2283032" y="616881"/>
                  </a:lnTo>
                  <a:lnTo>
                    <a:pt x="2296383" y="608433"/>
                  </a:lnTo>
                  <a:lnTo>
                    <a:pt x="2309734" y="600214"/>
                  </a:lnTo>
                  <a:lnTo>
                    <a:pt x="2323085" y="592221"/>
                  </a:lnTo>
                  <a:lnTo>
                    <a:pt x="2336436" y="584451"/>
                  </a:lnTo>
                  <a:lnTo>
                    <a:pt x="2349787" y="576901"/>
                  </a:lnTo>
                  <a:lnTo>
                    <a:pt x="2363138" y="569568"/>
                  </a:lnTo>
                  <a:lnTo>
                    <a:pt x="2376489" y="562448"/>
                  </a:lnTo>
                  <a:lnTo>
                    <a:pt x="2389841" y="555539"/>
                  </a:lnTo>
                  <a:lnTo>
                    <a:pt x="2403192" y="548835"/>
                  </a:lnTo>
                  <a:lnTo>
                    <a:pt x="2416543" y="542334"/>
                  </a:lnTo>
                  <a:lnTo>
                    <a:pt x="2429894" y="536031"/>
                  </a:lnTo>
                  <a:lnTo>
                    <a:pt x="2443245" y="529924"/>
                  </a:lnTo>
                  <a:lnTo>
                    <a:pt x="2456596" y="524006"/>
                  </a:lnTo>
                  <a:lnTo>
                    <a:pt x="2469947" y="518275"/>
                  </a:lnTo>
                  <a:lnTo>
                    <a:pt x="2483298" y="512726"/>
                  </a:lnTo>
                  <a:lnTo>
                    <a:pt x="2496649" y="507353"/>
                  </a:lnTo>
                  <a:lnTo>
                    <a:pt x="2510000" y="502154"/>
                  </a:lnTo>
                  <a:lnTo>
                    <a:pt x="2523351" y="497122"/>
                  </a:lnTo>
                  <a:lnTo>
                    <a:pt x="2536702" y="492254"/>
                  </a:lnTo>
                  <a:lnTo>
                    <a:pt x="2550053" y="487544"/>
                  </a:lnTo>
                  <a:lnTo>
                    <a:pt x="2563404" y="482987"/>
                  </a:lnTo>
                  <a:lnTo>
                    <a:pt x="2576755" y="478578"/>
                  </a:lnTo>
                  <a:lnTo>
                    <a:pt x="2590107" y="474311"/>
                  </a:lnTo>
                  <a:lnTo>
                    <a:pt x="2603458" y="470183"/>
                  </a:lnTo>
                  <a:lnTo>
                    <a:pt x="2616809" y="466187"/>
                  </a:lnTo>
                  <a:lnTo>
                    <a:pt x="2630160" y="462317"/>
                  </a:lnTo>
                  <a:lnTo>
                    <a:pt x="2643511" y="458569"/>
                  </a:lnTo>
                  <a:lnTo>
                    <a:pt x="2656862" y="454937"/>
                  </a:lnTo>
                  <a:lnTo>
                    <a:pt x="2670213" y="451415"/>
                  </a:lnTo>
                  <a:lnTo>
                    <a:pt x="2683564" y="447998"/>
                  </a:lnTo>
                  <a:lnTo>
                    <a:pt x="2696915" y="444679"/>
                  </a:lnTo>
                  <a:lnTo>
                    <a:pt x="2710266" y="441454"/>
                  </a:lnTo>
                  <a:lnTo>
                    <a:pt x="2723617" y="438316"/>
                  </a:lnTo>
                  <a:lnTo>
                    <a:pt x="2736968" y="435260"/>
                  </a:lnTo>
                  <a:lnTo>
                    <a:pt x="2750319" y="432279"/>
                  </a:lnTo>
                  <a:lnTo>
                    <a:pt x="2763670" y="429369"/>
                  </a:lnTo>
                  <a:lnTo>
                    <a:pt x="2777021" y="426523"/>
                  </a:lnTo>
                  <a:lnTo>
                    <a:pt x="2790373" y="423735"/>
                  </a:lnTo>
                  <a:lnTo>
                    <a:pt x="2803724" y="421000"/>
                  </a:lnTo>
                  <a:lnTo>
                    <a:pt x="2817075" y="418312"/>
                  </a:lnTo>
                  <a:lnTo>
                    <a:pt x="2830426" y="415664"/>
                  </a:lnTo>
                  <a:lnTo>
                    <a:pt x="2843777" y="413052"/>
                  </a:lnTo>
                  <a:lnTo>
                    <a:pt x="2857128" y="410470"/>
                  </a:lnTo>
                  <a:lnTo>
                    <a:pt x="2870479" y="407911"/>
                  </a:lnTo>
                  <a:lnTo>
                    <a:pt x="2883830" y="405371"/>
                  </a:lnTo>
                  <a:lnTo>
                    <a:pt x="2897181" y="402844"/>
                  </a:lnTo>
                  <a:lnTo>
                    <a:pt x="2910532" y="400324"/>
                  </a:lnTo>
                  <a:lnTo>
                    <a:pt x="2923883" y="397806"/>
                  </a:lnTo>
                  <a:lnTo>
                    <a:pt x="2937234" y="395285"/>
                  </a:lnTo>
                  <a:lnTo>
                    <a:pt x="2950585" y="392755"/>
                  </a:lnTo>
                  <a:lnTo>
                    <a:pt x="2963936" y="390212"/>
                  </a:lnTo>
                  <a:lnTo>
                    <a:pt x="2977287" y="387650"/>
                  </a:lnTo>
                  <a:lnTo>
                    <a:pt x="2990639" y="385065"/>
                  </a:lnTo>
                  <a:lnTo>
                    <a:pt x="3003990" y="382452"/>
                  </a:lnTo>
                  <a:lnTo>
                    <a:pt x="3017341" y="379805"/>
                  </a:lnTo>
                  <a:lnTo>
                    <a:pt x="3030692" y="377122"/>
                  </a:lnTo>
                  <a:lnTo>
                    <a:pt x="3044043" y="374397"/>
                  </a:lnTo>
                  <a:lnTo>
                    <a:pt x="3057394" y="371626"/>
                  </a:lnTo>
                  <a:lnTo>
                    <a:pt x="3070745" y="368806"/>
                  </a:lnTo>
                  <a:lnTo>
                    <a:pt x="3084096" y="365932"/>
                  </a:lnTo>
                  <a:lnTo>
                    <a:pt x="3097447" y="363000"/>
                  </a:lnTo>
                  <a:lnTo>
                    <a:pt x="3110798" y="360008"/>
                  </a:lnTo>
                  <a:lnTo>
                    <a:pt x="3124149" y="356952"/>
                  </a:lnTo>
                  <a:lnTo>
                    <a:pt x="3137500" y="353828"/>
                  </a:lnTo>
                  <a:lnTo>
                    <a:pt x="3150851" y="350634"/>
                  </a:lnTo>
                  <a:lnTo>
                    <a:pt x="3164202" y="347366"/>
                  </a:lnTo>
                  <a:lnTo>
                    <a:pt x="3177553" y="344023"/>
                  </a:lnTo>
                  <a:lnTo>
                    <a:pt x="3190905" y="340601"/>
                  </a:lnTo>
                  <a:lnTo>
                    <a:pt x="3204256" y="337099"/>
                  </a:lnTo>
                  <a:lnTo>
                    <a:pt x="3217607" y="333514"/>
                  </a:lnTo>
                  <a:lnTo>
                    <a:pt x="3230958" y="329844"/>
                  </a:lnTo>
                  <a:lnTo>
                    <a:pt x="3244309" y="326088"/>
                  </a:lnTo>
                  <a:lnTo>
                    <a:pt x="3257660" y="322244"/>
                  </a:lnTo>
                  <a:lnTo>
                    <a:pt x="3271011" y="318313"/>
                  </a:lnTo>
                  <a:lnTo>
                    <a:pt x="3284362" y="314296"/>
                  </a:lnTo>
                  <a:lnTo>
                    <a:pt x="3297713" y="310194"/>
                  </a:lnTo>
                  <a:lnTo>
                    <a:pt x="3311064" y="306007"/>
                  </a:lnTo>
                  <a:lnTo>
                    <a:pt x="3324415" y="301736"/>
                  </a:lnTo>
                  <a:lnTo>
                    <a:pt x="3337766" y="297383"/>
                  </a:lnTo>
                  <a:lnTo>
                    <a:pt x="3351117" y="292948"/>
                  </a:lnTo>
                  <a:lnTo>
                    <a:pt x="3364468" y="288432"/>
                  </a:lnTo>
                  <a:lnTo>
                    <a:pt x="3377819" y="283835"/>
                  </a:lnTo>
                  <a:lnTo>
                    <a:pt x="3391171" y="279160"/>
                  </a:lnTo>
                  <a:lnTo>
                    <a:pt x="3404522" y="274406"/>
                  </a:lnTo>
                  <a:lnTo>
                    <a:pt x="3417873" y="269575"/>
                  </a:lnTo>
                  <a:lnTo>
                    <a:pt x="3431224" y="264667"/>
                  </a:lnTo>
                  <a:lnTo>
                    <a:pt x="3444575" y="259683"/>
                  </a:lnTo>
                  <a:lnTo>
                    <a:pt x="3457926" y="254625"/>
                  </a:lnTo>
                  <a:lnTo>
                    <a:pt x="3471277" y="249493"/>
                  </a:lnTo>
                  <a:lnTo>
                    <a:pt x="3484628" y="244288"/>
                  </a:lnTo>
                  <a:lnTo>
                    <a:pt x="3497979" y="239011"/>
                  </a:lnTo>
                  <a:lnTo>
                    <a:pt x="3511330" y="233662"/>
                  </a:lnTo>
                  <a:lnTo>
                    <a:pt x="3524681" y="228243"/>
                  </a:lnTo>
                  <a:lnTo>
                    <a:pt x="3538032" y="222755"/>
                  </a:lnTo>
                  <a:lnTo>
                    <a:pt x="3551383" y="217198"/>
                  </a:lnTo>
                  <a:lnTo>
                    <a:pt x="3564734" y="211573"/>
                  </a:lnTo>
                  <a:lnTo>
                    <a:pt x="3578085" y="205881"/>
                  </a:lnTo>
                  <a:lnTo>
                    <a:pt x="3591437" y="200122"/>
                  </a:lnTo>
                  <a:lnTo>
                    <a:pt x="3604788" y="194298"/>
                  </a:lnTo>
                  <a:lnTo>
                    <a:pt x="3618139" y="188410"/>
                  </a:lnTo>
                  <a:lnTo>
                    <a:pt x="3631490" y="182457"/>
                  </a:lnTo>
                  <a:lnTo>
                    <a:pt x="3644841" y="176441"/>
                  </a:lnTo>
                  <a:lnTo>
                    <a:pt x="3658192" y="170363"/>
                  </a:lnTo>
                  <a:lnTo>
                    <a:pt x="3671543" y="164223"/>
                  </a:lnTo>
                  <a:lnTo>
                    <a:pt x="3684894" y="158022"/>
                  </a:lnTo>
                  <a:lnTo>
                    <a:pt x="3698245" y="151761"/>
                  </a:lnTo>
                  <a:lnTo>
                    <a:pt x="3711596" y="145440"/>
                  </a:lnTo>
                  <a:lnTo>
                    <a:pt x="3724947" y="139060"/>
                  </a:lnTo>
                  <a:lnTo>
                    <a:pt x="3738298" y="132622"/>
                  </a:lnTo>
                  <a:lnTo>
                    <a:pt x="3751649" y="126127"/>
                  </a:lnTo>
                  <a:lnTo>
                    <a:pt x="3765000" y="119574"/>
                  </a:lnTo>
                  <a:lnTo>
                    <a:pt x="3778352" y="112965"/>
                  </a:lnTo>
                  <a:lnTo>
                    <a:pt x="3791703" y="106300"/>
                  </a:lnTo>
                  <a:lnTo>
                    <a:pt x="3805054" y="99580"/>
                  </a:lnTo>
                  <a:lnTo>
                    <a:pt x="3818405" y="92805"/>
                  </a:lnTo>
                  <a:lnTo>
                    <a:pt x="3831756" y="85976"/>
                  </a:lnTo>
                  <a:lnTo>
                    <a:pt x="3845107" y="79094"/>
                  </a:lnTo>
                  <a:lnTo>
                    <a:pt x="3858458" y="72158"/>
                  </a:lnTo>
                  <a:lnTo>
                    <a:pt x="3871809" y="65171"/>
                  </a:lnTo>
                  <a:lnTo>
                    <a:pt x="3885160" y="58131"/>
                  </a:lnTo>
                  <a:lnTo>
                    <a:pt x="3898511" y="51040"/>
                  </a:lnTo>
                  <a:lnTo>
                    <a:pt x="3911862" y="43897"/>
                  </a:lnTo>
                  <a:lnTo>
                    <a:pt x="3925213" y="36705"/>
                  </a:lnTo>
                  <a:lnTo>
                    <a:pt x="3938564" y="29462"/>
                  </a:lnTo>
                  <a:lnTo>
                    <a:pt x="3951915" y="22170"/>
                  </a:lnTo>
                  <a:lnTo>
                    <a:pt x="3965266" y="14828"/>
                  </a:lnTo>
                  <a:lnTo>
                    <a:pt x="3978618" y="7438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012852" y="1303336"/>
              <a:ext cx="3991969" cy="1677837"/>
            </a:xfrm>
            <a:custGeom>
              <a:avLst/>
              <a:pathLst>
                <a:path w="3991969" h="1677837">
                  <a:moveTo>
                    <a:pt x="3991969" y="98826"/>
                  </a:moveTo>
                  <a:lnTo>
                    <a:pt x="3978618" y="96369"/>
                  </a:lnTo>
                  <a:lnTo>
                    <a:pt x="3965266" y="93926"/>
                  </a:lnTo>
                  <a:lnTo>
                    <a:pt x="3951915" y="91500"/>
                  </a:lnTo>
                  <a:lnTo>
                    <a:pt x="3938564" y="89089"/>
                  </a:lnTo>
                  <a:lnTo>
                    <a:pt x="3925213" y="86696"/>
                  </a:lnTo>
                  <a:lnTo>
                    <a:pt x="3911862" y="84320"/>
                  </a:lnTo>
                  <a:lnTo>
                    <a:pt x="3898511" y="81962"/>
                  </a:lnTo>
                  <a:lnTo>
                    <a:pt x="3885160" y="79622"/>
                  </a:lnTo>
                  <a:lnTo>
                    <a:pt x="3871809" y="77302"/>
                  </a:lnTo>
                  <a:lnTo>
                    <a:pt x="3858458" y="75001"/>
                  </a:lnTo>
                  <a:lnTo>
                    <a:pt x="3845107" y="72719"/>
                  </a:lnTo>
                  <a:lnTo>
                    <a:pt x="3831756" y="70459"/>
                  </a:lnTo>
                  <a:lnTo>
                    <a:pt x="3818405" y="68220"/>
                  </a:lnTo>
                  <a:lnTo>
                    <a:pt x="3805054" y="66003"/>
                  </a:lnTo>
                  <a:lnTo>
                    <a:pt x="3791703" y="63808"/>
                  </a:lnTo>
                  <a:lnTo>
                    <a:pt x="3778352" y="61636"/>
                  </a:lnTo>
                  <a:lnTo>
                    <a:pt x="3765000" y="59488"/>
                  </a:lnTo>
                  <a:lnTo>
                    <a:pt x="3751649" y="57365"/>
                  </a:lnTo>
                  <a:lnTo>
                    <a:pt x="3738298" y="55267"/>
                  </a:lnTo>
                  <a:lnTo>
                    <a:pt x="3724947" y="53194"/>
                  </a:lnTo>
                  <a:lnTo>
                    <a:pt x="3711596" y="51148"/>
                  </a:lnTo>
                  <a:lnTo>
                    <a:pt x="3698245" y="49129"/>
                  </a:lnTo>
                  <a:lnTo>
                    <a:pt x="3684894" y="47139"/>
                  </a:lnTo>
                  <a:lnTo>
                    <a:pt x="3671543" y="45176"/>
                  </a:lnTo>
                  <a:lnTo>
                    <a:pt x="3658192" y="43244"/>
                  </a:lnTo>
                  <a:lnTo>
                    <a:pt x="3644841" y="41341"/>
                  </a:lnTo>
                  <a:lnTo>
                    <a:pt x="3631490" y="39470"/>
                  </a:lnTo>
                  <a:lnTo>
                    <a:pt x="3618139" y="37630"/>
                  </a:lnTo>
                  <a:lnTo>
                    <a:pt x="3604788" y="35823"/>
                  </a:lnTo>
                  <a:lnTo>
                    <a:pt x="3591437" y="34050"/>
                  </a:lnTo>
                  <a:lnTo>
                    <a:pt x="3578085" y="32311"/>
                  </a:lnTo>
                  <a:lnTo>
                    <a:pt x="3564734" y="30606"/>
                  </a:lnTo>
                  <a:lnTo>
                    <a:pt x="3551383" y="28938"/>
                  </a:lnTo>
                  <a:lnTo>
                    <a:pt x="3538032" y="27307"/>
                  </a:lnTo>
                  <a:lnTo>
                    <a:pt x="3524681" y="25713"/>
                  </a:lnTo>
                  <a:lnTo>
                    <a:pt x="3511330" y="24158"/>
                  </a:lnTo>
                  <a:lnTo>
                    <a:pt x="3497979" y="22643"/>
                  </a:lnTo>
                  <a:lnTo>
                    <a:pt x="3484628" y="21168"/>
                  </a:lnTo>
                  <a:lnTo>
                    <a:pt x="3471277" y="19734"/>
                  </a:lnTo>
                  <a:lnTo>
                    <a:pt x="3457926" y="18343"/>
                  </a:lnTo>
                  <a:lnTo>
                    <a:pt x="3444575" y="16994"/>
                  </a:lnTo>
                  <a:lnTo>
                    <a:pt x="3431224" y="15690"/>
                  </a:lnTo>
                  <a:lnTo>
                    <a:pt x="3417873" y="14431"/>
                  </a:lnTo>
                  <a:lnTo>
                    <a:pt x="3404522" y="13218"/>
                  </a:lnTo>
                  <a:lnTo>
                    <a:pt x="3391171" y="12052"/>
                  </a:lnTo>
                  <a:lnTo>
                    <a:pt x="3377819" y="10934"/>
                  </a:lnTo>
                  <a:lnTo>
                    <a:pt x="3364468" y="9865"/>
                  </a:lnTo>
                  <a:lnTo>
                    <a:pt x="3351117" y="8845"/>
                  </a:lnTo>
                  <a:lnTo>
                    <a:pt x="3337766" y="7876"/>
                  </a:lnTo>
                  <a:lnTo>
                    <a:pt x="3324415" y="6959"/>
                  </a:lnTo>
                  <a:lnTo>
                    <a:pt x="3311064" y="6095"/>
                  </a:lnTo>
                  <a:lnTo>
                    <a:pt x="3297713" y="5284"/>
                  </a:lnTo>
                  <a:lnTo>
                    <a:pt x="3284362" y="4528"/>
                  </a:lnTo>
                  <a:lnTo>
                    <a:pt x="3271011" y="3827"/>
                  </a:lnTo>
                  <a:lnTo>
                    <a:pt x="3257660" y="3182"/>
                  </a:lnTo>
                  <a:lnTo>
                    <a:pt x="3244309" y="2594"/>
                  </a:lnTo>
                  <a:lnTo>
                    <a:pt x="3230958" y="2064"/>
                  </a:lnTo>
                  <a:lnTo>
                    <a:pt x="3217607" y="1594"/>
                  </a:lnTo>
                  <a:lnTo>
                    <a:pt x="3204256" y="1183"/>
                  </a:lnTo>
                  <a:lnTo>
                    <a:pt x="3190905" y="832"/>
                  </a:lnTo>
                  <a:lnTo>
                    <a:pt x="3177553" y="543"/>
                  </a:lnTo>
                  <a:lnTo>
                    <a:pt x="3164202" y="314"/>
                  </a:lnTo>
                  <a:lnTo>
                    <a:pt x="3150851" y="148"/>
                  </a:lnTo>
                  <a:lnTo>
                    <a:pt x="3137500" y="43"/>
                  </a:lnTo>
                  <a:lnTo>
                    <a:pt x="3124149" y="0"/>
                  </a:lnTo>
                  <a:lnTo>
                    <a:pt x="3110798" y="18"/>
                  </a:lnTo>
                  <a:lnTo>
                    <a:pt x="3097447" y="97"/>
                  </a:lnTo>
                  <a:lnTo>
                    <a:pt x="3084096" y="237"/>
                  </a:lnTo>
                  <a:lnTo>
                    <a:pt x="3070745" y="438"/>
                  </a:lnTo>
                  <a:lnTo>
                    <a:pt x="3057394" y="697"/>
                  </a:lnTo>
                  <a:lnTo>
                    <a:pt x="3044043" y="1015"/>
                  </a:lnTo>
                  <a:lnTo>
                    <a:pt x="3030692" y="1391"/>
                  </a:lnTo>
                  <a:lnTo>
                    <a:pt x="3017341" y="1823"/>
                  </a:lnTo>
                  <a:lnTo>
                    <a:pt x="3003990" y="2310"/>
                  </a:lnTo>
                  <a:lnTo>
                    <a:pt x="2990639" y="2851"/>
                  </a:lnTo>
                  <a:lnTo>
                    <a:pt x="2977287" y="3444"/>
                  </a:lnTo>
                  <a:lnTo>
                    <a:pt x="2963936" y="4087"/>
                  </a:lnTo>
                  <a:lnTo>
                    <a:pt x="2950585" y="4779"/>
                  </a:lnTo>
                  <a:lnTo>
                    <a:pt x="2937234" y="5519"/>
                  </a:lnTo>
                  <a:lnTo>
                    <a:pt x="2923883" y="6303"/>
                  </a:lnTo>
                  <a:lnTo>
                    <a:pt x="2910532" y="7131"/>
                  </a:lnTo>
                  <a:lnTo>
                    <a:pt x="2897181" y="8000"/>
                  </a:lnTo>
                  <a:lnTo>
                    <a:pt x="2883830" y="8908"/>
                  </a:lnTo>
                  <a:lnTo>
                    <a:pt x="2870479" y="9852"/>
                  </a:lnTo>
                  <a:lnTo>
                    <a:pt x="2857128" y="10831"/>
                  </a:lnTo>
                  <a:lnTo>
                    <a:pt x="2843777" y="11842"/>
                  </a:lnTo>
                  <a:lnTo>
                    <a:pt x="2830426" y="12882"/>
                  </a:lnTo>
                  <a:lnTo>
                    <a:pt x="2817075" y="13950"/>
                  </a:lnTo>
                  <a:lnTo>
                    <a:pt x="2803724" y="15043"/>
                  </a:lnTo>
                  <a:lnTo>
                    <a:pt x="2790373" y="16158"/>
                  </a:lnTo>
                  <a:lnTo>
                    <a:pt x="2777021" y="17292"/>
                  </a:lnTo>
                  <a:lnTo>
                    <a:pt x="2763670" y="18444"/>
                  </a:lnTo>
                  <a:lnTo>
                    <a:pt x="2750319" y="19610"/>
                  </a:lnTo>
                  <a:lnTo>
                    <a:pt x="2736968" y="20788"/>
                  </a:lnTo>
                  <a:lnTo>
                    <a:pt x="2723617" y="21976"/>
                  </a:lnTo>
                  <a:lnTo>
                    <a:pt x="2710266" y="23170"/>
                  </a:lnTo>
                  <a:lnTo>
                    <a:pt x="2696915" y="24368"/>
                  </a:lnTo>
                  <a:lnTo>
                    <a:pt x="2683564" y="25567"/>
                  </a:lnTo>
                  <a:lnTo>
                    <a:pt x="2670213" y="26765"/>
                  </a:lnTo>
                  <a:lnTo>
                    <a:pt x="2656862" y="27959"/>
                  </a:lnTo>
                  <a:lnTo>
                    <a:pt x="2643511" y="29146"/>
                  </a:lnTo>
                  <a:lnTo>
                    <a:pt x="2630160" y="30324"/>
                  </a:lnTo>
                  <a:lnTo>
                    <a:pt x="2616809" y="31491"/>
                  </a:lnTo>
                  <a:lnTo>
                    <a:pt x="2603458" y="32642"/>
                  </a:lnTo>
                  <a:lnTo>
                    <a:pt x="2590107" y="33777"/>
                  </a:lnTo>
                  <a:lnTo>
                    <a:pt x="2576755" y="34892"/>
                  </a:lnTo>
                  <a:lnTo>
                    <a:pt x="2563404" y="35985"/>
                  </a:lnTo>
                  <a:lnTo>
                    <a:pt x="2550053" y="37054"/>
                  </a:lnTo>
                  <a:lnTo>
                    <a:pt x="2536702" y="38095"/>
                  </a:lnTo>
                  <a:lnTo>
                    <a:pt x="2523351" y="39106"/>
                  </a:lnTo>
                  <a:lnTo>
                    <a:pt x="2510000" y="40085"/>
                  </a:lnTo>
                  <a:lnTo>
                    <a:pt x="2496649" y="41030"/>
                  </a:lnTo>
                  <a:lnTo>
                    <a:pt x="2483298" y="41937"/>
                  </a:lnTo>
                  <a:lnTo>
                    <a:pt x="2469947" y="42805"/>
                  </a:lnTo>
                  <a:lnTo>
                    <a:pt x="2456596" y="43631"/>
                  </a:lnTo>
                  <a:lnTo>
                    <a:pt x="2443245" y="44413"/>
                  </a:lnTo>
                  <a:lnTo>
                    <a:pt x="2429894" y="45149"/>
                  </a:lnTo>
                  <a:lnTo>
                    <a:pt x="2416543" y="45835"/>
                  </a:lnTo>
                  <a:lnTo>
                    <a:pt x="2403192" y="46470"/>
                  </a:lnTo>
                  <a:lnTo>
                    <a:pt x="2389841" y="47052"/>
                  </a:lnTo>
                  <a:lnTo>
                    <a:pt x="2376489" y="47578"/>
                  </a:lnTo>
                  <a:lnTo>
                    <a:pt x="2363138" y="48045"/>
                  </a:lnTo>
                  <a:lnTo>
                    <a:pt x="2349787" y="48453"/>
                  </a:lnTo>
                  <a:lnTo>
                    <a:pt x="2336436" y="48798"/>
                  </a:lnTo>
                  <a:lnTo>
                    <a:pt x="2323085" y="49079"/>
                  </a:lnTo>
                  <a:lnTo>
                    <a:pt x="2309734" y="49293"/>
                  </a:lnTo>
                  <a:lnTo>
                    <a:pt x="2296383" y="49438"/>
                  </a:lnTo>
                  <a:lnTo>
                    <a:pt x="2283032" y="49512"/>
                  </a:lnTo>
                  <a:lnTo>
                    <a:pt x="2269681" y="49513"/>
                  </a:lnTo>
                  <a:lnTo>
                    <a:pt x="2256330" y="49438"/>
                  </a:lnTo>
                  <a:lnTo>
                    <a:pt x="2242979" y="49286"/>
                  </a:lnTo>
                  <a:lnTo>
                    <a:pt x="2229628" y="49055"/>
                  </a:lnTo>
                  <a:lnTo>
                    <a:pt x="2216277" y="48742"/>
                  </a:lnTo>
                  <a:lnTo>
                    <a:pt x="2202926" y="48346"/>
                  </a:lnTo>
                  <a:lnTo>
                    <a:pt x="2189575" y="47864"/>
                  </a:lnTo>
                  <a:lnTo>
                    <a:pt x="2176223" y="47294"/>
                  </a:lnTo>
                  <a:lnTo>
                    <a:pt x="2162872" y="46635"/>
                  </a:lnTo>
                  <a:lnTo>
                    <a:pt x="2149521" y="45884"/>
                  </a:lnTo>
                  <a:lnTo>
                    <a:pt x="2136170" y="45039"/>
                  </a:lnTo>
                  <a:lnTo>
                    <a:pt x="2122819" y="44099"/>
                  </a:lnTo>
                  <a:lnTo>
                    <a:pt x="2109468" y="43061"/>
                  </a:lnTo>
                  <a:lnTo>
                    <a:pt x="2096117" y="41923"/>
                  </a:lnTo>
                  <a:lnTo>
                    <a:pt x="2082766" y="40683"/>
                  </a:lnTo>
                  <a:lnTo>
                    <a:pt x="2069415" y="39340"/>
                  </a:lnTo>
                  <a:lnTo>
                    <a:pt x="2056064" y="37893"/>
                  </a:lnTo>
                  <a:lnTo>
                    <a:pt x="2042713" y="36350"/>
                  </a:lnTo>
                  <a:lnTo>
                    <a:pt x="2029362" y="34723"/>
                  </a:lnTo>
                  <a:lnTo>
                    <a:pt x="2016011" y="33024"/>
                  </a:lnTo>
                  <a:lnTo>
                    <a:pt x="2002660" y="31265"/>
                  </a:lnTo>
                  <a:lnTo>
                    <a:pt x="1989309" y="29457"/>
                  </a:lnTo>
                  <a:lnTo>
                    <a:pt x="1975957" y="27613"/>
                  </a:lnTo>
                  <a:lnTo>
                    <a:pt x="1962606" y="25744"/>
                  </a:lnTo>
                  <a:lnTo>
                    <a:pt x="1949255" y="23863"/>
                  </a:lnTo>
                  <a:lnTo>
                    <a:pt x="1935904" y="21982"/>
                  </a:lnTo>
                  <a:lnTo>
                    <a:pt x="1922553" y="20113"/>
                  </a:lnTo>
                  <a:lnTo>
                    <a:pt x="1909202" y="18268"/>
                  </a:lnTo>
                  <a:lnTo>
                    <a:pt x="1895851" y="16459"/>
                  </a:lnTo>
                  <a:lnTo>
                    <a:pt x="1882500" y="14698"/>
                  </a:lnTo>
                  <a:lnTo>
                    <a:pt x="1869149" y="12996"/>
                  </a:lnTo>
                  <a:lnTo>
                    <a:pt x="1855798" y="11367"/>
                  </a:lnTo>
                  <a:lnTo>
                    <a:pt x="1842447" y="9822"/>
                  </a:lnTo>
                  <a:lnTo>
                    <a:pt x="1829096" y="8372"/>
                  </a:lnTo>
                  <a:lnTo>
                    <a:pt x="1815745" y="7029"/>
                  </a:lnTo>
                  <a:lnTo>
                    <a:pt x="1802394" y="5806"/>
                  </a:lnTo>
                  <a:lnTo>
                    <a:pt x="1789042" y="4712"/>
                  </a:lnTo>
                  <a:lnTo>
                    <a:pt x="1775691" y="3760"/>
                  </a:lnTo>
                  <a:lnTo>
                    <a:pt x="1762340" y="2961"/>
                  </a:lnTo>
                  <a:lnTo>
                    <a:pt x="1748989" y="2326"/>
                  </a:lnTo>
                  <a:lnTo>
                    <a:pt x="1735638" y="1865"/>
                  </a:lnTo>
                  <a:lnTo>
                    <a:pt x="1722287" y="1588"/>
                  </a:lnTo>
                  <a:lnTo>
                    <a:pt x="1708936" y="8173"/>
                  </a:lnTo>
                  <a:lnTo>
                    <a:pt x="1695585" y="23100"/>
                  </a:lnTo>
                  <a:lnTo>
                    <a:pt x="1682234" y="37989"/>
                  </a:lnTo>
                  <a:lnTo>
                    <a:pt x="1668883" y="52835"/>
                  </a:lnTo>
                  <a:lnTo>
                    <a:pt x="1655532" y="67633"/>
                  </a:lnTo>
                  <a:lnTo>
                    <a:pt x="1642181" y="82379"/>
                  </a:lnTo>
                  <a:lnTo>
                    <a:pt x="1628830" y="97070"/>
                  </a:lnTo>
                  <a:lnTo>
                    <a:pt x="1615479" y="111702"/>
                  </a:lnTo>
                  <a:lnTo>
                    <a:pt x="1602128" y="126272"/>
                  </a:lnTo>
                  <a:lnTo>
                    <a:pt x="1588776" y="140780"/>
                  </a:lnTo>
                  <a:lnTo>
                    <a:pt x="1575425" y="155223"/>
                  </a:lnTo>
                  <a:lnTo>
                    <a:pt x="1562074" y="169600"/>
                  </a:lnTo>
                  <a:lnTo>
                    <a:pt x="1548723" y="183912"/>
                  </a:lnTo>
                  <a:lnTo>
                    <a:pt x="1535372" y="198159"/>
                  </a:lnTo>
                  <a:lnTo>
                    <a:pt x="1522021" y="212342"/>
                  </a:lnTo>
                  <a:lnTo>
                    <a:pt x="1508670" y="226464"/>
                  </a:lnTo>
                  <a:lnTo>
                    <a:pt x="1495319" y="240526"/>
                  </a:lnTo>
                  <a:lnTo>
                    <a:pt x="1481968" y="254533"/>
                  </a:lnTo>
                  <a:lnTo>
                    <a:pt x="1468617" y="268489"/>
                  </a:lnTo>
                  <a:lnTo>
                    <a:pt x="1455266" y="282399"/>
                  </a:lnTo>
                  <a:lnTo>
                    <a:pt x="1441915" y="296269"/>
                  </a:lnTo>
                  <a:lnTo>
                    <a:pt x="1428564" y="310106"/>
                  </a:lnTo>
                  <a:lnTo>
                    <a:pt x="1415213" y="323918"/>
                  </a:lnTo>
                  <a:lnTo>
                    <a:pt x="1401862" y="337715"/>
                  </a:lnTo>
                  <a:lnTo>
                    <a:pt x="1388510" y="351506"/>
                  </a:lnTo>
                  <a:lnTo>
                    <a:pt x="1375159" y="365302"/>
                  </a:lnTo>
                  <a:lnTo>
                    <a:pt x="1361808" y="379115"/>
                  </a:lnTo>
                  <a:lnTo>
                    <a:pt x="1348457" y="392959"/>
                  </a:lnTo>
                  <a:lnTo>
                    <a:pt x="1335106" y="406848"/>
                  </a:lnTo>
                  <a:lnTo>
                    <a:pt x="1321755" y="420797"/>
                  </a:lnTo>
                  <a:lnTo>
                    <a:pt x="1308404" y="434818"/>
                  </a:lnTo>
                  <a:lnTo>
                    <a:pt x="1295053" y="448924"/>
                  </a:lnTo>
                  <a:lnTo>
                    <a:pt x="1281702" y="463126"/>
                  </a:lnTo>
                  <a:lnTo>
                    <a:pt x="1268351" y="477434"/>
                  </a:lnTo>
                  <a:lnTo>
                    <a:pt x="1255000" y="491858"/>
                  </a:lnTo>
                  <a:lnTo>
                    <a:pt x="1241649" y="506404"/>
                  </a:lnTo>
                  <a:lnTo>
                    <a:pt x="1228298" y="521079"/>
                  </a:lnTo>
                  <a:lnTo>
                    <a:pt x="1214947" y="535887"/>
                  </a:lnTo>
                  <a:lnTo>
                    <a:pt x="1201596" y="550833"/>
                  </a:lnTo>
                  <a:lnTo>
                    <a:pt x="1188244" y="565918"/>
                  </a:lnTo>
                  <a:lnTo>
                    <a:pt x="1174893" y="581141"/>
                  </a:lnTo>
                  <a:lnTo>
                    <a:pt x="1161542" y="596503"/>
                  </a:lnTo>
                  <a:lnTo>
                    <a:pt x="1148191" y="612001"/>
                  </a:lnTo>
                  <a:lnTo>
                    <a:pt x="1134840" y="627631"/>
                  </a:lnTo>
                  <a:lnTo>
                    <a:pt x="1121489" y="643387"/>
                  </a:lnTo>
                  <a:lnTo>
                    <a:pt x="1108138" y="659265"/>
                  </a:lnTo>
                  <a:lnTo>
                    <a:pt x="1094787" y="675258"/>
                  </a:lnTo>
                  <a:lnTo>
                    <a:pt x="1081436" y="691356"/>
                  </a:lnTo>
                  <a:lnTo>
                    <a:pt x="1068085" y="707551"/>
                  </a:lnTo>
                  <a:lnTo>
                    <a:pt x="1054734" y="723835"/>
                  </a:lnTo>
                  <a:lnTo>
                    <a:pt x="1041383" y="740196"/>
                  </a:lnTo>
                  <a:lnTo>
                    <a:pt x="1028032" y="756624"/>
                  </a:lnTo>
                  <a:lnTo>
                    <a:pt x="1014681" y="773109"/>
                  </a:lnTo>
                  <a:lnTo>
                    <a:pt x="1001330" y="789640"/>
                  </a:lnTo>
                  <a:lnTo>
                    <a:pt x="987978" y="806204"/>
                  </a:lnTo>
                  <a:lnTo>
                    <a:pt x="974627" y="822791"/>
                  </a:lnTo>
                  <a:lnTo>
                    <a:pt x="961276" y="839389"/>
                  </a:lnTo>
                  <a:lnTo>
                    <a:pt x="947925" y="855987"/>
                  </a:lnTo>
                  <a:lnTo>
                    <a:pt x="934574" y="872574"/>
                  </a:lnTo>
                  <a:lnTo>
                    <a:pt x="921223" y="889138"/>
                  </a:lnTo>
                  <a:lnTo>
                    <a:pt x="907872" y="905669"/>
                  </a:lnTo>
                  <a:lnTo>
                    <a:pt x="894521" y="922155"/>
                  </a:lnTo>
                  <a:lnTo>
                    <a:pt x="881170" y="938587"/>
                  </a:lnTo>
                  <a:lnTo>
                    <a:pt x="867819" y="954955"/>
                  </a:lnTo>
                  <a:lnTo>
                    <a:pt x="854468" y="971248"/>
                  </a:lnTo>
                  <a:lnTo>
                    <a:pt x="841117" y="987458"/>
                  </a:lnTo>
                  <a:lnTo>
                    <a:pt x="827766" y="1003575"/>
                  </a:lnTo>
                  <a:lnTo>
                    <a:pt x="814415" y="1019590"/>
                  </a:lnTo>
                  <a:lnTo>
                    <a:pt x="801064" y="1035497"/>
                  </a:lnTo>
                  <a:lnTo>
                    <a:pt x="787712" y="1051286"/>
                  </a:lnTo>
                  <a:lnTo>
                    <a:pt x="774361" y="1066950"/>
                  </a:lnTo>
                  <a:lnTo>
                    <a:pt x="761010" y="1082483"/>
                  </a:lnTo>
                  <a:lnTo>
                    <a:pt x="747659" y="1097877"/>
                  </a:lnTo>
                  <a:lnTo>
                    <a:pt x="734308" y="1113126"/>
                  </a:lnTo>
                  <a:lnTo>
                    <a:pt x="720957" y="1128226"/>
                  </a:lnTo>
                  <a:lnTo>
                    <a:pt x="707606" y="1143169"/>
                  </a:lnTo>
                  <a:lnTo>
                    <a:pt x="694255" y="1157951"/>
                  </a:lnTo>
                  <a:lnTo>
                    <a:pt x="680904" y="1172568"/>
                  </a:lnTo>
                  <a:lnTo>
                    <a:pt x="667553" y="1187014"/>
                  </a:lnTo>
                  <a:lnTo>
                    <a:pt x="654202" y="1201287"/>
                  </a:lnTo>
                  <a:lnTo>
                    <a:pt x="640851" y="1215381"/>
                  </a:lnTo>
                  <a:lnTo>
                    <a:pt x="627500" y="1229295"/>
                  </a:lnTo>
                  <a:lnTo>
                    <a:pt x="614149" y="1243025"/>
                  </a:lnTo>
                  <a:lnTo>
                    <a:pt x="600798" y="1256568"/>
                  </a:lnTo>
                  <a:lnTo>
                    <a:pt x="587446" y="1269922"/>
                  </a:lnTo>
                  <a:lnTo>
                    <a:pt x="574095" y="1283085"/>
                  </a:lnTo>
                  <a:lnTo>
                    <a:pt x="560744" y="1296055"/>
                  </a:lnTo>
                  <a:lnTo>
                    <a:pt x="547393" y="1308831"/>
                  </a:lnTo>
                  <a:lnTo>
                    <a:pt x="534042" y="1321411"/>
                  </a:lnTo>
                  <a:lnTo>
                    <a:pt x="520691" y="1333794"/>
                  </a:lnTo>
                  <a:lnTo>
                    <a:pt x="507340" y="1345980"/>
                  </a:lnTo>
                  <a:lnTo>
                    <a:pt x="493989" y="1357967"/>
                  </a:lnTo>
                  <a:lnTo>
                    <a:pt x="480638" y="1369757"/>
                  </a:lnTo>
                  <a:lnTo>
                    <a:pt x="467287" y="1381347"/>
                  </a:lnTo>
                  <a:lnTo>
                    <a:pt x="453936" y="1392740"/>
                  </a:lnTo>
                  <a:lnTo>
                    <a:pt x="440585" y="1403934"/>
                  </a:lnTo>
                  <a:lnTo>
                    <a:pt x="427234" y="1414930"/>
                  </a:lnTo>
                  <a:lnTo>
                    <a:pt x="413883" y="1425729"/>
                  </a:lnTo>
                  <a:lnTo>
                    <a:pt x="400532" y="1436333"/>
                  </a:lnTo>
                  <a:lnTo>
                    <a:pt x="387180" y="1446744"/>
                  </a:lnTo>
                  <a:lnTo>
                    <a:pt x="373829" y="1456966"/>
                  </a:lnTo>
                  <a:lnTo>
                    <a:pt x="360478" y="1467001"/>
                  </a:lnTo>
                  <a:lnTo>
                    <a:pt x="347127" y="1476852"/>
                  </a:lnTo>
                  <a:lnTo>
                    <a:pt x="333776" y="1486523"/>
                  </a:lnTo>
                  <a:lnTo>
                    <a:pt x="320425" y="1496017"/>
                  </a:lnTo>
                  <a:lnTo>
                    <a:pt x="307074" y="1505336"/>
                  </a:lnTo>
                  <a:lnTo>
                    <a:pt x="293723" y="1514484"/>
                  </a:lnTo>
                  <a:lnTo>
                    <a:pt x="280372" y="1523463"/>
                  </a:lnTo>
                  <a:lnTo>
                    <a:pt x="267021" y="1532276"/>
                  </a:lnTo>
                  <a:lnTo>
                    <a:pt x="253670" y="1540926"/>
                  </a:lnTo>
                  <a:lnTo>
                    <a:pt x="240319" y="1549416"/>
                  </a:lnTo>
                  <a:lnTo>
                    <a:pt x="226968" y="1557748"/>
                  </a:lnTo>
                  <a:lnTo>
                    <a:pt x="213617" y="1565926"/>
                  </a:lnTo>
                  <a:lnTo>
                    <a:pt x="200266" y="1573952"/>
                  </a:lnTo>
                  <a:lnTo>
                    <a:pt x="186914" y="1581829"/>
                  </a:lnTo>
                  <a:lnTo>
                    <a:pt x="173563" y="1589559"/>
                  </a:lnTo>
                  <a:lnTo>
                    <a:pt x="160212" y="1597145"/>
                  </a:lnTo>
                  <a:lnTo>
                    <a:pt x="146861" y="1604590"/>
                  </a:lnTo>
                  <a:lnTo>
                    <a:pt x="133510" y="1611895"/>
                  </a:lnTo>
                  <a:lnTo>
                    <a:pt x="120159" y="1619064"/>
                  </a:lnTo>
                  <a:lnTo>
                    <a:pt x="106808" y="1626100"/>
                  </a:lnTo>
                  <a:lnTo>
                    <a:pt x="93457" y="1633003"/>
                  </a:lnTo>
                  <a:lnTo>
                    <a:pt x="80106" y="1639777"/>
                  </a:lnTo>
                  <a:lnTo>
                    <a:pt x="66755" y="1646425"/>
                  </a:lnTo>
                  <a:lnTo>
                    <a:pt x="53404" y="1652948"/>
                  </a:lnTo>
                  <a:lnTo>
                    <a:pt x="40053" y="1659348"/>
                  </a:lnTo>
                  <a:lnTo>
                    <a:pt x="26702" y="1665628"/>
                  </a:lnTo>
                  <a:lnTo>
                    <a:pt x="13351" y="1671791"/>
                  </a:lnTo>
                  <a:lnTo>
                    <a:pt x="0" y="1677837"/>
                  </a:lnTo>
                  <a:lnTo>
                    <a:pt x="0" y="1677837"/>
                  </a:lnTo>
                  <a:lnTo>
                    <a:pt x="0" y="16778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012852" y="850970"/>
              <a:ext cx="3991969" cy="1729021"/>
            </a:xfrm>
            <a:custGeom>
              <a:avLst/>
              <a:pathLst>
                <a:path w="3991969" h="1729021">
                  <a:moveTo>
                    <a:pt x="0" y="1729021"/>
                  </a:moveTo>
                  <a:lnTo>
                    <a:pt x="13351" y="1722118"/>
                  </a:lnTo>
                  <a:lnTo>
                    <a:pt x="26702" y="1715147"/>
                  </a:lnTo>
                  <a:lnTo>
                    <a:pt x="40053" y="1708110"/>
                  </a:lnTo>
                  <a:lnTo>
                    <a:pt x="53404" y="1701004"/>
                  </a:lnTo>
                  <a:lnTo>
                    <a:pt x="66755" y="1693830"/>
                  </a:lnTo>
                  <a:lnTo>
                    <a:pt x="80106" y="1686587"/>
                  </a:lnTo>
                  <a:lnTo>
                    <a:pt x="93457" y="1679273"/>
                  </a:lnTo>
                  <a:lnTo>
                    <a:pt x="106808" y="1671889"/>
                  </a:lnTo>
                  <a:lnTo>
                    <a:pt x="120159" y="1664433"/>
                  </a:lnTo>
                  <a:lnTo>
                    <a:pt x="133510" y="1656905"/>
                  </a:lnTo>
                  <a:lnTo>
                    <a:pt x="146861" y="1649304"/>
                  </a:lnTo>
                  <a:lnTo>
                    <a:pt x="160212" y="1641630"/>
                  </a:lnTo>
                  <a:lnTo>
                    <a:pt x="173563" y="1633882"/>
                  </a:lnTo>
                  <a:lnTo>
                    <a:pt x="186914" y="1626058"/>
                  </a:lnTo>
                  <a:lnTo>
                    <a:pt x="200266" y="1618160"/>
                  </a:lnTo>
                  <a:lnTo>
                    <a:pt x="213617" y="1610184"/>
                  </a:lnTo>
                  <a:lnTo>
                    <a:pt x="226968" y="1602132"/>
                  </a:lnTo>
                  <a:lnTo>
                    <a:pt x="240319" y="1594001"/>
                  </a:lnTo>
                  <a:lnTo>
                    <a:pt x="253670" y="1585793"/>
                  </a:lnTo>
                  <a:lnTo>
                    <a:pt x="267021" y="1577504"/>
                  </a:lnTo>
                  <a:lnTo>
                    <a:pt x="280372" y="1569136"/>
                  </a:lnTo>
                  <a:lnTo>
                    <a:pt x="293723" y="1560686"/>
                  </a:lnTo>
                  <a:lnTo>
                    <a:pt x="307074" y="1552155"/>
                  </a:lnTo>
                  <a:lnTo>
                    <a:pt x="320425" y="1543542"/>
                  </a:lnTo>
                  <a:lnTo>
                    <a:pt x="333776" y="1534845"/>
                  </a:lnTo>
                  <a:lnTo>
                    <a:pt x="347127" y="1526064"/>
                  </a:lnTo>
                  <a:lnTo>
                    <a:pt x="360478" y="1517198"/>
                  </a:lnTo>
                  <a:lnTo>
                    <a:pt x="373829" y="1508247"/>
                  </a:lnTo>
                  <a:lnTo>
                    <a:pt x="387180" y="1499209"/>
                  </a:lnTo>
                  <a:lnTo>
                    <a:pt x="400532" y="1490083"/>
                  </a:lnTo>
                  <a:lnTo>
                    <a:pt x="413883" y="1480869"/>
                  </a:lnTo>
                  <a:lnTo>
                    <a:pt x="427234" y="1471566"/>
                  </a:lnTo>
                  <a:lnTo>
                    <a:pt x="440585" y="1462175"/>
                  </a:lnTo>
                  <a:lnTo>
                    <a:pt x="453936" y="1452694"/>
                  </a:lnTo>
                  <a:lnTo>
                    <a:pt x="467287" y="1443126"/>
                  </a:lnTo>
                  <a:lnTo>
                    <a:pt x="480638" y="1433471"/>
                  </a:lnTo>
                  <a:lnTo>
                    <a:pt x="493989" y="1423729"/>
                  </a:lnTo>
                  <a:lnTo>
                    <a:pt x="507340" y="1413902"/>
                  </a:lnTo>
                  <a:lnTo>
                    <a:pt x="520691" y="1403990"/>
                  </a:lnTo>
                  <a:lnTo>
                    <a:pt x="534042" y="1393994"/>
                  </a:lnTo>
                  <a:lnTo>
                    <a:pt x="547393" y="1383915"/>
                  </a:lnTo>
                  <a:lnTo>
                    <a:pt x="560744" y="1373754"/>
                  </a:lnTo>
                  <a:lnTo>
                    <a:pt x="574095" y="1363512"/>
                  </a:lnTo>
                  <a:lnTo>
                    <a:pt x="587446" y="1353190"/>
                  </a:lnTo>
                  <a:lnTo>
                    <a:pt x="600798" y="1342789"/>
                  </a:lnTo>
                  <a:lnTo>
                    <a:pt x="614149" y="1332311"/>
                  </a:lnTo>
                  <a:lnTo>
                    <a:pt x="627500" y="1321757"/>
                  </a:lnTo>
                  <a:lnTo>
                    <a:pt x="640851" y="1311127"/>
                  </a:lnTo>
                  <a:lnTo>
                    <a:pt x="654202" y="1300425"/>
                  </a:lnTo>
                  <a:lnTo>
                    <a:pt x="667553" y="1289650"/>
                  </a:lnTo>
                  <a:lnTo>
                    <a:pt x="680904" y="1278805"/>
                  </a:lnTo>
                  <a:lnTo>
                    <a:pt x="694255" y="1267891"/>
                  </a:lnTo>
                  <a:lnTo>
                    <a:pt x="707606" y="1256910"/>
                  </a:lnTo>
                  <a:lnTo>
                    <a:pt x="720957" y="1245864"/>
                  </a:lnTo>
                  <a:lnTo>
                    <a:pt x="734308" y="1234754"/>
                  </a:lnTo>
                  <a:lnTo>
                    <a:pt x="747659" y="1223582"/>
                  </a:lnTo>
                  <a:lnTo>
                    <a:pt x="761010" y="1212351"/>
                  </a:lnTo>
                  <a:lnTo>
                    <a:pt x="774361" y="1201062"/>
                  </a:lnTo>
                  <a:lnTo>
                    <a:pt x="787712" y="1189717"/>
                  </a:lnTo>
                  <a:lnTo>
                    <a:pt x="801064" y="1178319"/>
                  </a:lnTo>
                  <a:lnTo>
                    <a:pt x="814415" y="1166870"/>
                  </a:lnTo>
                  <a:lnTo>
                    <a:pt x="827766" y="1155372"/>
                  </a:lnTo>
                  <a:lnTo>
                    <a:pt x="841117" y="1143827"/>
                  </a:lnTo>
                  <a:lnTo>
                    <a:pt x="854468" y="1132239"/>
                  </a:lnTo>
                  <a:lnTo>
                    <a:pt x="867819" y="1120609"/>
                  </a:lnTo>
                  <a:lnTo>
                    <a:pt x="881170" y="1108940"/>
                  </a:lnTo>
                  <a:lnTo>
                    <a:pt x="894521" y="1097236"/>
                  </a:lnTo>
                  <a:lnTo>
                    <a:pt x="907872" y="1085498"/>
                  </a:lnTo>
                  <a:lnTo>
                    <a:pt x="921223" y="1073730"/>
                  </a:lnTo>
                  <a:lnTo>
                    <a:pt x="934574" y="1061935"/>
                  </a:lnTo>
                  <a:lnTo>
                    <a:pt x="947925" y="1050115"/>
                  </a:lnTo>
                  <a:lnTo>
                    <a:pt x="961276" y="1038274"/>
                  </a:lnTo>
                  <a:lnTo>
                    <a:pt x="974627" y="1026416"/>
                  </a:lnTo>
                  <a:lnTo>
                    <a:pt x="987978" y="1014542"/>
                  </a:lnTo>
                  <a:lnTo>
                    <a:pt x="1001330" y="1002657"/>
                  </a:lnTo>
                  <a:lnTo>
                    <a:pt x="1014681" y="990765"/>
                  </a:lnTo>
                  <a:lnTo>
                    <a:pt x="1028032" y="978868"/>
                  </a:lnTo>
                  <a:lnTo>
                    <a:pt x="1041383" y="966970"/>
                  </a:lnTo>
                  <a:lnTo>
                    <a:pt x="1054734" y="955075"/>
                  </a:lnTo>
                  <a:lnTo>
                    <a:pt x="1068085" y="943188"/>
                  </a:lnTo>
                  <a:lnTo>
                    <a:pt x="1081436" y="931310"/>
                  </a:lnTo>
                  <a:lnTo>
                    <a:pt x="1094787" y="919448"/>
                  </a:lnTo>
                  <a:lnTo>
                    <a:pt x="1108138" y="907604"/>
                  </a:lnTo>
                  <a:lnTo>
                    <a:pt x="1121489" y="895782"/>
                  </a:lnTo>
                  <a:lnTo>
                    <a:pt x="1134840" y="883988"/>
                  </a:lnTo>
                  <a:lnTo>
                    <a:pt x="1148191" y="872224"/>
                  </a:lnTo>
                  <a:lnTo>
                    <a:pt x="1161542" y="860496"/>
                  </a:lnTo>
                  <a:lnTo>
                    <a:pt x="1174893" y="848808"/>
                  </a:lnTo>
                  <a:lnTo>
                    <a:pt x="1188244" y="837164"/>
                  </a:lnTo>
                  <a:lnTo>
                    <a:pt x="1201596" y="825569"/>
                  </a:lnTo>
                  <a:lnTo>
                    <a:pt x="1214947" y="814027"/>
                  </a:lnTo>
                  <a:lnTo>
                    <a:pt x="1228298" y="802544"/>
                  </a:lnTo>
                  <a:lnTo>
                    <a:pt x="1241649" y="791124"/>
                  </a:lnTo>
                  <a:lnTo>
                    <a:pt x="1255000" y="779771"/>
                  </a:lnTo>
                  <a:lnTo>
                    <a:pt x="1268351" y="768491"/>
                  </a:lnTo>
                  <a:lnTo>
                    <a:pt x="1281702" y="757288"/>
                  </a:lnTo>
                  <a:lnTo>
                    <a:pt x="1295053" y="746168"/>
                  </a:lnTo>
                  <a:lnTo>
                    <a:pt x="1308404" y="735136"/>
                  </a:lnTo>
                  <a:lnTo>
                    <a:pt x="1321755" y="724196"/>
                  </a:lnTo>
                  <a:lnTo>
                    <a:pt x="1335106" y="713355"/>
                  </a:lnTo>
                  <a:lnTo>
                    <a:pt x="1348457" y="702617"/>
                  </a:lnTo>
                  <a:lnTo>
                    <a:pt x="1361808" y="691987"/>
                  </a:lnTo>
                  <a:lnTo>
                    <a:pt x="1375159" y="681470"/>
                  </a:lnTo>
                  <a:lnTo>
                    <a:pt x="1388510" y="671071"/>
                  </a:lnTo>
                  <a:lnTo>
                    <a:pt x="1401862" y="660788"/>
                  </a:lnTo>
                  <a:lnTo>
                    <a:pt x="1415213" y="650623"/>
                  </a:lnTo>
                  <a:lnTo>
                    <a:pt x="1428564" y="640577"/>
                  </a:lnTo>
                  <a:lnTo>
                    <a:pt x="1441915" y="630649"/>
                  </a:lnTo>
                  <a:lnTo>
                    <a:pt x="1455266" y="620841"/>
                  </a:lnTo>
                  <a:lnTo>
                    <a:pt x="1468617" y="611152"/>
                  </a:lnTo>
                  <a:lnTo>
                    <a:pt x="1481968" y="601584"/>
                  </a:lnTo>
                  <a:lnTo>
                    <a:pt x="1495319" y="592135"/>
                  </a:lnTo>
                  <a:lnTo>
                    <a:pt x="1508670" y="582807"/>
                  </a:lnTo>
                  <a:lnTo>
                    <a:pt x="1522021" y="573598"/>
                  </a:lnTo>
                  <a:lnTo>
                    <a:pt x="1535372" y="564511"/>
                  </a:lnTo>
                  <a:lnTo>
                    <a:pt x="1548723" y="555543"/>
                  </a:lnTo>
                  <a:lnTo>
                    <a:pt x="1562074" y="546696"/>
                  </a:lnTo>
                  <a:lnTo>
                    <a:pt x="1575425" y="537968"/>
                  </a:lnTo>
                  <a:lnTo>
                    <a:pt x="1588776" y="529360"/>
                  </a:lnTo>
                  <a:lnTo>
                    <a:pt x="1602128" y="520872"/>
                  </a:lnTo>
                  <a:lnTo>
                    <a:pt x="1615479" y="512503"/>
                  </a:lnTo>
                  <a:lnTo>
                    <a:pt x="1628830" y="504252"/>
                  </a:lnTo>
                  <a:lnTo>
                    <a:pt x="1642181" y="496120"/>
                  </a:lnTo>
                  <a:lnTo>
                    <a:pt x="1655532" y="488105"/>
                  </a:lnTo>
                  <a:lnTo>
                    <a:pt x="1668883" y="480207"/>
                  </a:lnTo>
                  <a:lnTo>
                    <a:pt x="1682234" y="472426"/>
                  </a:lnTo>
                  <a:lnTo>
                    <a:pt x="1695585" y="464760"/>
                  </a:lnTo>
                  <a:lnTo>
                    <a:pt x="1708936" y="457208"/>
                  </a:lnTo>
                  <a:lnTo>
                    <a:pt x="1722287" y="449771"/>
                  </a:lnTo>
                  <a:lnTo>
                    <a:pt x="1735638" y="442447"/>
                  </a:lnTo>
                  <a:lnTo>
                    <a:pt x="1748989" y="435235"/>
                  </a:lnTo>
                  <a:lnTo>
                    <a:pt x="1762340" y="428135"/>
                  </a:lnTo>
                  <a:lnTo>
                    <a:pt x="1775691" y="421144"/>
                  </a:lnTo>
                  <a:lnTo>
                    <a:pt x="1789042" y="414263"/>
                  </a:lnTo>
                  <a:lnTo>
                    <a:pt x="1802394" y="407489"/>
                  </a:lnTo>
                  <a:lnTo>
                    <a:pt x="1815745" y="400822"/>
                  </a:lnTo>
                  <a:lnTo>
                    <a:pt x="1829096" y="394261"/>
                  </a:lnTo>
                  <a:lnTo>
                    <a:pt x="1842447" y="387803"/>
                  </a:lnTo>
                  <a:lnTo>
                    <a:pt x="1855798" y="381449"/>
                  </a:lnTo>
                  <a:lnTo>
                    <a:pt x="1869149" y="375196"/>
                  </a:lnTo>
                  <a:lnTo>
                    <a:pt x="1882500" y="369043"/>
                  </a:lnTo>
                  <a:lnTo>
                    <a:pt x="1895851" y="362988"/>
                  </a:lnTo>
                  <a:lnTo>
                    <a:pt x="1909202" y="357031"/>
                  </a:lnTo>
                  <a:lnTo>
                    <a:pt x="1922553" y="351169"/>
                  </a:lnTo>
                  <a:lnTo>
                    <a:pt x="1935904" y="345401"/>
                  </a:lnTo>
                  <a:lnTo>
                    <a:pt x="1949255" y="339725"/>
                  </a:lnTo>
                  <a:lnTo>
                    <a:pt x="1962606" y="334139"/>
                  </a:lnTo>
                  <a:lnTo>
                    <a:pt x="1975957" y="328643"/>
                  </a:lnTo>
                  <a:lnTo>
                    <a:pt x="1989309" y="323233"/>
                  </a:lnTo>
                  <a:lnTo>
                    <a:pt x="2002660" y="317909"/>
                  </a:lnTo>
                  <a:lnTo>
                    <a:pt x="2016011" y="312669"/>
                  </a:lnTo>
                  <a:lnTo>
                    <a:pt x="2029362" y="307510"/>
                  </a:lnTo>
                  <a:lnTo>
                    <a:pt x="2042713" y="302430"/>
                  </a:lnTo>
                  <a:lnTo>
                    <a:pt x="2056064" y="297429"/>
                  </a:lnTo>
                  <a:lnTo>
                    <a:pt x="2069415" y="292503"/>
                  </a:lnTo>
                  <a:lnTo>
                    <a:pt x="2082766" y="287652"/>
                  </a:lnTo>
                  <a:lnTo>
                    <a:pt x="2096117" y="282874"/>
                  </a:lnTo>
                  <a:lnTo>
                    <a:pt x="2109468" y="278170"/>
                  </a:lnTo>
                  <a:lnTo>
                    <a:pt x="2122819" y="273539"/>
                  </a:lnTo>
                  <a:lnTo>
                    <a:pt x="2136170" y="268979"/>
                  </a:lnTo>
                  <a:lnTo>
                    <a:pt x="2149521" y="264492"/>
                  </a:lnTo>
                  <a:lnTo>
                    <a:pt x="2162872" y="260076"/>
                  </a:lnTo>
                  <a:lnTo>
                    <a:pt x="2176223" y="255731"/>
                  </a:lnTo>
                  <a:lnTo>
                    <a:pt x="2189575" y="251456"/>
                  </a:lnTo>
                  <a:lnTo>
                    <a:pt x="2202926" y="247250"/>
                  </a:lnTo>
                  <a:lnTo>
                    <a:pt x="2216277" y="243114"/>
                  </a:lnTo>
                  <a:lnTo>
                    <a:pt x="2229628" y="239047"/>
                  </a:lnTo>
                  <a:lnTo>
                    <a:pt x="2242979" y="235048"/>
                  </a:lnTo>
                  <a:lnTo>
                    <a:pt x="2256330" y="231116"/>
                  </a:lnTo>
                  <a:lnTo>
                    <a:pt x="2269681" y="227251"/>
                  </a:lnTo>
                  <a:lnTo>
                    <a:pt x="2283032" y="223452"/>
                  </a:lnTo>
                  <a:lnTo>
                    <a:pt x="2296383" y="219719"/>
                  </a:lnTo>
                  <a:lnTo>
                    <a:pt x="2309734" y="216051"/>
                  </a:lnTo>
                  <a:lnTo>
                    <a:pt x="2323085" y="212446"/>
                  </a:lnTo>
                  <a:lnTo>
                    <a:pt x="2336436" y="208906"/>
                  </a:lnTo>
                  <a:lnTo>
                    <a:pt x="2349787" y="205428"/>
                  </a:lnTo>
                  <a:lnTo>
                    <a:pt x="2363138" y="202013"/>
                  </a:lnTo>
                  <a:lnTo>
                    <a:pt x="2376489" y="198659"/>
                  </a:lnTo>
                  <a:lnTo>
                    <a:pt x="2389841" y="195366"/>
                  </a:lnTo>
                  <a:lnTo>
                    <a:pt x="2403192" y="192132"/>
                  </a:lnTo>
                  <a:lnTo>
                    <a:pt x="2416543" y="188958"/>
                  </a:lnTo>
                  <a:lnTo>
                    <a:pt x="2429894" y="185843"/>
                  </a:lnTo>
                  <a:lnTo>
                    <a:pt x="2443245" y="182785"/>
                  </a:lnTo>
                  <a:lnTo>
                    <a:pt x="2456596" y="179785"/>
                  </a:lnTo>
                  <a:lnTo>
                    <a:pt x="2469947" y="176840"/>
                  </a:lnTo>
                  <a:lnTo>
                    <a:pt x="2483298" y="173951"/>
                  </a:lnTo>
                  <a:lnTo>
                    <a:pt x="2496649" y="171117"/>
                  </a:lnTo>
                  <a:lnTo>
                    <a:pt x="2510000" y="168336"/>
                  </a:lnTo>
                  <a:lnTo>
                    <a:pt x="2523351" y="165608"/>
                  </a:lnTo>
                  <a:lnTo>
                    <a:pt x="2536702" y="162933"/>
                  </a:lnTo>
                  <a:lnTo>
                    <a:pt x="2550053" y="160308"/>
                  </a:lnTo>
                  <a:lnTo>
                    <a:pt x="2563404" y="157735"/>
                  </a:lnTo>
                  <a:lnTo>
                    <a:pt x="2576755" y="155210"/>
                  </a:lnTo>
                  <a:lnTo>
                    <a:pt x="2590107" y="152735"/>
                  </a:lnTo>
                  <a:lnTo>
                    <a:pt x="2603458" y="150307"/>
                  </a:lnTo>
                  <a:lnTo>
                    <a:pt x="2616809" y="147927"/>
                  </a:lnTo>
                  <a:lnTo>
                    <a:pt x="2630160" y="145592"/>
                  </a:lnTo>
                  <a:lnTo>
                    <a:pt x="2643511" y="143303"/>
                  </a:lnTo>
                  <a:lnTo>
                    <a:pt x="2656862" y="141058"/>
                  </a:lnTo>
                  <a:lnTo>
                    <a:pt x="2670213" y="138857"/>
                  </a:lnTo>
                  <a:lnTo>
                    <a:pt x="2683564" y="136698"/>
                  </a:lnTo>
                  <a:lnTo>
                    <a:pt x="2696915" y="134580"/>
                  </a:lnTo>
                  <a:lnTo>
                    <a:pt x="2710266" y="132504"/>
                  </a:lnTo>
                  <a:lnTo>
                    <a:pt x="2723617" y="130467"/>
                  </a:lnTo>
                  <a:lnTo>
                    <a:pt x="2736968" y="128469"/>
                  </a:lnTo>
                  <a:lnTo>
                    <a:pt x="2750319" y="126508"/>
                  </a:lnTo>
                  <a:lnTo>
                    <a:pt x="2763670" y="124585"/>
                  </a:lnTo>
                  <a:lnTo>
                    <a:pt x="2777021" y="122697"/>
                  </a:lnTo>
                  <a:lnTo>
                    <a:pt x="2790373" y="120845"/>
                  </a:lnTo>
                  <a:lnTo>
                    <a:pt x="2803724" y="119027"/>
                  </a:lnTo>
                  <a:lnTo>
                    <a:pt x="2817075" y="117241"/>
                  </a:lnTo>
                  <a:lnTo>
                    <a:pt x="2830426" y="115488"/>
                  </a:lnTo>
                  <a:lnTo>
                    <a:pt x="2843777" y="113766"/>
                  </a:lnTo>
                  <a:lnTo>
                    <a:pt x="2857128" y="112074"/>
                  </a:lnTo>
                  <a:lnTo>
                    <a:pt x="2870479" y="110412"/>
                  </a:lnTo>
                  <a:lnTo>
                    <a:pt x="2883830" y="108777"/>
                  </a:lnTo>
                  <a:lnTo>
                    <a:pt x="2897181" y="107170"/>
                  </a:lnTo>
                  <a:lnTo>
                    <a:pt x="2910532" y="105589"/>
                  </a:lnTo>
                  <a:lnTo>
                    <a:pt x="2923883" y="104033"/>
                  </a:lnTo>
                  <a:lnTo>
                    <a:pt x="2937234" y="102501"/>
                  </a:lnTo>
                  <a:lnTo>
                    <a:pt x="2950585" y="100992"/>
                  </a:lnTo>
                  <a:lnTo>
                    <a:pt x="2963936" y="99506"/>
                  </a:lnTo>
                  <a:lnTo>
                    <a:pt x="2977287" y="98041"/>
                  </a:lnTo>
                  <a:lnTo>
                    <a:pt x="2990639" y="96596"/>
                  </a:lnTo>
                  <a:lnTo>
                    <a:pt x="3003990" y="95170"/>
                  </a:lnTo>
                  <a:lnTo>
                    <a:pt x="3017341" y="93762"/>
                  </a:lnTo>
                  <a:lnTo>
                    <a:pt x="3030692" y="92371"/>
                  </a:lnTo>
                  <a:lnTo>
                    <a:pt x="3044043" y="90996"/>
                  </a:lnTo>
                  <a:lnTo>
                    <a:pt x="3057394" y="89636"/>
                  </a:lnTo>
                  <a:lnTo>
                    <a:pt x="3070745" y="88291"/>
                  </a:lnTo>
                  <a:lnTo>
                    <a:pt x="3084096" y="86958"/>
                  </a:lnTo>
                  <a:lnTo>
                    <a:pt x="3097447" y="85637"/>
                  </a:lnTo>
                  <a:lnTo>
                    <a:pt x="3110798" y="84327"/>
                  </a:lnTo>
                  <a:lnTo>
                    <a:pt x="3124149" y="83027"/>
                  </a:lnTo>
                  <a:lnTo>
                    <a:pt x="3137500" y="81735"/>
                  </a:lnTo>
                  <a:lnTo>
                    <a:pt x="3150851" y="80452"/>
                  </a:lnTo>
                  <a:lnTo>
                    <a:pt x="3164202" y="79174"/>
                  </a:lnTo>
                  <a:lnTo>
                    <a:pt x="3177553" y="77903"/>
                  </a:lnTo>
                  <a:lnTo>
                    <a:pt x="3190905" y="76636"/>
                  </a:lnTo>
                  <a:lnTo>
                    <a:pt x="3204256" y="75373"/>
                  </a:lnTo>
                  <a:lnTo>
                    <a:pt x="3217607" y="74112"/>
                  </a:lnTo>
                  <a:lnTo>
                    <a:pt x="3230958" y="72852"/>
                  </a:lnTo>
                  <a:lnTo>
                    <a:pt x="3244309" y="71593"/>
                  </a:lnTo>
                  <a:lnTo>
                    <a:pt x="3257660" y="70333"/>
                  </a:lnTo>
                  <a:lnTo>
                    <a:pt x="3271011" y="69072"/>
                  </a:lnTo>
                  <a:lnTo>
                    <a:pt x="3284362" y="67811"/>
                  </a:lnTo>
                  <a:lnTo>
                    <a:pt x="3297713" y="66549"/>
                  </a:lnTo>
                  <a:lnTo>
                    <a:pt x="3311064" y="65287"/>
                  </a:lnTo>
                  <a:lnTo>
                    <a:pt x="3324415" y="64023"/>
                  </a:lnTo>
                  <a:lnTo>
                    <a:pt x="3337766" y="62760"/>
                  </a:lnTo>
                  <a:lnTo>
                    <a:pt x="3351117" y="61495"/>
                  </a:lnTo>
                  <a:lnTo>
                    <a:pt x="3364468" y="60230"/>
                  </a:lnTo>
                  <a:lnTo>
                    <a:pt x="3377819" y="58964"/>
                  </a:lnTo>
                  <a:lnTo>
                    <a:pt x="3391171" y="57697"/>
                  </a:lnTo>
                  <a:lnTo>
                    <a:pt x="3404522" y="56430"/>
                  </a:lnTo>
                  <a:lnTo>
                    <a:pt x="3417873" y="55162"/>
                  </a:lnTo>
                  <a:lnTo>
                    <a:pt x="3431224" y="53893"/>
                  </a:lnTo>
                  <a:lnTo>
                    <a:pt x="3444575" y="52624"/>
                  </a:lnTo>
                  <a:lnTo>
                    <a:pt x="3457926" y="51354"/>
                  </a:lnTo>
                  <a:lnTo>
                    <a:pt x="3471277" y="50084"/>
                  </a:lnTo>
                  <a:lnTo>
                    <a:pt x="3484628" y="48812"/>
                  </a:lnTo>
                  <a:lnTo>
                    <a:pt x="3497979" y="47540"/>
                  </a:lnTo>
                  <a:lnTo>
                    <a:pt x="3511330" y="46268"/>
                  </a:lnTo>
                  <a:lnTo>
                    <a:pt x="3524681" y="44994"/>
                  </a:lnTo>
                  <a:lnTo>
                    <a:pt x="3538032" y="43720"/>
                  </a:lnTo>
                  <a:lnTo>
                    <a:pt x="3551383" y="42446"/>
                  </a:lnTo>
                  <a:lnTo>
                    <a:pt x="3564734" y="41170"/>
                  </a:lnTo>
                  <a:lnTo>
                    <a:pt x="3578085" y="39894"/>
                  </a:lnTo>
                  <a:lnTo>
                    <a:pt x="3591437" y="38618"/>
                  </a:lnTo>
                  <a:lnTo>
                    <a:pt x="3604788" y="37340"/>
                  </a:lnTo>
                  <a:lnTo>
                    <a:pt x="3618139" y="36062"/>
                  </a:lnTo>
                  <a:lnTo>
                    <a:pt x="3631490" y="34783"/>
                  </a:lnTo>
                  <a:lnTo>
                    <a:pt x="3644841" y="33504"/>
                  </a:lnTo>
                  <a:lnTo>
                    <a:pt x="3658192" y="32224"/>
                  </a:lnTo>
                  <a:lnTo>
                    <a:pt x="3671543" y="30943"/>
                  </a:lnTo>
                  <a:lnTo>
                    <a:pt x="3684894" y="29662"/>
                  </a:lnTo>
                  <a:lnTo>
                    <a:pt x="3698245" y="28380"/>
                  </a:lnTo>
                  <a:lnTo>
                    <a:pt x="3711596" y="27097"/>
                  </a:lnTo>
                  <a:lnTo>
                    <a:pt x="3724947" y="25813"/>
                  </a:lnTo>
                  <a:lnTo>
                    <a:pt x="3738298" y="24529"/>
                  </a:lnTo>
                  <a:lnTo>
                    <a:pt x="3751649" y="23244"/>
                  </a:lnTo>
                  <a:lnTo>
                    <a:pt x="3765000" y="21959"/>
                  </a:lnTo>
                  <a:lnTo>
                    <a:pt x="3778352" y="20672"/>
                  </a:lnTo>
                  <a:lnTo>
                    <a:pt x="3791703" y="19386"/>
                  </a:lnTo>
                  <a:lnTo>
                    <a:pt x="3805054" y="18098"/>
                  </a:lnTo>
                  <a:lnTo>
                    <a:pt x="3818405" y="16810"/>
                  </a:lnTo>
                  <a:lnTo>
                    <a:pt x="3831756" y="15521"/>
                  </a:lnTo>
                  <a:lnTo>
                    <a:pt x="3845107" y="14231"/>
                  </a:lnTo>
                  <a:lnTo>
                    <a:pt x="3858458" y="12941"/>
                  </a:lnTo>
                  <a:lnTo>
                    <a:pt x="3871809" y="11650"/>
                  </a:lnTo>
                  <a:lnTo>
                    <a:pt x="3885160" y="10358"/>
                  </a:lnTo>
                  <a:lnTo>
                    <a:pt x="3898511" y="9066"/>
                  </a:lnTo>
                  <a:lnTo>
                    <a:pt x="3911862" y="7772"/>
                  </a:lnTo>
                  <a:lnTo>
                    <a:pt x="3925213" y="6479"/>
                  </a:lnTo>
                  <a:lnTo>
                    <a:pt x="3938564" y="5184"/>
                  </a:lnTo>
                  <a:lnTo>
                    <a:pt x="3951915" y="3889"/>
                  </a:lnTo>
                  <a:lnTo>
                    <a:pt x="3965266" y="2593"/>
                  </a:lnTo>
                  <a:lnTo>
                    <a:pt x="3978618" y="1297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012852" y="130485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5012852" y="139178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tx66"/>
            <p:cNvSpPr/>
            <p:nvPr/>
          </p:nvSpPr>
          <p:spPr>
            <a:xfrm>
              <a:off x="4772554" y="245124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772554" y="1655620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772554" y="859997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69" name="pl69"/>
            <p:cNvSpPr/>
            <p:nvPr/>
          </p:nvSpPr>
          <p:spPr>
            <a:xfrm>
              <a:off x="4978058" y="24982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78058" y="17026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78058" y="9070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011492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19841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385346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5922658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0.6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109585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296512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620080" y="3203322"/>
              <a:ext cx="77751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641407" y="3498589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41407" y="582593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41407" y="517980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41407" y="453367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41407" y="388755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92538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98331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04125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099188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41407" y="614899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41407" y="550286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41407" y="485674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41407" y="421061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41407" y="356449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145435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51228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357022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62815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41407" y="3498589"/>
              <a:ext cx="3991969" cy="2841995"/>
            </a:xfrm>
            <a:custGeom>
              <a:avLst/>
              <a:pathLst>
                <a:path w="3991969" h="2841995">
                  <a:moveTo>
                    <a:pt x="0" y="932526"/>
                  </a:moveTo>
                  <a:lnTo>
                    <a:pt x="13351" y="936614"/>
                  </a:lnTo>
                  <a:lnTo>
                    <a:pt x="26702" y="940684"/>
                  </a:lnTo>
                  <a:lnTo>
                    <a:pt x="40053" y="944734"/>
                  </a:lnTo>
                  <a:lnTo>
                    <a:pt x="53404" y="948765"/>
                  </a:lnTo>
                  <a:lnTo>
                    <a:pt x="66755" y="952776"/>
                  </a:lnTo>
                  <a:lnTo>
                    <a:pt x="80106" y="956767"/>
                  </a:lnTo>
                  <a:lnTo>
                    <a:pt x="93457" y="960736"/>
                  </a:lnTo>
                  <a:lnTo>
                    <a:pt x="106808" y="964684"/>
                  </a:lnTo>
                  <a:lnTo>
                    <a:pt x="120159" y="968609"/>
                  </a:lnTo>
                  <a:lnTo>
                    <a:pt x="133510" y="972512"/>
                  </a:lnTo>
                  <a:lnTo>
                    <a:pt x="146861" y="976391"/>
                  </a:lnTo>
                  <a:lnTo>
                    <a:pt x="160212" y="980247"/>
                  </a:lnTo>
                  <a:lnTo>
                    <a:pt x="173563" y="984077"/>
                  </a:lnTo>
                  <a:lnTo>
                    <a:pt x="186914" y="987881"/>
                  </a:lnTo>
                  <a:lnTo>
                    <a:pt x="200266" y="991659"/>
                  </a:lnTo>
                  <a:lnTo>
                    <a:pt x="213617" y="995410"/>
                  </a:lnTo>
                  <a:lnTo>
                    <a:pt x="226968" y="999133"/>
                  </a:lnTo>
                  <a:lnTo>
                    <a:pt x="240319" y="1002826"/>
                  </a:lnTo>
                  <a:lnTo>
                    <a:pt x="253670" y="1006489"/>
                  </a:lnTo>
                  <a:lnTo>
                    <a:pt x="267021" y="1010121"/>
                  </a:lnTo>
                  <a:lnTo>
                    <a:pt x="280372" y="1013720"/>
                  </a:lnTo>
                  <a:lnTo>
                    <a:pt x="293723" y="1017285"/>
                  </a:lnTo>
                  <a:lnTo>
                    <a:pt x="307074" y="1020816"/>
                  </a:lnTo>
                  <a:lnTo>
                    <a:pt x="320425" y="1024310"/>
                  </a:lnTo>
                  <a:lnTo>
                    <a:pt x="333776" y="1027766"/>
                  </a:lnTo>
                  <a:lnTo>
                    <a:pt x="347127" y="1031183"/>
                  </a:lnTo>
                  <a:lnTo>
                    <a:pt x="360478" y="1034558"/>
                  </a:lnTo>
                  <a:lnTo>
                    <a:pt x="373829" y="1037890"/>
                  </a:lnTo>
                  <a:lnTo>
                    <a:pt x="387180" y="1041178"/>
                  </a:lnTo>
                  <a:lnTo>
                    <a:pt x="400532" y="1044418"/>
                  </a:lnTo>
                  <a:lnTo>
                    <a:pt x="413883" y="1047609"/>
                  </a:lnTo>
                  <a:lnTo>
                    <a:pt x="427234" y="1050748"/>
                  </a:lnTo>
                  <a:lnTo>
                    <a:pt x="440585" y="1053827"/>
                  </a:lnTo>
                  <a:lnTo>
                    <a:pt x="453936" y="1056841"/>
                  </a:lnTo>
                  <a:lnTo>
                    <a:pt x="467287" y="1059781"/>
                  </a:lnTo>
                  <a:lnTo>
                    <a:pt x="480638" y="1062640"/>
                  </a:lnTo>
                  <a:lnTo>
                    <a:pt x="493989" y="1065411"/>
                  </a:lnTo>
                  <a:lnTo>
                    <a:pt x="507340" y="1068087"/>
                  </a:lnTo>
                  <a:lnTo>
                    <a:pt x="520691" y="1070660"/>
                  </a:lnTo>
                  <a:lnTo>
                    <a:pt x="534042" y="1073123"/>
                  </a:lnTo>
                  <a:lnTo>
                    <a:pt x="547393" y="1075468"/>
                  </a:lnTo>
                  <a:lnTo>
                    <a:pt x="560744" y="1077688"/>
                  </a:lnTo>
                  <a:lnTo>
                    <a:pt x="574095" y="1079777"/>
                  </a:lnTo>
                  <a:lnTo>
                    <a:pt x="587446" y="1081725"/>
                  </a:lnTo>
                  <a:lnTo>
                    <a:pt x="600798" y="1083526"/>
                  </a:lnTo>
                  <a:lnTo>
                    <a:pt x="614149" y="1085172"/>
                  </a:lnTo>
                  <a:lnTo>
                    <a:pt x="627500" y="1086657"/>
                  </a:lnTo>
                  <a:lnTo>
                    <a:pt x="640851" y="1087971"/>
                  </a:lnTo>
                  <a:lnTo>
                    <a:pt x="654202" y="1089108"/>
                  </a:lnTo>
                  <a:lnTo>
                    <a:pt x="667553" y="1090060"/>
                  </a:lnTo>
                  <a:lnTo>
                    <a:pt x="680904" y="1090820"/>
                  </a:lnTo>
                  <a:lnTo>
                    <a:pt x="694255" y="1091379"/>
                  </a:lnTo>
                  <a:lnTo>
                    <a:pt x="707606" y="1091732"/>
                  </a:lnTo>
                  <a:lnTo>
                    <a:pt x="720957" y="1091869"/>
                  </a:lnTo>
                  <a:lnTo>
                    <a:pt x="734308" y="1091785"/>
                  </a:lnTo>
                  <a:lnTo>
                    <a:pt x="747659" y="1091471"/>
                  </a:lnTo>
                  <a:lnTo>
                    <a:pt x="761010" y="1090920"/>
                  </a:lnTo>
                  <a:lnTo>
                    <a:pt x="774361" y="1090125"/>
                  </a:lnTo>
                  <a:lnTo>
                    <a:pt x="787712" y="1089081"/>
                  </a:lnTo>
                  <a:lnTo>
                    <a:pt x="801064" y="1087778"/>
                  </a:lnTo>
                  <a:lnTo>
                    <a:pt x="814415" y="1086213"/>
                  </a:lnTo>
                  <a:lnTo>
                    <a:pt x="827766" y="1084377"/>
                  </a:lnTo>
                  <a:lnTo>
                    <a:pt x="841117" y="1082266"/>
                  </a:lnTo>
                  <a:lnTo>
                    <a:pt x="854468" y="1079874"/>
                  </a:lnTo>
                  <a:lnTo>
                    <a:pt x="867819" y="1077196"/>
                  </a:lnTo>
                  <a:lnTo>
                    <a:pt x="881170" y="1074228"/>
                  </a:lnTo>
                  <a:lnTo>
                    <a:pt x="894521" y="1070966"/>
                  </a:lnTo>
                  <a:lnTo>
                    <a:pt x="907872" y="1067406"/>
                  </a:lnTo>
                  <a:lnTo>
                    <a:pt x="921223" y="1063546"/>
                  </a:lnTo>
                  <a:lnTo>
                    <a:pt x="934574" y="1059385"/>
                  </a:lnTo>
                  <a:lnTo>
                    <a:pt x="947925" y="1054922"/>
                  </a:lnTo>
                  <a:lnTo>
                    <a:pt x="961276" y="1050157"/>
                  </a:lnTo>
                  <a:lnTo>
                    <a:pt x="974627" y="1045092"/>
                  </a:lnTo>
                  <a:lnTo>
                    <a:pt x="987978" y="1039729"/>
                  </a:lnTo>
                  <a:lnTo>
                    <a:pt x="1001330" y="1034071"/>
                  </a:lnTo>
                  <a:lnTo>
                    <a:pt x="1014681" y="1028123"/>
                  </a:lnTo>
                  <a:lnTo>
                    <a:pt x="1028032" y="1021893"/>
                  </a:lnTo>
                  <a:lnTo>
                    <a:pt x="1041383" y="1015387"/>
                  </a:lnTo>
                  <a:lnTo>
                    <a:pt x="1054734" y="1008615"/>
                  </a:lnTo>
                  <a:lnTo>
                    <a:pt x="1068085" y="1001586"/>
                  </a:lnTo>
                  <a:lnTo>
                    <a:pt x="1081436" y="994314"/>
                  </a:lnTo>
                  <a:lnTo>
                    <a:pt x="1094787" y="986810"/>
                  </a:lnTo>
                  <a:lnTo>
                    <a:pt x="1108138" y="979091"/>
                  </a:lnTo>
                  <a:lnTo>
                    <a:pt x="1121489" y="971172"/>
                  </a:lnTo>
                  <a:lnTo>
                    <a:pt x="1134840" y="963070"/>
                  </a:lnTo>
                  <a:lnTo>
                    <a:pt x="1148191" y="954804"/>
                  </a:lnTo>
                  <a:lnTo>
                    <a:pt x="1161542" y="946394"/>
                  </a:lnTo>
                  <a:lnTo>
                    <a:pt x="1174893" y="937861"/>
                  </a:lnTo>
                  <a:lnTo>
                    <a:pt x="1188244" y="929225"/>
                  </a:lnTo>
                  <a:lnTo>
                    <a:pt x="1201596" y="920510"/>
                  </a:lnTo>
                  <a:lnTo>
                    <a:pt x="1214947" y="911740"/>
                  </a:lnTo>
                  <a:lnTo>
                    <a:pt x="1228298" y="902937"/>
                  </a:lnTo>
                  <a:lnTo>
                    <a:pt x="1241649" y="894126"/>
                  </a:lnTo>
                  <a:lnTo>
                    <a:pt x="1255000" y="885332"/>
                  </a:lnTo>
                  <a:lnTo>
                    <a:pt x="1268351" y="876580"/>
                  </a:lnTo>
                  <a:lnTo>
                    <a:pt x="1281702" y="867894"/>
                  </a:lnTo>
                  <a:lnTo>
                    <a:pt x="1295053" y="859301"/>
                  </a:lnTo>
                  <a:lnTo>
                    <a:pt x="1308404" y="850824"/>
                  </a:lnTo>
                  <a:lnTo>
                    <a:pt x="1321755" y="842490"/>
                  </a:lnTo>
                  <a:lnTo>
                    <a:pt x="1335106" y="834323"/>
                  </a:lnTo>
                  <a:lnTo>
                    <a:pt x="1348457" y="826346"/>
                  </a:lnTo>
                  <a:lnTo>
                    <a:pt x="1361808" y="818578"/>
                  </a:lnTo>
                  <a:lnTo>
                    <a:pt x="1375159" y="811032"/>
                  </a:lnTo>
                  <a:lnTo>
                    <a:pt x="1388510" y="803719"/>
                  </a:lnTo>
                  <a:lnTo>
                    <a:pt x="1401862" y="796650"/>
                  </a:lnTo>
                  <a:lnTo>
                    <a:pt x="1415213" y="789832"/>
                  </a:lnTo>
                  <a:lnTo>
                    <a:pt x="1428564" y="783274"/>
                  </a:lnTo>
                  <a:lnTo>
                    <a:pt x="1441915" y="776981"/>
                  </a:lnTo>
                  <a:lnTo>
                    <a:pt x="1455266" y="770960"/>
                  </a:lnTo>
                  <a:lnTo>
                    <a:pt x="1468617" y="765213"/>
                  </a:lnTo>
                  <a:lnTo>
                    <a:pt x="1481968" y="759744"/>
                  </a:lnTo>
                  <a:lnTo>
                    <a:pt x="1495319" y="754556"/>
                  </a:lnTo>
                  <a:lnTo>
                    <a:pt x="1508670" y="749649"/>
                  </a:lnTo>
                  <a:lnTo>
                    <a:pt x="1522021" y="745026"/>
                  </a:lnTo>
                  <a:lnTo>
                    <a:pt x="1535372" y="740685"/>
                  </a:lnTo>
                  <a:lnTo>
                    <a:pt x="1548723" y="736626"/>
                  </a:lnTo>
                  <a:lnTo>
                    <a:pt x="1562074" y="732848"/>
                  </a:lnTo>
                  <a:lnTo>
                    <a:pt x="1575425" y="729350"/>
                  </a:lnTo>
                  <a:lnTo>
                    <a:pt x="1588776" y="726128"/>
                  </a:lnTo>
                  <a:lnTo>
                    <a:pt x="1602128" y="723181"/>
                  </a:lnTo>
                  <a:lnTo>
                    <a:pt x="1615479" y="720505"/>
                  </a:lnTo>
                  <a:lnTo>
                    <a:pt x="1628830" y="718097"/>
                  </a:lnTo>
                  <a:lnTo>
                    <a:pt x="1642181" y="715952"/>
                  </a:lnTo>
                  <a:lnTo>
                    <a:pt x="1655532" y="714067"/>
                  </a:lnTo>
                  <a:lnTo>
                    <a:pt x="1668883" y="712436"/>
                  </a:lnTo>
                  <a:lnTo>
                    <a:pt x="1682234" y="695561"/>
                  </a:lnTo>
                  <a:lnTo>
                    <a:pt x="1695585" y="672732"/>
                  </a:lnTo>
                  <a:lnTo>
                    <a:pt x="1708936" y="649901"/>
                  </a:lnTo>
                  <a:lnTo>
                    <a:pt x="1722287" y="627090"/>
                  </a:lnTo>
                  <a:lnTo>
                    <a:pt x="1735638" y="604321"/>
                  </a:lnTo>
                  <a:lnTo>
                    <a:pt x="1748989" y="581618"/>
                  </a:lnTo>
                  <a:lnTo>
                    <a:pt x="1762340" y="559004"/>
                  </a:lnTo>
                  <a:lnTo>
                    <a:pt x="1775691" y="536506"/>
                  </a:lnTo>
                  <a:lnTo>
                    <a:pt x="1789042" y="514148"/>
                  </a:lnTo>
                  <a:lnTo>
                    <a:pt x="1802394" y="491956"/>
                  </a:lnTo>
                  <a:lnTo>
                    <a:pt x="1815745" y="469957"/>
                  </a:lnTo>
                  <a:lnTo>
                    <a:pt x="1829096" y="448179"/>
                  </a:lnTo>
                  <a:lnTo>
                    <a:pt x="1842447" y="426648"/>
                  </a:lnTo>
                  <a:lnTo>
                    <a:pt x="1855798" y="405394"/>
                  </a:lnTo>
                  <a:lnTo>
                    <a:pt x="1869149" y="384445"/>
                  </a:lnTo>
                  <a:lnTo>
                    <a:pt x="1882500" y="363831"/>
                  </a:lnTo>
                  <a:lnTo>
                    <a:pt x="1895851" y="343580"/>
                  </a:lnTo>
                  <a:lnTo>
                    <a:pt x="1909202" y="323724"/>
                  </a:lnTo>
                  <a:lnTo>
                    <a:pt x="1922553" y="304292"/>
                  </a:lnTo>
                  <a:lnTo>
                    <a:pt x="1935904" y="285315"/>
                  </a:lnTo>
                  <a:lnTo>
                    <a:pt x="1949255" y="266824"/>
                  </a:lnTo>
                  <a:lnTo>
                    <a:pt x="1962606" y="248849"/>
                  </a:lnTo>
                  <a:lnTo>
                    <a:pt x="1975957" y="231423"/>
                  </a:lnTo>
                  <a:lnTo>
                    <a:pt x="1989309" y="214575"/>
                  </a:lnTo>
                  <a:lnTo>
                    <a:pt x="2002660" y="198338"/>
                  </a:lnTo>
                  <a:lnTo>
                    <a:pt x="2016011" y="182742"/>
                  </a:lnTo>
                  <a:lnTo>
                    <a:pt x="2029362" y="167818"/>
                  </a:lnTo>
                  <a:lnTo>
                    <a:pt x="2042713" y="153580"/>
                  </a:lnTo>
                  <a:lnTo>
                    <a:pt x="2056064" y="140027"/>
                  </a:lnTo>
                  <a:lnTo>
                    <a:pt x="2069415" y="127153"/>
                  </a:lnTo>
                  <a:lnTo>
                    <a:pt x="2082766" y="114955"/>
                  </a:lnTo>
                  <a:lnTo>
                    <a:pt x="2096117" y="103426"/>
                  </a:lnTo>
                  <a:lnTo>
                    <a:pt x="2109468" y="92560"/>
                  </a:lnTo>
                  <a:lnTo>
                    <a:pt x="2122819" y="82351"/>
                  </a:lnTo>
                  <a:lnTo>
                    <a:pt x="2136170" y="72792"/>
                  </a:lnTo>
                  <a:lnTo>
                    <a:pt x="2149521" y="63874"/>
                  </a:lnTo>
                  <a:lnTo>
                    <a:pt x="2162872" y="55588"/>
                  </a:lnTo>
                  <a:lnTo>
                    <a:pt x="2176223" y="47927"/>
                  </a:lnTo>
                  <a:lnTo>
                    <a:pt x="2189575" y="40880"/>
                  </a:lnTo>
                  <a:lnTo>
                    <a:pt x="2202926" y="34438"/>
                  </a:lnTo>
                  <a:lnTo>
                    <a:pt x="2216277" y="28589"/>
                  </a:lnTo>
                  <a:lnTo>
                    <a:pt x="2229628" y="23324"/>
                  </a:lnTo>
                  <a:lnTo>
                    <a:pt x="2242979" y="18629"/>
                  </a:lnTo>
                  <a:lnTo>
                    <a:pt x="2256330" y="14494"/>
                  </a:lnTo>
                  <a:lnTo>
                    <a:pt x="2269681" y="10907"/>
                  </a:lnTo>
                  <a:lnTo>
                    <a:pt x="2283032" y="7854"/>
                  </a:lnTo>
                  <a:lnTo>
                    <a:pt x="2296383" y="5322"/>
                  </a:lnTo>
                  <a:lnTo>
                    <a:pt x="2309734" y="3298"/>
                  </a:lnTo>
                  <a:lnTo>
                    <a:pt x="2323085" y="1768"/>
                  </a:lnTo>
                  <a:lnTo>
                    <a:pt x="2336436" y="718"/>
                  </a:lnTo>
                  <a:lnTo>
                    <a:pt x="2349787" y="133"/>
                  </a:lnTo>
                  <a:lnTo>
                    <a:pt x="2363138" y="0"/>
                  </a:lnTo>
                  <a:lnTo>
                    <a:pt x="2376489" y="302"/>
                  </a:lnTo>
                  <a:lnTo>
                    <a:pt x="2389841" y="1025"/>
                  </a:lnTo>
                  <a:lnTo>
                    <a:pt x="2403192" y="2153"/>
                  </a:lnTo>
                  <a:lnTo>
                    <a:pt x="2416543" y="3671"/>
                  </a:lnTo>
                  <a:lnTo>
                    <a:pt x="2429894" y="5563"/>
                  </a:lnTo>
                  <a:lnTo>
                    <a:pt x="2443245" y="7814"/>
                  </a:lnTo>
                  <a:lnTo>
                    <a:pt x="2456596" y="10407"/>
                  </a:lnTo>
                  <a:lnTo>
                    <a:pt x="2469947" y="13326"/>
                  </a:lnTo>
                  <a:lnTo>
                    <a:pt x="2483298" y="16556"/>
                  </a:lnTo>
                  <a:lnTo>
                    <a:pt x="2496649" y="20080"/>
                  </a:lnTo>
                  <a:lnTo>
                    <a:pt x="2510000" y="23882"/>
                  </a:lnTo>
                  <a:lnTo>
                    <a:pt x="2523351" y="27947"/>
                  </a:lnTo>
                  <a:lnTo>
                    <a:pt x="2536702" y="32258"/>
                  </a:lnTo>
                  <a:lnTo>
                    <a:pt x="2550053" y="36800"/>
                  </a:lnTo>
                  <a:lnTo>
                    <a:pt x="2563404" y="41557"/>
                  </a:lnTo>
                  <a:lnTo>
                    <a:pt x="2576755" y="46514"/>
                  </a:lnTo>
                  <a:lnTo>
                    <a:pt x="2590107" y="51655"/>
                  </a:lnTo>
                  <a:lnTo>
                    <a:pt x="2603458" y="56965"/>
                  </a:lnTo>
                  <a:lnTo>
                    <a:pt x="2616809" y="62429"/>
                  </a:lnTo>
                  <a:lnTo>
                    <a:pt x="2630160" y="68033"/>
                  </a:lnTo>
                  <a:lnTo>
                    <a:pt x="2643511" y="73763"/>
                  </a:lnTo>
                  <a:lnTo>
                    <a:pt x="2656862" y="79604"/>
                  </a:lnTo>
                  <a:lnTo>
                    <a:pt x="2670213" y="85543"/>
                  </a:lnTo>
                  <a:lnTo>
                    <a:pt x="2683564" y="91567"/>
                  </a:lnTo>
                  <a:lnTo>
                    <a:pt x="2696915" y="97664"/>
                  </a:lnTo>
                  <a:lnTo>
                    <a:pt x="2710266" y="103820"/>
                  </a:lnTo>
                  <a:lnTo>
                    <a:pt x="2723617" y="110024"/>
                  </a:lnTo>
                  <a:lnTo>
                    <a:pt x="2736968" y="116264"/>
                  </a:lnTo>
                  <a:lnTo>
                    <a:pt x="2750319" y="122530"/>
                  </a:lnTo>
                  <a:lnTo>
                    <a:pt x="2763670" y="128810"/>
                  </a:lnTo>
                  <a:lnTo>
                    <a:pt x="2777021" y="135095"/>
                  </a:lnTo>
                  <a:lnTo>
                    <a:pt x="2790373" y="141376"/>
                  </a:lnTo>
                  <a:lnTo>
                    <a:pt x="2803724" y="147642"/>
                  </a:lnTo>
                  <a:lnTo>
                    <a:pt x="2817075" y="153886"/>
                  </a:lnTo>
                  <a:lnTo>
                    <a:pt x="2830426" y="160099"/>
                  </a:lnTo>
                  <a:lnTo>
                    <a:pt x="2843777" y="166274"/>
                  </a:lnTo>
                  <a:lnTo>
                    <a:pt x="2857128" y="172404"/>
                  </a:lnTo>
                  <a:lnTo>
                    <a:pt x="2870479" y="178482"/>
                  </a:lnTo>
                  <a:lnTo>
                    <a:pt x="2883830" y="184503"/>
                  </a:lnTo>
                  <a:lnTo>
                    <a:pt x="2897181" y="190459"/>
                  </a:lnTo>
                  <a:lnTo>
                    <a:pt x="2910532" y="196347"/>
                  </a:lnTo>
                  <a:lnTo>
                    <a:pt x="2923883" y="202161"/>
                  </a:lnTo>
                  <a:lnTo>
                    <a:pt x="2937234" y="207896"/>
                  </a:lnTo>
                  <a:lnTo>
                    <a:pt x="2950585" y="213550"/>
                  </a:lnTo>
                  <a:lnTo>
                    <a:pt x="2963936" y="219119"/>
                  </a:lnTo>
                  <a:lnTo>
                    <a:pt x="2977287" y="224598"/>
                  </a:lnTo>
                  <a:lnTo>
                    <a:pt x="2990639" y="229986"/>
                  </a:lnTo>
                  <a:lnTo>
                    <a:pt x="3003990" y="235280"/>
                  </a:lnTo>
                  <a:lnTo>
                    <a:pt x="3017341" y="240477"/>
                  </a:lnTo>
                  <a:lnTo>
                    <a:pt x="3030692" y="245576"/>
                  </a:lnTo>
                  <a:lnTo>
                    <a:pt x="3044043" y="250575"/>
                  </a:lnTo>
                  <a:lnTo>
                    <a:pt x="3057394" y="255472"/>
                  </a:lnTo>
                  <a:lnTo>
                    <a:pt x="3070745" y="260267"/>
                  </a:lnTo>
                  <a:lnTo>
                    <a:pt x="3084096" y="264959"/>
                  </a:lnTo>
                  <a:lnTo>
                    <a:pt x="3097447" y="269546"/>
                  </a:lnTo>
                  <a:lnTo>
                    <a:pt x="3110798" y="274029"/>
                  </a:lnTo>
                  <a:lnTo>
                    <a:pt x="3124149" y="278407"/>
                  </a:lnTo>
                  <a:lnTo>
                    <a:pt x="3137500" y="282679"/>
                  </a:lnTo>
                  <a:lnTo>
                    <a:pt x="3150851" y="286845"/>
                  </a:lnTo>
                  <a:lnTo>
                    <a:pt x="3164202" y="290906"/>
                  </a:lnTo>
                  <a:lnTo>
                    <a:pt x="3177553" y="294862"/>
                  </a:lnTo>
                  <a:lnTo>
                    <a:pt x="3190905" y="298712"/>
                  </a:lnTo>
                  <a:lnTo>
                    <a:pt x="3204256" y="302458"/>
                  </a:lnTo>
                  <a:lnTo>
                    <a:pt x="3217607" y="306099"/>
                  </a:lnTo>
                  <a:lnTo>
                    <a:pt x="3230958" y="309639"/>
                  </a:lnTo>
                  <a:lnTo>
                    <a:pt x="3244309" y="313080"/>
                  </a:lnTo>
                  <a:lnTo>
                    <a:pt x="3257660" y="316427"/>
                  </a:lnTo>
                  <a:lnTo>
                    <a:pt x="3271011" y="319683"/>
                  </a:lnTo>
                  <a:lnTo>
                    <a:pt x="3284362" y="322852"/>
                  </a:lnTo>
                  <a:lnTo>
                    <a:pt x="3297713" y="325935"/>
                  </a:lnTo>
                  <a:lnTo>
                    <a:pt x="3311064" y="328938"/>
                  </a:lnTo>
                  <a:lnTo>
                    <a:pt x="3324415" y="331862"/>
                  </a:lnTo>
                  <a:lnTo>
                    <a:pt x="3337766" y="334710"/>
                  </a:lnTo>
                  <a:lnTo>
                    <a:pt x="3351117" y="337485"/>
                  </a:lnTo>
                  <a:lnTo>
                    <a:pt x="3364468" y="340189"/>
                  </a:lnTo>
                  <a:lnTo>
                    <a:pt x="3377819" y="342825"/>
                  </a:lnTo>
                  <a:lnTo>
                    <a:pt x="3391171" y="345396"/>
                  </a:lnTo>
                  <a:lnTo>
                    <a:pt x="3404522" y="347904"/>
                  </a:lnTo>
                  <a:lnTo>
                    <a:pt x="3417873" y="350350"/>
                  </a:lnTo>
                  <a:lnTo>
                    <a:pt x="3431224" y="352737"/>
                  </a:lnTo>
                  <a:lnTo>
                    <a:pt x="3444575" y="355067"/>
                  </a:lnTo>
                  <a:lnTo>
                    <a:pt x="3457926" y="357343"/>
                  </a:lnTo>
                  <a:lnTo>
                    <a:pt x="3471277" y="359564"/>
                  </a:lnTo>
                  <a:lnTo>
                    <a:pt x="3484628" y="361735"/>
                  </a:lnTo>
                  <a:lnTo>
                    <a:pt x="3497979" y="363855"/>
                  </a:lnTo>
                  <a:lnTo>
                    <a:pt x="3511330" y="365928"/>
                  </a:lnTo>
                  <a:lnTo>
                    <a:pt x="3524681" y="367953"/>
                  </a:lnTo>
                  <a:lnTo>
                    <a:pt x="3538032" y="369934"/>
                  </a:lnTo>
                  <a:lnTo>
                    <a:pt x="3551383" y="371872"/>
                  </a:lnTo>
                  <a:lnTo>
                    <a:pt x="3564734" y="373767"/>
                  </a:lnTo>
                  <a:lnTo>
                    <a:pt x="3578085" y="375621"/>
                  </a:lnTo>
                  <a:lnTo>
                    <a:pt x="3591437" y="377436"/>
                  </a:lnTo>
                  <a:lnTo>
                    <a:pt x="3604788" y="379212"/>
                  </a:lnTo>
                  <a:lnTo>
                    <a:pt x="3618139" y="380951"/>
                  </a:lnTo>
                  <a:lnTo>
                    <a:pt x="3631490" y="382655"/>
                  </a:lnTo>
                  <a:lnTo>
                    <a:pt x="3644841" y="384323"/>
                  </a:lnTo>
                  <a:lnTo>
                    <a:pt x="3658192" y="385958"/>
                  </a:lnTo>
                  <a:lnTo>
                    <a:pt x="3671543" y="387560"/>
                  </a:lnTo>
                  <a:lnTo>
                    <a:pt x="3684894" y="389131"/>
                  </a:lnTo>
                  <a:lnTo>
                    <a:pt x="3698245" y="390670"/>
                  </a:lnTo>
                  <a:lnTo>
                    <a:pt x="3711596" y="392180"/>
                  </a:lnTo>
                  <a:lnTo>
                    <a:pt x="3724947" y="393660"/>
                  </a:lnTo>
                  <a:lnTo>
                    <a:pt x="3738298" y="395113"/>
                  </a:lnTo>
                  <a:lnTo>
                    <a:pt x="3751649" y="396538"/>
                  </a:lnTo>
                  <a:lnTo>
                    <a:pt x="3765000" y="397936"/>
                  </a:lnTo>
                  <a:lnTo>
                    <a:pt x="3778352" y="399309"/>
                  </a:lnTo>
                  <a:lnTo>
                    <a:pt x="3791703" y="400657"/>
                  </a:lnTo>
                  <a:lnTo>
                    <a:pt x="3805054" y="401980"/>
                  </a:lnTo>
                  <a:lnTo>
                    <a:pt x="3818405" y="403280"/>
                  </a:lnTo>
                  <a:lnTo>
                    <a:pt x="3831756" y="404556"/>
                  </a:lnTo>
                  <a:lnTo>
                    <a:pt x="3845107" y="405810"/>
                  </a:lnTo>
                  <a:lnTo>
                    <a:pt x="3858458" y="407043"/>
                  </a:lnTo>
                  <a:lnTo>
                    <a:pt x="3871809" y="408254"/>
                  </a:lnTo>
                  <a:lnTo>
                    <a:pt x="3885160" y="409445"/>
                  </a:lnTo>
                  <a:lnTo>
                    <a:pt x="3898511" y="410616"/>
                  </a:lnTo>
                  <a:lnTo>
                    <a:pt x="3911862" y="411767"/>
                  </a:lnTo>
                  <a:lnTo>
                    <a:pt x="3925213" y="412899"/>
                  </a:lnTo>
                  <a:lnTo>
                    <a:pt x="3938564" y="414012"/>
                  </a:lnTo>
                  <a:lnTo>
                    <a:pt x="3951915" y="415108"/>
                  </a:lnTo>
                  <a:lnTo>
                    <a:pt x="3965266" y="416186"/>
                  </a:lnTo>
                  <a:lnTo>
                    <a:pt x="3978618" y="417247"/>
                  </a:lnTo>
                  <a:lnTo>
                    <a:pt x="3991969" y="418291"/>
                  </a:lnTo>
                  <a:lnTo>
                    <a:pt x="3991969" y="2295772"/>
                  </a:lnTo>
                  <a:lnTo>
                    <a:pt x="3978618" y="2284750"/>
                  </a:lnTo>
                  <a:lnTo>
                    <a:pt x="3965266" y="2273662"/>
                  </a:lnTo>
                  <a:lnTo>
                    <a:pt x="3951915" y="2262507"/>
                  </a:lnTo>
                  <a:lnTo>
                    <a:pt x="3938564" y="2251286"/>
                  </a:lnTo>
                  <a:lnTo>
                    <a:pt x="3925213" y="2239999"/>
                  </a:lnTo>
                  <a:lnTo>
                    <a:pt x="3911862" y="2228645"/>
                  </a:lnTo>
                  <a:lnTo>
                    <a:pt x="3898511" y="2217225"/>
                  </a:lnTo>
                  <a:lnTo>
                    <a:pt x="3885160" y="2205738"/>
                  </a:lnTo>
                  <a:lnTo>
                    <a:pt x="3871809" y="2194184"/>
                  </a:lnTo>
                  <a:lnTo>
                    <a:pt x="3858458" y="2182564"/>
                  </a:lnTo>
                  <a:lnTo>
                    <a:pt x="3845107" y="2170876"/>
                  </a:lnTo>
                  <a:lnTo>
                    <a:pt x="3831756" y="2159122"/>
                  </a:lnTo>
                  <a:lnTo>
                    <a:pt x="3818405" y="2147301"/>
                  </a:lnTo>
                  <a:lnTo>
                    <a:pt x="3805054" y="2135413"/>
                  </a:lnTo>
                  <a:lnTo>
                    <a:pt x="3791703" y="2123459"/>
                  </a:lnTo>
                  <a:lnTo>
                    <a:pt x="3778352" y="2111437"/>
                  </a:lnTo>
                  <a:lnTo>
                    <a:pt x="3765000" y="2099349"/>
                  </a:lnTo>
                  <a:lnTo>
                    <a:pt x="3751649" y="2087194"/>
                  </a:lnTo>
                  <a:lnTo>
                    <a:pt x="3738298" y="2074973"/>
                  </a:lnTo>
                  <a:lnTo>
                    <a:pt x="3724947" y="2062686"/>
                  </a:lnTo>
                  <a:lnTo>
                    <a:pt x="3711596" y="2050332"/>
                  </a:lnTo>
                  <a:lnTo>
                    <a:pt x="3698245" y="2037913"/>
                  </a:lnTo>
                  <a:lnTo>
                    <a:pt x="3684894" y="2025427"/>
                  </a:lnTo>
                  <a:lnTo>
                    <a:pt x="3671543" y="2012876"/>
                  </a:lnTo>
                  <a:lnTo>
                    <a:pt x="3658192" y="2000260"/>
                  </a:lnTo>
                  <a:lnTo>
                    <a:pt x="3644841" y="1987580"/>
                  </a:lnTo>
                  <a:lnTo>
                    <a:pt x="3631490" y="1974834"/>
                  </a:lnTo>
                  <a:lnTo>
                    <a:pt x="3618139" y="1962025"/>
                  </a:lnTo>
                  <a:lnTo>
                    <a:pt x="3604788" y="1949151"/>
                  </a:lnTo>
                  <a:lnTo>
                    <a:pt x="3591437" y="1936215"/>
                  </a:lnTo>
                  <a:lnTo>
                    <a:pt x="3578085" y="1923216"/>
                  </a:lnTo>
                  <a:lnTo>
                    <a:pt x="3564734" y="1910154"/>
                  </a:lnTo>
                  <a:lnTo>
                    <a:pt x="3551383" y="1897031"/>
                  </a:lnTo>
                  <a:lnTo>
                    <a:pt x="3538032" y="1883847"/>
                  </a:lnTo>
                  <a:lnTo>
                    <a:pt x="3524681" y="1870602"/>
                  </a:lnTo>
                  <a:lnTo>
                    <a:pt x="3511330" y="1857298"/>
                  </a:lnTo>
                  <a:lnTo>
                    <a:pt x="3497979" y="1843935"/>
                  </a:lnTo>
                  <a:lnTo>
                    <a:pt x="3484628" y="1830514"/>
                  </a:lnTo>
                  <a:lnTo>
                    <a:pt x="3471277" y="1817036"/>
                  </a:lnTo>
                  <a:lnTo>
                    <a:pt x="3457926" y="1803502"/>
                  </a:lnTo>
                  <a:lnTo>
                    <a:pt x="3444575" y="1789913"/>
                  </a:lnTo>
                  <a:lnTo>
                    <a:pt x="3431224" y="1776270"/>
                  </a:lnTo>
                  <a:lnTo>
                    <a:pt x="3417873" y="1762575"/>
                  </a:lnTo>
                  <a:lnTo>
                    <a:pt x="3404522" y="1748827"/>
                  </a:lnTo>
                  <a:lnTo>
                    <a:pt x="3391171" y="1735030"/>
                  </a:lnTo>
                  <a:lnTo>
                    <a:pt x="3377819" y="1721184"/>
                  </a:lnTo>
                  <a:lnTo>
                    <a:pt x="3364468" y="1707291"/>
                  </a:lnTo>
                  <a:lnTo>
                    <a:pt x="3351117" y="1693352"/>
                  </a:lnTo>
                  <a:lnTo>
                    <a:pt x="3337766" y="1679368"/>
                  </a:lnTo>
                  <a:lnTo>
                    <a:pt x="3324415" y="1665343"/>
                  </a:lnTo>
                  <a:lnTo>
                    <a:pt x="3311064" y="1651278"/>
                  </a:lnTo>
                  <a:lnTo>
                    <a:pt x="3297713" y="1637174"/>
                  </a:lnTo>
                  <a:lnTo>
                    <a:pt x="3284362" y="1623034"/>
                  </a:lnTo>
                  <a:lnTo>
                    <a:pt x="3271011" y="1608860"/>
                  </a:lnTo>
                  <a:lnTo>
                    <a:pt x="3257660" y="1594654"/>
                  </a:lnTo>
                  <a:lnTo>
                    <a:pt x="3244309" y="1580420"/>
                  </a:lnTo>
                  <a:lnTo>
                    <a:pt x="3230958" y="1566158"/>
                  </a:lnTo>
                  <a:lnTo>
                    <a:pt x="3217607" y="1551873"/>
                  </a:lnTo>
                  <a:lnTo>
                    <a:pt x="3204256" y="1537567"/>
                  </a:lnTo>
                  <a:lnTo>
                    <a:pt x="3190905" y="1523245"/>
                  </a:lnTo>
                  <a:lnTo>
                    <a:pt x="3177553" y="1508912"/>
                  </a:lnTo>
                  <a:lnTo>
                    <a:pt x="3164202" y="1494577"/>
                  </a:lnTo>
                  <a:lnTo>
                    <a:pt x="3150851" y="1480246"/>
                  </a:lnTo>
                  <a:lnTo>
                    <a:pt x="3137500" y="1465926"/>
                  </a:lnTo>
                  <a:lnTo>
                    <a:pt x="3124149" y="1451625"/>
                  </a:lnTo>
                  <a:lnTo>
                    <a:pt x="3110798" y="1437350"/>
                  </a:lnTo>
                  <a:lnTo>
                    <a:pt x="3097447" y="1423108"/>
                  </a:lnTo>
                  <a:lnTo>
                    <a:pt x="3084096" y="1408908"/>
                  </a:lnTo>
                  <a:lnTo>
                    <a:pt x="3070745" y="1394755"/>
                  </a:lnTo>
                  <a:lnTo>
                    <a:pt x="3057394" y="1380658"/>
                  </a:lnTo>
                  <a:lnTo>
                    <a:pt x="3044043" y="1366624"/>
                  </a:lnTo>
                  <a:lnTo>
                    <a:pt x="3030692" y="1352661"/>
                  </a:lnTo>
                  <a:lnTo>
                    <a:pt x="3017341" y="1338775"/>
                  </a:lnTo>
                  <a:lnTo>
                    <a:pt x="3003990" y="1324974"/>
                  </a:lnTo>
                  <a:lnTo>
                    <a:pt x="2990639" y="1311266"/>
                  </a:lnTo>
                  <a:lnTo>
                    <a:pt x="2977287" y="1297656"/>
                  </a:lnTo>
                  <a:lnTo>
                    <a:pt x="2963936" y="1284153"/>
                  </a:lnTo>
                  <a:lnTo>
                    <a:pt x="2950585" y="1270763"/>
                  </a:lnTo>
                  <a:lnTo>
                    <a:pt x="2937234" y="1257493"/>
                  </a:lnTo>
                  <a:lnTo>
                    <a:pt x="2923883" y="1244348"/>
                  </a:lnTo>
                  <a:lnTo>
                    <a:pt x="2910532" y="1231337"/>
                  </a:lnTo>
                  <a:lnTo>
                    <a:pt x="2897181" y="1218463"/>
                  </a:lnTo>
                  <a:lnTo>
                    <a:pt x="2883830" y="1205734"/>
                  </a:lnTo>
                  <a:lnTo>
                    <a:pt x="2870479" y="1193154"/>
                  </a:lnTo>
                  <a:lnTo>
                    <a:pt x="2857128" y="1180729"/>
                  </a:lnTo>
                  <a:lnTo>
                    <a:pt x="2843777" y="1168465"/>
                  </a:lnTo>
                  <a:lnTo>
                    <a:pt x="2830426" y="1156364"/>
                  </a:lnTo>
                  <a:lnTo>
                    <a:pt x="2817075" y="1144433"/>
                  </a:lnTo>
                  <a:lnTo>
                    <a:pt x="2803724" y="1132675"/>
                  </a:lnTo>
                  <a:lnTo>
                    <a:pt x="2790373" y="1121094"/>
                  </a:lnTo>
                  <a:lnTo>
                    <a:pt x="2777021" y="1109692"/>
                  </a:lnTo>
                  <a:lnTo>
                    <a:pt x="2763670" y="1098474"/>
                  </a:lnTo>
                  <a:lnTo>
                    <a:pt x="2750319" y="1087441"/>
                  </a:lnTo>
                  <a:lnTo>
                    <a:pt x="2736968" y="1076597"/>
                  </a:lnTo>
                  <a:lnTo>
                    <a:pt x="2723617" y="1065942"/>
                  </a:lnTo>
                  <a:lnTo>
                    <a:pt x="2710266" y="1055478"/>
                  </a:lnTo>
                  <a:lnTo>
                    <a:pt x="2696915" y="1045208"/>
                  </a:lnTo>
                  <a:lnTo>
                    <a:pt x="2683564" y="1035131"/>
                  </a:lnTo>
                  <a:lnTo>
                    <a:pt x="2670213" y="1025248"/>
                  </a:lnTo>
                  <a:lnTo>
                    <a:pt x="2656862" y="1015560"/>
                  </a:lnTo>
                  <a:lnTo>
                    <a:pt x="2643511" y="1006066"/>
                  </a:lnTo>
                  <a:lnTo>
                    <a:pt x="2630160" y="996766"/>
                  </a:lnTo>
                  <a:lnTo>
                    <a:pt x="2616809" y="987659"/>
                  </a:lnTo>
                  <a:lnTo>
                    <a:pt x="2603458" y="978745"/>
                  </a:lnTo>
                  <a:lnTo>
                    <a:pt x="2590107" y="970022"/>
                  </a:lnTo>
                  <a:lnTo>
                    <a:pt x="2576755" y="961489"/>
                  </a:lnTo>
                  <a:lnTo>
                    <a:pt x="2563404" y="953143"/>
                  </a:lnTo>
                  <a:lnTo>
                    <a:pt x="2550053" y="944985"/>
                  </a:lnTo>
                  <a:lnTo>
                    <a:pt x="2536702" y="937010"/>
                  </a:lnTo>
                  <a:lnTo>
                    <a:pt x="2523351" y="929217"/>
                  </a:lnTo>
                  <a:lnTo>
                    <a:pt x="2510000" y="921604"/>
                  </a:lnTo>
                  <a:lnTo>
                    <a:pt x="2496649" y="914169"/>
                  </a:lnTo>
                  <a:lnTo>
                    <a:pt x="2483298" y="906907"/>
                  </a:lnTo>
                  <a:lnTo>
                    <a:pt x="2469947" y="899818"/>
                  </a:lnTo>
                  <a:lnTo>
                    <a:pt x="2456596" y="892897"/>
                  </a:lnTo>
                  <a:lnTo>
                    <a:pt x="2443245" y="886142"/>
                  </a:lnTo>
                  <a:lnTo>
                    <a:pt x="2429894" y="879550"/>
                  </a:lnTo>
                  <a:lnTo>
                    <a:pt x="2416543" y="873118"/>
                  </a:lnTo>
                  <a:lnTo>
                    <a:pt x="2403192" y="866843"/>
                  </a:lnTo>
                  <a:lnTo>
                    <a:pt x="2389841" y="860722"/>
                  </a:lnTo>
                  <a:lnTo>
                    <a:pt x="2376489" y="854751"/>
                  </a:lnTo>
                  <a:lnTo>
                    <a:pt x="2363138" y="848928"/>
                  </a:lnTo>
                  <a:lnTo>
                    <a:pt x="2349787" y="843250"/>
                  </a:lnTo>
                  <a:lnTo>
                    <a:pt x="2336436" y="837713"/>
                  </a:lnTo>
                  <a:lnTo>
                    <a:pt x="2323085" y="832314"/>
                  </a:lnTo>
                  <a:lnTo>
                    <a:pt x="2309734" y="827051"/>
                  </a:lnTo>
                  <a:lnTo>
                    <a:pt x="2296383" y="821920"/>
                  </a:lnTo>
                  <a:lnTo>
                    <a:pt x="2283032" y="816919"/>
                  </a:lnTo>
                  <a:lnTo>
                    <a:pt x="2269681" y="812043"/>
                  </a:lnTo>
                  <a:lnTo>
                    <a:pt x="2256330" y="807292"/>
                  </a:lnTo>
                  <a:lnTo>
                    <a:pt x="2242979" y="802661"/>
                  </a:lnTo>
                  <a:lnTo>
                    <a:pt x="2229628" y="798149"/>
                  </a:lnTo>
                  <a:lnTo>
                    <a:pt x="2216277" y="793752"/>
                  </a:lnTo>
                  <a:lnTo>
                    <a:pt x="2202926" y="789467"/>
                  </a:lnTo>
                  <a:lnTo>
                    <a:pt x="2189575" y="785293"/>
                  </a:lnTo>
                  <a:lnTo>
                    <a:pt x="2176223" y="781227"/>
                  </a:lnTo>
                  <a:lnTo>
                    <a:pt x="2162872" y="777266"/>
                  </a:lnTo>
                  <a:lnTo>
                    <a:pt x="2149521" y="773408"/>
                  </a:lnTo>
                  <a:lnTo>
                    <a:pt x="2136170" y="769651"/>
                  </a:lnTo>
                  <a:lnTo>
                    <a:pt x="2122819" y="765992"/>
                  </a:lnTo>
                  <a:lnTo>
                    <a:pt x="2109468" y="762430"/>
                  </a:lnTo>
                  <a:lnTo>
                    <a:pt x="2096117" y="758963"/>
                  </a:lnTo>
                  <a:lnTo>
                    <a:pt x="2082766" y="755588"/>
                  </a:lnTo>
                  <a:lnTo>
                    <a:pt x="2069415" y="752303"/>
                  </a:lnTo>
                  <a:lnTo>
                    <a:pt x="2056064" y="749108"/>
                  </a:lnTo>
                  <a:lnTo>
                    <a:pt x="2042713" y="745999"/>
                  </a:lnTo>
                  <a:lnTo>
                    <a:pt x="2029362" y="742976"/>
                  </a:lnTo>
                  <a:lnTo>
                    <a:pt x="2016011" y="740037"/>
                  </a:lnTo>
                  <a:lnTo>
                    <a:pt x="2002660" y="737184"/>
                  </a:lnTo>
                  <a:lnTo>
                    <a:pt x="1989309" y="734424"/>
                  </a:lnTo>
                  <a:lnTo>
                    <a:pt x="1975957" y="731761"/>
                  </a:lnTo>
                  <a:lnTo>
                    <a:pt x="1962606" y="729202"/>
                  </a:lnTo>
                  <a:lnTo>
                    <a:pt x="1949255" y="726753"/>
                  </a:lnTo>
                  <a:lnTo>
                    <a:pt x="1935904" y="724420"/>
                  </a:lnTo>
                  <a:lnTo>
                    <a:pt x="1922553" y="722211"/>
                  </a:lnTo>
                  <a:lnTo>
                    <a:pt x="1909202" y="720131"/>
                  </a:lnTo>
                  <a:lnTo>
                    <a:pt x="1895851" y="718187"/>
                  </a:lnTo>
                  <a:lnTo>
                    <a:pt x="1882500" y="716386"/>
                  </a:lnTo>
                  <a:lnTo>
                    <a:pt x="1869149" y="714734"/>
                  </a:lnTo>
                  <a:lnTo>
                    <a:pt x="1855798" y="713239"/>
                  </a:lnTo>
                  <a:lnTo>
                    <a:pt x="1842447" y="711907"/>
                  </a:lnTo>
                  <a:lnTo>
                    <a:pt x="1829096" y="710744"/>
                  </a:lnTo>
                  <a:lnTo>
                    <a:pt x="1815745" y="709759"/>
                  </a:lnTo>
                  <a:lnTo>
                    <a:pt x="1802394" y="708956"/>
                  </a:lnTo>
                  <a:lnTo>
                    <a:pt x="1789042" y="708344"/>
                  </a:lnTo>
                  <a:lnTo>
                    <a:pt x="1775691" y="707928"/>
                  </a:lnTo>
                  <a:lnTo>
                    <a:pt x="1762340" y="707716"/>
                  </a:lnTo>
                  <a:lnTo>
                    <a:pt x="1748989" y="707713"/>
                  </a:lnTo>
                  <a:lnTo>
                    <a:pt x="1735638" y="707926"/>
                  </a:lnTo>
                  <a:lnTo>
                    <a:pt x="1722287" y="708360"/>
                  </a:lnTo>
                  <a:lnTo>
                    <a:pt x="1708936" y="709023"/>
                  </a:lnTo>
                  <a:lnTo>
                    <a:pt x="1695585" y="709920"/>
                  </a:lnTo>
                  <a:lnTo>
                    <a:pt x="1682234" y="711055"/>
                  </a:lnTo>
                  <a:lnTo>
                    <a:pt x="1668883" y="718365"/>
                  </a:lnTo>
                  <a:lnTo>
                    <a:pt x="1655532" y="741126"/>
                  </a:lnTo>
                  <a:lnTo>
                    <a:pt x="1642181" y="763822"/>
                  </a:lnTo>
                  <a:lnTo>
                    <a:pt x="1628830" y="786434"/>
                  </a:lnTo>
                  <a:lnTo>
                    <a:pt x="1615479" y="808945"/>
                  </a:lnTo>
                  <a:lnTo>
                    <a:pt x="1602128" y="831336"/>
                  </a:lnTo>
                  <a:lnTo>
                    <a:pt x="1588776" y="853591"/>
                  </a:lnTo>
                  <a:lnTo>
                    <a:pt x="1575425" y="875695"/>
                  </a:lnTo>
                  <a:lnTo>
                    <a:pt x="1562074" y="897630"/>
                  </a:lnTo>
                  <a:lnTo>
                    <a:pt x="1548723" y="919385"/>
                  </a:lnTo>
                  <a:lnTo>
                    <a:pt x="1535372" y="940944"/>
                  </a:lnTo>
                  <a:lnTo>
                    <a:pt x="1522021" y="962295"/>
                  </a:lnTo>
                  <a:lnTo>
                    <a:pt x="1508670" y="983427"/>
                  </a:lnTo>
                  <a:lnTo>
                    <a:pt x="1495319" y="1004328"/>
                  </a:lnTo>
                  <a:lnTo>
                    <a:pt x="1481968" y="1024988"/>
                  </a:lnTo>
                  <a:lnTo>
                    <a:pt x="1468617" y="1045399"/>
                  </a:lnTo>
                  <a:lnTo>
                    <a:pt x="1455266" y="1065553"/>
                  </a:lnTo>
                  <a:lnTo>
                    <a:pt x="1441915" y="1085441"/>
                  </a:lnTo>
                  <a:lnTo>
                    <a:pt x="1428564" y="1105059"/>
                  </a:lnTo>
                  <a:lnTo>
                    <a:pt x="1415213" y="1124400"/>
                  </a:lnTo>
                  <a:lnTo>
                    <a:pt x="1401862" y="1143462"/>
                  </a:lnTo>
                  <a:lnTo>
                    <a:pt x="1388510" y="1162241"/>
                  </a:lnTo>
                  <a:lnTo>
                    <a:pt x="1375159" y="1180736"/>
                  </a:lnTo>
                  <a:lnTo>
                    <a:pt x="1361808" y="1198946"/>
                  </a:lnTo>
                  <a:lnTo>
                    <a:pt x="1348457" y="1216873"/>
                  </a:lnTo>
                  <a:lnTo>
                    <a:pt x="1335106" y="1234519"/>
                  </a:lnTo>
                  <a:lnTo>
                    <a:pt x="1321755" y="1251895"/>
                  </a:lnTo>
                  <a:lnTo>
                    <a:pt x="1308404" y="1269022"/>
                  </a:lnTo>
                  <a:lnTo>
                    <a:pt x="1295053" y="1285924"/>
                  </a:lnTo>
                  <a:lnTo>
                    <a:pt x="1281702" y="1302624"/>
                  </a:lnTo>
                  <a:lnTo>
                    <a:pt x="1268351" y="1319144"/>
                  </a:lnTo>
                  <a:lnTo>
                    <a:pt x="1255000" y="1335506"/>
                  </a:lnTo>
                  <a:lnTo>
                    <a:pt x="1241649" y="1351732"/>
                  </a:lnTo>
                  <a:lnTo>
                    <a:pt x="1228298" y="1367845"/>
                  </a:lnTo>
                  <a:lnTo>
                    <a:pt x="1214947" y="1383865"/>
                  </a:lnTo>
                  <a:lnTo>
                    <a:pt x="1201596" y="1399813"/>
                  </a:lnTo>
                  <a:lnTo>
                    <a:pt x="1188244" y="1415708"/>
                  </a:lnTo>
                  <a:lnTo>
                    <a:pt x="1174893" y="1431570"/>
                  </a:lnTo>
                  <a:lnTo>
                    <a:pt x="1161542" y="1447417"/>
                  </a:lnTo>
                  <a:lnTo>
                    <a:pt x="1148191" y="1463267"/>
                  </a:lnTo>
                  <a:lnTo>
                    <a:pt x="1134840" y="1479134"/>
                  </a:lnTo>
                  <a:lnTo>
                    <a:pt x="1121489" y="1495035"/>
                  </a:lnTo>
                  <a:lnTo>
                    <a:pt x="1108138" y="1510984"/>
                  </a:lnTo>
                  <a:lnTo>
                    <a:pt x="1094787" y="1526993"/>
                  </a:lnTo>
                  <a:lnTo>
                    <a:pt x="1081436" y="1543073"/>
                  </a:lnTo>
                  <a:lnTo>
                    <a:pt x="1068085" y="1559235"/>
                  </a:lnTo>
                  <a:lnTo>
                    <a:pt x="1054734" y="1575487"/>
                  </a:lnTo>
                  <a:lnTo>
                    <a:pt x="1041383" y="1591837"/>
                  </a:lnTo>
                  <a:lnTo>
                    <a:pt x="1028032" y="1608290"/>
                  </a:lnTo>
                  <a:lnTo>
                    <a:pt x="1014681" y="1624850"/>
                  </a:lnTo>
                  <a:lnTo>
                    <a:pt x="1001330" y="1641521"/>
                  </a:lnTo>
                  <a:lnTo>
                    <a:pt x="987978" y="1658305"/>
                  </a:lnTo>
                  <a:lnTo>
                    <a:pt x="974627" y="1675202"/>
                  </a:lnTo>
                  <a:lnTo>
                    <a:pt x="961276" y="1692212"/>
                  </a:lnTo>
                  <a:lnTo>
                    <a:pt x="947925" y="1709333"/>
                  </a:lnTo>
                  <a:lnTo>
                    <a:pt x="934574" y="1726562"/>
                  </a:lnTo>
                  <a:lnTo>
                    <a:pt x="921223" y="1743896"/>
                  </a:lnTo>
                  <a:lnTo>
                    <a:pt x="907872" y="1761331"/>
                  </a:lnTo>
                  <a:lnTo>
                    <a:pt x="894521" y="1778861"/>
                  </a:lnTo>
                  <a:lnTo>
                    <a:pt x="881170" y="1796480"/>
                  </a:lnTo>
                  <a:lnTo>
                    <a:pt x="867819" y="1814182"/>
                  </a:lnTo>
                  <a:lnTo>
                    <a:pt x="854468" y="1831960"/>
                  </a:lnTo>
                  <a:lnTo>
                    <a:pt x="841117" y="1849806"/>
                  </a:lnTo>
                  <a:lnTo>
                    <a:pt x="827766" y="1867714"/>
                  </a:lnTo>
                  <a:lnTo>
                    <a:pt x="814415" y="1885675"/>
                  </a:lnTo>
                  <a:lnTo>
                    <a:pt x="801064" y="1903682"/>
                  </a:lnTo>
                  <a:lnTo>
                    <a:pt x="787712" y="1921725"/>
                  </a:lnTo>
                  <a:lnTo>
                    <a:pt x="774361" y="1939796"/>
                  </a:lnTo>
                  <a:lnTo>
                    <a:pt x="761010" y="1957888"/>
                  </a:lnTo>
                  <a:lnTo>
                    <a:pt x="747659" y="1975992"/>
                  </a:lnTo>
                  <a:lnTo>
                    <a:pt x="734308" y="1994099"/>
                  </a:lnTo>
                  <a:lnTo>
                    <a:pt x="720957" y="2012201"/>
                  </a:lnTo>
                  <a:lnTo>
                    <a:pt x="707606" y="2030291"/>
                  </a:lnTo>
                  <a:lnTo>
                    <a:pt x="694255" y="2048359"/>
                  </a:lnTo>
                  <a:lnTo>
                    <a:pt x="680904" y="2066399"/>
                  </a:lnTo>
                  <a:lnTo>
                    <a:pt x="667553" y="2084403"/>
                  </a:lnTo>
                  <a:lnTo>
                    <a:pt x="654202" y="2102363"/>
                  </a:lnTo>
                  <a:lnTo>
                    <a:pt x="640851" y="2120272"/>
                  </a:lnTo>
                  <a:lnTo>
                    <a:pt x="627500" y="2138122"/>
                  </a:lnTo>
                  <a:lnTo>
                    <a:pt x="614149" y="2155908"/>
                  </a:lnTo>
                  <a:lnTo>
                    <a:pt x="600798" y="2173622"/>
                  </a:lnTo>
                  <a:lnTo>
                    <a:pt x="587446" y="2191258"/>
                  </a:lnTo>
                  <a:lnTo>
                    <a:pt x="574095" y="2208810"/>
                  </a:lnTo>
                  <a:lnTo>
                    <a:pt x="560744" y="2226272"/>
                  </a:lnTo>
                  <a:lnTo>
                    <a:pt x="547393" y="2243639"/>
                  </a:lnTo>
                  <a:lnTo>
                    <a:pt x="534042" y="2260904"/>
                  </a:lnTo>
                  <a:lnTo>
                    <a:pt x="520691" y="2278063"/>
                  </a:lnTo>
                  <a:lnTo>
                    <a:pt x="507340" y="2295111"/>
                  </a:lnTo>
                  <a:lnTo>
                    <a:pt x="493989" y="2312042"/>
                  </a:lnTo>
                  <a:lnTo>
                    <a:pt x="480638" y="2328854"/>
                  </a:lnTo>
                  <a:lnTo>
                    <a:pt x="467287" y="2345540"/>
                  </a:lnTo>
                  <a:lnTo>
                    <a:pt x="453936" y="2362097"/>
                  </a:lnTo>
                  <a:lnTo>
                    <a:pt x="440585" y="2378522"/>
                  </a:lnTo>
                  <a:lnTo>
                    <a:pt x="427234" y="2394810"/>
                  </a:lnTo>
                  <a:lnTo>
                    <a:pt x="413883" y="2410958"/>
                  </a:lnTo>
                  <a:lnTo>
                    <a:pt x="400532" y="2426963"/>
                  </a:lnTo>
                  <a:lnTo>
                    <a:pt x="387180" y="2442825"/>
                  </a:lnTo>
                  <a:lnTo>
                    <a:pt x="373829" y="2458543"/>
                  </a:lnTo>
                  <a:lnTo>
                    <a:pt x="360478" y="2474117"/>
                  </a:lnTo>
                  <a:lnTo>
                    <a:pt x="347127" y="2489547"/>
                  </a:lnTo>
                  <a:lnTo>
                    <a:pt x="333776" y="2504833"/>
                  </a:lnTo>
                  <a:lnTo>
                    <a:pt x="320425" y="2519976"/>
                  </a:lnTo>
                  <a:lnTo>
                    <a:pt x="307074" y="2534976"/>
                  </a:lnTo>
                  <a:lnTo>
                    <a:pt x="293723" y="2549833"/>
                  </a:lnTo>
                  <a:lnTo>
                    <a:pt x="280372" y="2564547"/>
                  </a:lnTo>
                  <a:lnTo>
                    <a:pt x="267021" y="2579120"/>
                  </a:lnTo>
                  <a:lnTo>
                    <a:pt x="253670" y="2593552"/>
                  </a:lnTo>
                  <a:lnTo>
                    <a:pt x="240319" y="2607843"/>
                  </a:lnTo>
                  <a:lnTo>
                    <a:pt x="226968" y="2621994"/>
                  </a:lnTo>
                  <a:lnTo>
                    <a:pt x="213617" y="2636006"/>
                  </a:lnTo>
                  <a:lnTo>
                    <a:pt x="200266" y="2649880"/>
                  </a:lnTo>
                  <a:lnTo>
                    <a:pt x="186914" y="2663616"/>
                  </a:lnTo>
                  <a:lnTo>
                    <a:pt x="173563" y="2677216"/>
                  </a:lnTo>
                  <a:lnTo>
                    <a:pt x="160212" y="2690679"/>
                  </a:lnTo>
                  <a:lnTo>
                    <a:pt x="146861" y="2704008"/>
                  </a:lnTo>
                  <a:lnTo>
                    <a:pt x="133510" y="2717203"/>
                  </a:lnTo>
                  <a:lnTo>
                    <a:pt x="120159" y="2730264"/>
                  </a:lnTo>
                  <a:lnTo>
                    <a:pt x="106808" y="2743194"/>
                  </a:lnTo>
                  <a:lnTo>
                    <a:pt x="93457" y="2755992"/>
                  </a:lnTo>
                  <a:lnTo>
                    <a:pt x="80106" y="2768661"/>
                  </a:lnTo>
                  <a:lnTo>
                    <a:pt x="66755" y="2781200"/>
                  </a:lnTo>
                  <a:lnTo>
                    <a:pt x="53404" y="2793611"/>
                  </a:lnTo>
                  <a:lnTo>
                    <a:pt x="40053" y="2805895"/>
                  </a:lnTo>
                  <a:lnTo>
                    <a:pt x="26702" y="2818053"/>
                  </a:lnTo>
                  <a:lnTo>
                    <a:pt x="13351" y="2830086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41407" y="3498589"/>
              <a:ext cx="3991969" cy="1091869"/>
            </a:xfrm>
            <a:custGeom>
              <a:avLst/>
              <a:pathLst>
                <a:path w="3991969" h="1091869">
                  <a:moveTo>
                    <a:pt x="0" y="932526"/>
                  </a:moveTo>
                  <a:lnTo>
                    <a:pt x="13351" y="936614"/>
                  </a:lnTo>
                  <a:lnTo>
                    <a:pt x="26702" y="940684"/>
                  </a:lnTo>
                  <a:lnTo>
                    <a:pt x="40053" y="944734"/>
                  </a:lnTo>
                  <a:lnTo>
                    <a:pt x="53404" y="948765"/>
                  </a:lnTo>
                  <a:lnTo>
                    <a:pt x="66755" y="952776"/>
                  </a:lnTo>
                  <a:lnTo>
                    <a:pt x="80106" y="956767"/>
                  </a:lnTo>
                  <a:lnTo>
                    <a:pt x="93457" y="960736"/>
                  </a:lnTo>
                  <a:lnTo>
                    <a:pt x="106808" y="964684"/>
                  </a:lnTo>
                  <a:lnTo>
                    <a:pt x="120159" y="968609"/>
                  </a:lnTo>
                  <a:lnTo>
                    <a:pt x="133510" y="972512"/>
                  </a:lnTo>
                  <a:lnTo>
                    <a:pt x="146861" y="976391"/>
                  </a:lnTo>
                  <a:lnTo>
                    <a:pt x="160212" y="980247"/>
                  </a:lnTo>
                  <a:lnTo>
                    <a:pt x="173563" y="984077"/>
                  </a:lnTo>
                  <a:lnTo>
                    <a:pt x="186914" y="987881"/>
                  </a:lnTo>
                  <a:lnTo>
                    <a:pt x="200266" y="991659"/>
                  </a:lnTo>
                  <a:lnTo>
                    <a:pt x="213617" y="995410"/>
                  </a:lnTo>
                  <a:lnTo>
                    <a:pt x="226968" y="999133"/>
                  </a:lnTo>
                  <a:lnTo>
                    <a:pt x="240319" y="1002826"/>
                  </a:lnTo>
                  <a:lnTo>
                    <a:pt x="253670" y="1006489"/>
                  </a:lnTo>
                  <a:lnTo>
                    <a:pt x="267021" y="1010121"/>
                  </a:lnTo>
                  <a:lnTo>
                    <a:pt x="280372" y="1013720"/>
                  </a:lnTo>
                  <a:lnTo>
                    <a:pt x="293723" y="1017285"/>
                  </a:lnTo>
                  <a:lnTo>
                    <a:pt x="307074" y="1020816"/>
                  </a:lnTo>
                  <a:lnTo>
                    <a:pt x="320425" y="1024310"/>
                  </a:lnTo>
                  <a:lnTo>
                    <a:pt x="333776" y="1027766"/>
                  </a:lnTo>
                  <a:lnTo>
                    <a:pt x="347127" y="1031183"/>
                  </a:lnTo>
                  <a:lnTo>
                    <a:pt x="360478" y="1034558"/>
                  </a:lnTo>
                  <a:lnTo>
                    <a:pt x="373829" y="1037890"/>
                  </a:lnTo>
                  <a:lnTo>
                    <a:pt x="387180" y="1041178"/>
                  </a:lnTo>
                  <a:lnTo>
                    <a:pt x="400532" y="1044418"/>
                  </a:lnTo>
                  <a:lnTo>
                    <a:pt x="413883" y="1047609"/>
                  </a:lnTo>
                  <a:lnTo>
                    <a:pt x="427234" y="1050748"/>
                  </a:lnTo>
                  <a:lnTo>
                    <a:pt x="440585" y="1053827"/>
                  </a:lnTo>
                  <a:lnTo>
                    <a:pt x="453936" y="1056841"/>
                  </a:lnTo>
                  <a:lnTo>
                    <a:pt x="467287" y="1059781"/>
                  </a:lnTo>
                  <a:lnTo>
                    <a:pt x="480638" y="1062640"/>
                  </a:lnTo>
                  <a:lnTo>
                    <a:pt x="493989" y="1065411"/>
                  </a:lnTo>
                  <a:lnTo>
                    <a:pt x="507340" y="1068087"/>
                  </a:lnTo>
                  <a:lnTo>
                    <a:pt x="520691" y="1070660"/>
                  </a:lnTo>
                  <a:lnTo>
                    <a:pt x="534042" y="1073123"/>
                  </a:lnTo>
                  <a:lnTo>
                    <a:pt x="547393" y="1075468"/>
                  </a:lnTo>
                  <a:lnTo>
                    <a:pt x="560744" y="1077688"/>
                  </a:lnTo>
                  <a:lnTo>
                    <a:pt x="574095" y="1079777"/>
                  </a:lnTo>
                  <a:lnTo>
                    <a:pt x="587446" y="1081725"/>
                  </a:lnTo>
                  <a:lnTo>
                    <a:pt x="600798" y="1083526"/>
                  </a:lnTo>
                  <a:lnTo>
                    <a:pt x="614149" y="1085172"/>
                  </a:lnTo>
                  <a:lnTo>
                    <a:pt x="627500" y="1086657"/>
                  </a:lnTo>
                  <a:lnTo>
                    <a:pt x="640851" y="1087971"/>
                  </a:lnTo>
                  <a:lnTo>
                    <a:pt x="654202" y="1089108"/>
                  </a:lnTo>
                  <a:lnTo>
                    <a:pt x="667553" y="1090060"/>
                  </a:lnTo>
                  <a:lnTo>
                    <a:pt x="680904" y="1090820"/>
                  </a:lnTo>
                  <a:lnTo>
                    <a:pt x="694255" y="1091379"/>
                  </a:lnTo>
                  <a:lnTo>
                    <a:pt x="707606" y="1091732"/>
                  </a:lnTo>
                  <a:lnTo>
                    <a:pt x="720957" y="1091869"/>
                  </a:lnTo>
                  <a:lnTo>
                    <a:pt x="734308" y="1091785"/>
                  </a:lnTo>
                  <a:lnTo>
                    <a:pt x="747659" y="1091471"/>
                  </a:lnTo>
                  <a:lnTo>
                    <a:pt x="761010" y="1090920"/>
                  </a:lnTo>
                  <a:lnTo>
                    <a:pt x="774361" y="1090125"/>
                  </a:lnTo>
                  <a:lnTo>
                    <a:pt x="787712" y="1089081"/>
                  </a:lnTo>
                  <a:lnTo>
                    <a:pt x="801064" y="1087778"/>
                  </a:lnTo>
                  <a:lnTo>
                    <a:pt x="814415" y="1086213"/>
                  </a:lnTo>
                  <a:lnTo>
                    <a:pt x="827766" y="1084377"/>
                  </a:lnTo>
                  <a:lnTo>
                    <a:pt x="841117" y="1082266"/>
                  </a:lnTo>
                  <a:lnTo>
                    <a:pt x="854468" y="1079874"/>
                  </a:lnTo>
                  <a:lnTo>
                    <a:pt x="867819" y="1077196"/>
                  </a:lnTo>
                  <a:lnTo>
                    <a:pt x="881170" y="1074228"/>
                  </a:lnTo>
                  <a:lnTo>
                    <a:pt x="894521" y="1070966"/>
                  </a:lnTo>
                  <a:lnTo>
                    <a:pt x="907872" y="1067406"/>
                  </a:lnTo>
                  <a:lnTo>
                    <a:pt x="921223" y="1063546"/>
                  </a:lnTo>
                  <a:lnTo>
                    <a:pt x="934574" y="1059385"/>
                  </a:lnTo>
                  <a:lnTo>
                    <a:pt x="947925" y="1054922"/>
                  </a:lnTo>
                  <a:lnTo>
                    <a:pt x="961276" y="1050157"/>
                  </a:lnTo>
                  <a:lnTo>
                    <a:pt x="974627" y="1045092"/>
                  </a:lnTo>
                  <a:lnTo>
                    <a:pt x="987978" y="1039729"/>
                  </a:lnTo>
                  <a:lnTo>
                    <a:pt x="1001330" y="1034071"/>
                  </a:lnTo>
                  <a:lnTo>
                    <a:pt x="1014681" y="1028123"/>
                  </a:lnTo>
                  <a:lnTo>
                    <a:pt x="1028032" y="1021893"/>
                  </a:lnTo>
                  <a:lnTo>
                    <a:pt x="1041383" y="1015387"/>
                  </a:lnTo>
                  <a:lnTo>
                    <a:pt x="1054734" y="1008615"/>
                  </a:lnTo>
                  <a:lnTo>
                    <a:pt x="1068085" y="1001586"/>
                  </a:lnTo>
                  <a:lnTo>
                    <a:pt x="1081436" y="994314"/>
                  </a:lnTo>
                  <a:lnTo>
                    <a:pt x="1094787" y="986810"/>
                  </a:lnTo>
                  <a:lnTo>
                    <a:pt x="1108138" y="979091"/>
                  </a:lnTo>
                  <a:lnTo>
                    <a:pt x="1121489" y="971172"/>
                  </a:lnTo>
                  <a:lnTo>
                    <a:pt x="1134840" y="963070"/>
                  </a:lnTo>
                  <a:lnTo>
                    <a:pt x="1148191" y="954804"/>
                  </a:lnTo>
                  <a:lnTo>
                    <a:pt x="1161542" y="946394"/>
                  </a:lnTo>
                  <a:lnTo>
                    <a:pt x="1174893" y="937861"/>
                  </a:lnTo>
                  <a:lnTo>
                    <a:pt x="1188244" y="929225"/>
                  </a:lnTo>
                  <a:lnTo>
                    <a:pt x="1201596" y="920510"/>
                  </a:lnTo>
                  <a:lnTo>
                    <a:pt x="1214947" y="911740"/>
                  </a:lnTo>
                  <a:lnTo>
                    <a:pt x="1228298" y="902937"/>
                  </a:lnTo>
                  <a:lnTo>
                    <a:pt x="1241649" y="894126"/>
                  </a:lnTo>
                  <a:lnTo>
                    <a:pt x="1255000" y="885332"/>
                  </a:lnTo>
                  <a:lnTo>
                    <a:pt x="1268351" y="876580"/>
                  </a:lnTo>
                  <a:lnTo>
                    <a:pt x="1281702" y="867894"/>
                  </a:lnTo>
                  <a:lnTo>
                    <a:pt x="1295053" y="859301"/>
                  </a:lnTo>
                  <a:lnTo>
                    <a:pt x="1308404" y="850824"/>
                  </a:lnTo>
                  <a:lnTo>
                    <a:pt x="1321755" y="842490"/>
                  </a:lnTo>
                  <a:lnTo>
                    <a:pt x="1335106" y="834323"/>
                  </a:lnTo>
                  <a:lnTo>
                    <a:pt x="1348457" y="826346"/>
                  </a:lnTo>
                  <a:lnTo>
                    <a:pt x="1361808" y="818578"/>
                  </a:lnTo>
                  <a:lnTo>
                    <a:pt x="1375159" y="811032"/>
                  </a:lnTo>
                  <a:lnTo>
                    <a:pt x="1388510" y="803719"/>
                  </a:lnTo>
                  <a:lnTo>
                    <a:pt x="1401862" y="796650"/>
                  </a:lnTo>
                  <a:lnTo>
                    <a:pt x="1415213" y="789832"/>
                  </a:lnTo>
                  <a:lnTo>
                    <a:pt x="1428564" y="783274"/>
                  </a:lnTo>
                  <a:lnTo>
                    <a:pt x="1441915" y="776981"/>
                  </a:lnTo>
                  <a:lnTo>
                    <a:pt x="1455266" y="770960"/>
                  </a:lnTo>
                  <a:lnTo>
                    <a:pt x="1468617" y="765213"/>
                  </a:lnTo>
                  <a:lnTo>
                    <a:pt x="1481968" y="759744"/>
                  </a:lnTo>
                  <a:lnTo>
                    <a:pt x="1495319" y="754556"/>
                  </a:lnTo>
                  <a:lnTo>
                    <a:pt x="1508670" y="749649"/>
                  </a:lnTo>
                  <a:lnTo>
                    <a:pt x="1522021" y="745026"/>
                  </a:lnTo>
                  <a:lnTo>
                    <a:pt x="1535372" y="740685"/>
                  </a:lnTo>
                  <a:lnTo>
                    <a:pt x="1548723" y="736626"/>
                  </a:lnTo>
                  <a:lnTo>
                    <a:pt x="1562074" y="732848"/>
                  </a:lnTo>
                  <a:lnTo>
                    <a:pt x="1575425" y="729350"/>
                  </a:lnTo>
                  <a:lnTo>
                    <a:pt x="1588776" y="726128"/>
                  </a:lnTo>
                  <a:lnTo>
                    <a:pt x="1602128" y="723181"/>
                  </a:lnTo>
                  <a:lnTo>
                    <a:pt x="1615479" y="720505"/>
                  </a:lnTo>
                  <a:lnTo>
                    <a:pt x="1628830" y="718097"/>
                  </a:lnTo>
                  <a:lnTo>
                    <a:pt x="1642181" y="715952"/>
                  </a:lnTo>
                  <a:lnTo>
                    <a:pt x="1655532" y="714067"/>
                  </a:lnTo>
                  <a:lnTo>
                    <a:pt x="1668883" y="712436"/>
                  </a:lnTo>
                  <a:lnTo>
                    <a:pt x="1682234" y="695561"/>
                  </a:lnTo>
                  <a:lnTo>
                    <a:pt x="1695585" y="672732"/>
                  </a:lnTo>
                  <a:lnTo>
                    <a:pt x="1708936" y="649901"/>
                  </a:lnTo>
                  <a:lnTo>
                    <a:pt x="1722287" y="627090"/>
                  </a:lnTo>
                  <a:lnTo>
                    <a:pt x="1735638" y="604321"/>
                  </a:lnTo>
                  <a:lnTo>
                    <a:pt x="1748989" y="581618"/>
                  </a:lnTo>
                  <a:lnTo>
                    <a:pt x="1762340" y="559004"/>
                  </a:lnTo>
                  <a:lnTo>
                    <a:pt x="1775691" y="536506"/>
                  </a:lnTo>
                  <a:lnTo>
                    <a:pt x="1789042" y="514148"/>
                  </a:lnTo>
                  <a:lnTo>
                    <a:pt x="1802394" y="491956"/>
                  </a:lnTo>
                  <a:lnTo>
                    <a:pt x="1815745" y="469957"/>
                  </a:lnTo>
                  <a:lnTo>
                    <a:pt x="1829096" y="448179"/>
                  </a:lnTo>
                  <a:lnTo>
                    <a:pt x="1842447" y="426648"/>
                  </a:lnTo>
                  <a:lnTo>
                    <a:pt x="1855798" y="405394"/>
                  </a:lnTo>
                  <a:lnTo>
                    <a:pt x="1869149" y="384445"/>
                  </a:lnTo>
                  <a:lnTo>
                    <a:pt x="1882500" y="363831"/>
                  </a:lnTo>
                  <a:lnTo>
                    <a:pt x="1895851" y="343580"/>
                  </a:lnTo>
                  <a:lnTo>
                    <a:pt x="1909202" y="323724"/>
                  </a:lnTo>
                  <a:lnTo>
                    <a:pt x="1922553" y="304292"/>
                  </a:lnTo>
                  <a:lnTo>
                    <a:pt x="1935904" y="285315"/>
                  </a:lnTo>
                  <a:lnTo>
                    <a:pt x="1949255" y="266824"/>
                  </a:lnTo>
                  <a:lnTo>
                    <a:pt x="1962606" y="248849"/>
                  </a:lnTo>
                  <a:lnTo>
                    <a:pt x="1975957" y="231423"/>
                  </a:lnTo>
                  <a:lnTo>
                    <a:pt x="1989309" y="214575"/>
                  </a:lnTo>
                  <a:lnTo>
                    <a:pt x="2002660" y="198338"/>
                  </a:lnTo>
                  <a:lnTo>
                    <a:pt x="2016011" y="182742"/>
                  </a:lnTo>
                  <a:lnTo>
                    <a:pt x="2029362" y="167818"/>
                  </a:lnTo>
                  <a:lnTo>
                    <a:pt x="2042713" y="153580"/>
                  </a:lnTo>
                  <a:lnTo>
                    <a:pt x="2056064" y="140027"/>
                  </a:lnTo>
                  <a:lnTo>
                    <a:pt x="2069415" y="127153"/>
                  </a:lnTo>
                  <a:lnTo>
                    <a:pt x="2082766" y="114955"/>
                  </a:lnTo>
                  <a:lnTo>
                    <a:pt x="2096117" y="103426"/>
                  </a:lnTo>
                  <a:lnTo>
                    <a:pt x="2109468" y="92560"/>
                  </a:lnTo>
                  <a:lnTo>
                    <a:pt x="2122819" y="82351"/>
                  </a:lnTo>
                  <a:lnTo>
                    <a:pt x="2136170" y="72792"/>
                  </a:lnTo>
                  <a:lnTo>
                    <a:pt x="2149521" y="63874"/>
                  </a:lnTo>
                  <a:lnTo>
                    <a:pt x="2162872" y="55588"/>
                  </a:lnTo>
                  <a:lnTo>
                    <a:pt x="2176223" y="47927"/>
                  </a:lnTo>
                  <a:lnTo>
                    <a:pt x="2189575" y="40880"/>
                  </a:lnTo>
                  <a:lnTo>
                    <a:pt x="2202926" y="34438"/>
                  </a:lnTo>
                  <a:lnTo>
                    <a:pt x="2216277" y="28589"/>
                  </a:lnTo>
                  <a:lnTo>
                    <a:pt x="2229628" y="23324"/>
                  </a:lnTo>
                  <a:lnTo>
                    <a:pt x="2242979" y="18629"/>
                  </a:lnTo>
                  <a:lnTo>
                    <a:pt x="2256330" y="14494"/>
                  </a:lnTo>
                  <a:lnTo>
                    <a:pt x="2269681" y="10907"/>
                  </a:lnTo>
                  <a:lnTo>
                    <a:pt x="2283032" y="7854"/>
                  </a:lnTo>
                  <a:lnTo>
                    <a:pt x="2296383" y="5322"/>
                  </a:lnTo>
                  <a:lnTo>
                    <a:pt x="2309734" y="3298"/>
                  </a:lnTo>
                  <a:lnTo>
                    <a:pt x="2323085" y="1768"/>
                  </a:lnTo>
                  <a:lnTo>
                    <a:pt x="2336436" y="718"/>
                  </a:lnTo>
                  <a:lnTo>
                    <a:pt x="2349787" y="133"/>
                  </a:lnTo>
                  <a:lnTo>
                    <a:pt x="2363138" y="0"/>
                  </a:lnTo>
                  <a:lnTo>
                    <a:pt x="2363138" y="0"/>
                  </a:lnTo>
                  <a:lnTo>
                    <a:pt x="2376489" y="302"/>
                  </a:lnTo>
                  <a:lnTo>
                    <a:pt x="2389841" y="1025"/>
                  </a:lnTo>
                  <a:lnTo>
                    <a:pt x="2403192" y="2153"/>
                  </a:lnTo>
                  <a:lnTo>
                    <a:pt x="2416543" y="3671"/>
                  </a:lnTo>
                  <a:lnTo>
                    <a:pt x="2429894" y="5563"/>
                  </a:lnTo>
                  <a:lnTo>
                    <a:pt x="2443245" y="7814"/>
                  </a:lnTo>
                  <a:lnTo>
                    <a:pt x="2456596" y="10407"/>
                  </a:lnTo>
                  <a:lnTo>
                    <a:pt x="2469947" y="13326"/>
                  </a:lnTo>
                  <a:lnTo>
                    <a:pt x="2483298" y="16556"/>
                  </a:lnTo>
                  <a:lnTo>
                    <a:pt x="2496649" y="20080"/>
                  </a:lnTo>
                  <a:lnTo>
                    <a:pt x="2510000" y="23882"/>
                  </a:lnTo>
                  <a:lnTo>
                    <a:pt x="2523351" y="27947"/>
                  </a:lnTo>
                  <a:lnTo>
                    <a:pt x="2536702" y="32258"/>
                  </a:lnTo>
                  <a:lnTo>
                    <a:pt x="2550053" y="36800"/>
                  </a:lnTo>
                  <a:lnTo>
                    <a:pt x="2563404" y="41557"/>
                  </a:lnTo>
                  <a:lnTo>
                    <a:pt x="2576755" y="46514"/>
                  </a:lnTo>
                  <a:lnTo>
                    <a:pt x="2590107" y="51655"/>
                  </a:lnTo>
                  <a:lnTo>
                    <a:pt x="2603458" y="56965"/>
                  </a:lnTo>
                  <a:lnTo>
                    <a:pt x="2616809" y="62429"/>
                  </a:lnTo>
                  <a:lnTo>
                    <a:pt x="2630160" y="68033"/>
                  </a:lnTo>
                  <a:lnTo>
                    <a:pt x="2643511" y="73763"/>
                  </a:lnTo>
                  <a:lnTo>
                    <a:pt x="2656862" y="79604"/>
                  </a:lnTo>
                  <a:lnTo>
                    <a:pt x="2670213" y="85543"/>
                  </a:lnTo>
                  <a:lnTo>
                    <a:pt x="2683564" y="91567"/>
                  </a:lnTo>
                  <a:lnTo>
                    <a:pt x="2696915" y="97664"/>
                  </a:lnTo>
                  <a:lnTo>
                    <a:pt x="2710266" y="103820"/>
                  </a:lnTo>
                  <a:lnTo>
                    <a:pt x="2723617" y="110024"/>
                  </a:lnTo>
                  <a:lnTo>
                    <a:pt x="2736968" y="116264"/>
                  </a:lnTo>
                  <a:lnTo>
                    <a:pt x="2750319" y="122530"/>
                  </a:lnTo>
                  <a:lnTo>
                    <a:pt x="2763670" y="128810"/>
                  </a:lnTo>
                  <a:lnTo>
                    <a:pt x="2777021" y="135095"/>
                  </a:lnTo>
                  <a:lnTo>
                    <a:pt x="2790373" y="141376"/>
                  </a:lnTo>
                  <a:lnTo>
                    <a:pt x="2803724" y="147642"/>
                  </a:lnTo>
                  <a:lnTo>
                    <a:pt x="2817075" y="153886"/>
                  </a:lnTo>
                  <a:lnTo>
                    <a:pt x="2830426" y="160099"/>
                  </a:lnTo>
                  <a:lnTo>
                    <a:pt x="2843777" y="166274"/>
                  </a:lnTo>
                  <a:lnTo>
                    <a:pt x="2857128" y="172404"/>
                  </a:lnTo>
                  <a:lnTo>
                    <a:pt x="2870479" y="178482"/>
                  </a:lnTo>
                  <a:lnTo>
                    <a:pt x="2883830" y="184503"/>
                  </a:lnTo>
                  <a:lnTo>
                    <a:pt x="2897181" y="190459"/>
                  </a:lnTo>
                  <a:lnTo>
                    <a:pt x="2910532" y="196347"/>
                  </a:lnTo>
                  <a:lnTo>
                    <a:pt x="2923883" y="202161"/>
                  </a:lnTo>
                  <a:lnTo>
                    <a:pt x="2937234" y="207896"/>
                  </a:lnTo>
                  <a:lnTo>
                    <a:pt x="2950585" y="213550"/>
                  </a:lnTo>
                  <a:lnTo>
                    <a:pt x="2963936" y="219119"/>
                  </a:lnTo>
                  <a:lnTo>
                    <a:pt x="2977287" y="224598"/>
                  </a:lnTo>
                  <a:lnTo>
                    <a:pt x="2990639" y="229986"/>
                  </a:lnTo>
                  <a:lnTo>
                    <a:pt x="3003990" y="235280"/>
                  </a:lnTo>
                  <a:lnTo>
                    <a:pt x="3017341" y="240477"/>
                  </a:lnTo>
                  <a:lnTo>
                    <a:pt x="3030692" y="245576"/>
                  </a:lnTo>
                  <a:lnTo>
                    <a:pt x="3044043" y="250575"/>
                  </a:lnTo>
                  <a:lnTo>
                    <a:pt x="3057394" y="255472"/>
                  </a:lnTo>
                  <a:lnTo>
                    <a:pt x="3070745" y="260267"/>
                  </a:lnTo>
                  <a:lnTo>
                    <a:pt x="3084096" y="264959"/>
                  </a:lnTo>
                  <a:lnTo>
                    <a:pt x="3097447" y="269546"/>
                  </a:lnTo>
                  <a:lnTo>
                    <a:pt x="3110798" y="274029"/>
                  </a:lnTo>
                  <a:lnTo>
                    <a:pt x="3124149" y="278407"/>
                  </a:lnTo>
                  <a:lnTo>
                    <a:pt x="3137500" y="282679"/>
                  </a:lnTo>
                  <a:lnTo>
                    <a:pt x="3150851" y="286845"/>
                  </a:lnTo>
                  <a:lnTo>
                    <a:pt x="3164202" y="290906"/>
                  </a:lnTo>
                  <a:lnTo>
                    <a:pt x="3177553" y="294862"/>
                  </a:lnTo>
                  <a:lnTo>
                    <a:pt x="3190905" y="298712"/>
                  </a:lnTo>
                  <a:lnTo>
                    <a:pt x="3204256" y="302458"/>
                  </a:lnTo>
                  <a:lnTo>
                    <a:pt x="3217607" y="306099"/>
                  </a:lnTo>
                  <a:lnTo>
                    <a:pt x="3230958" y="309639"/>
                  </a:lnTo>
                  <a:lnTo>
                    <a:pt x="3244309" y="313080"/>
                  </a:lnTo>
                  <a:lnTo>
                    <a:pt x="3257660" y="316427"/>
                  </a:lnTo>
                  <a:lnTo>
                    <a:pt x="3271011" y="319683"/>
                  </a:lnTo>
                  <a:lnTo>
                    <a:pt x="3284362" y="322852"/>
                  </a:lnTo>
                  <a:lnTo>
                    <a:pt x="3297713" y="325935"/>
                  </a:lnTo>
                  <a:lnTo>
                    <a:pt x="3311064" y="328938"/>
                  </a:lnTo>
                  <a:lnTo>
                    <a:pt x="3324415" y="331862"/>
                  </a:lnTo>
                  <a:lnTo>
                    <a:pt x="3337766" y="334710"/>
                  </a:lnTo>
                  <a:lnTo>
                    <a:pt x="3351117" y="337485"/>
                  </a:lnTo>
                  <a:lnTo>
                    <a:pt x="3364468" y="340189"/>
                  </a:lnTo>
                  <a:lnTo>
                    <a:pt x="3377819" y="342825"/>
                  </a:lnTo>
                  <a:lnTo>
                    <a:pt x="3391171" y="345396"/>
                  </a:lnTo>
                  <a:lnTo>
                    <a:pt x="3404522" y="347904"/>
                  </a:lnTo>
                  <a:lnTo>
                    <a:pt x="3417873" y="350350"/>
                  </a:lnTo>
                  <a:lnTo>
                    <a:pt x="3431224" y="352737"/>
                  </a:lnTo>
                  <a:lnTo>
                    <a:pt x="3444575" y="355067"/>
                  </a:lnTo>
                  <a:lnTo>
                    <a:pt x="3457926" y="357343"/>
                  </a:lnTo>
                  <a:lnTo>
                    <a:pt x="3471277" y="359564"/>
                  </a:lnTo>
                  <a:lnTo>
                    <a:pt x="3484628" y="361735"/>
                  </a:lnTo>
                  <a:lnTo>
                    <a:pt x="3497979" y="363855"/>
                  </a:lnTo>
                  <a:lnTo>
                    <a:pt x="3511330" y="365928"/>
                  </a:lnTo>
                  <a:lnTo>
                    <a:pt x="3524681" y="367953"/>
                  </a:lnTo>
                  <a:lnTo>
                    <a:pt x="3538032" y="369934"/>
                  </a:lnTo>
                  <a:lnTo>
                    <a:pt x="3551383" y="371872"/>
                  </a:lnTo>
                  <a:lnTo>
                    <a:pt x="3564734" y="373767"/>
                  </a:lnTo>
                  <a:lnTo>
                    <a:pt x="3578085" y="375621"/>
                  </a:lnTo>
                  <a:lnTo>
                    <a:pt x="3591437" y="377436"/>
                  </a:lnTo>
                  <a:lnTo>
                    <a:pt x="3604788" y="379212"/>
                  </a:lnTo>
                  <a:lnTo>
                    <a:pt x="3618139" y="380951"/>
                  </a:lnTo>
                  <a:lnTo>
                    <a:pt x="3631490" y="382655"/>
                  </a:lnTo>
                  <a:lnTo>
                    <a:pt x="3644841" y="384323"/>
                  </a:lnTo>
                  <a:lnTo>
                    <a:pt x="3658192" y="385958"/>
                  </a:lnTo>
                  <a:lnTo>
                    <a:pt x="3671543" y="387560"/>
                  </a:lnTo>
                  <a:lnTo>
                    <a:pt x="3684894" y="389131"/>
                  </a:lnTo>
                  <a:lnTo>
                    <a:pt x="3698245" y="390670"/>
                  </a:lnTo>
                  <a:lnTo>
                    <a:pt x="3711596" y="392180"/>
                  </a:lnTo>
                  <a:lnTo>
                    <a:pt x="3724947" y="393660"/>
                  </a:lnTo>
                  <a:lnTo>
                    <a:pt x="3738298" y="395113"/>
                  </a:lnTo>
                  <a:lnTo>
                    <a:pt x="3751649" y="396538"/>
                  </a:lnTo>
                  <a:lnTo>
                    <a:pt x="3765000" y="397936"/>
                  </a:lnTo>
                  <a:lnTo>
                    <a:pt x="3778352" y="399309"/>
                  </a:lnTo>
                  <a:lnTo>
                    <a:pt x="3791703" y="400657"/>
                  </a:lnTo>
                  <a:lnTo>
                    <a:pt x="3805054" y="401980"/>
                  </a:lnTo>
                  <a:lnTo>
                    <a:pt x="3818405" y="403280"/>
                  </a:lnTo>
                  <a:lnTo>
                    <a:pt x="3831756" y="404556"/>
                  </a:lnTo>
                  <a:lnTo>
                    <a:pt x="3845107" y="405810"/>
                  </a:lnTo>
                  <a:lnTo>
                    <a:pt x="3858458" y="407043"/>
                  </a:lnTo>
                  <a:lnTo>
                    <a:pt x="3871809" y="408254"/>
                  </a:lnTo>
                  <a:lnTo>
                    <a:pt x="3885160" y="409445"/>
                  </a:lnTo>
                  <a:lnTo>
                    <a:pt x="3898511" y="410616"/>
                  </a:lnTo>
                  <a:lnTo>
                    <a:pt x="3911862" y="411767"/>
                  </a:lnTo>
                  <a:lnTo>
                    <a:pt x="3925213" y="412899"/>
                  </a:lnTo>
                  <a:lnTo>
                    <a:pt x="3938564" y="414012"/>
                  </a:lnTo>
                  <a:lnTo>
                    <a:pt x="3951915" y="415108"/>
                  </a:lnTo>
                  <a:lnTo>
                    <a:pt x="3965266" y="416186"/>
                  </a:lnTo>
                  <a:lnTo>
                    <a:pt x="3978618" y="417247"/>
                  </a:lnTo>
                  <a:lnTo>
                    <a:pt x="3991969" y="418291"/>
                  </a:lnTo>
                  <a:lnTo>
                    <a:pt x="3991969" y="4182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41407" y="4206302"/>
              <a:ext cx="3991969" cy="2134282"/>
            </a:xfrm>
            <a:custGeom>
              <a:avLst/>
              <a:pathLst>
                <a:path w="3991969" h="2134282">
                  <a:moveTo>
                    <a:pt x="3991969" y="1588059"/>
                  </a:moveTo>
                  <a:lnTo>
                    <a:pt x="3978618" y="1577037"/>
                  </a:lnTo>
                  <a:lnTo>
                    <a:pt x="3965266" y="1565948"/>
                  </a:lnTo>
                  <a:lnTo>
                    <a:pt x="3951915" y="1554794"/>
                  </a:lnTo>
                  <a:lnTo>
                    <a:pt x="3938564" y="1543573"/>
                  </a:lnTo>
                  <a:lnTo>
                    <a:pt x="3925213" y="1532286"/>
                  </a:lnTo>
                  <a:lnTo>
                    <a:pt x="3911862" y="1520932"/>
                  </a:lnTo>
                  <a:lnTo>
                    <a:pt x="3898511" y="1509512"/>
                  </a:lnTo>
                  <a:lnTo>
                    <a:pt x="3885160" y="1498025"/>
                  </a:lnTo>
                  <a:lnTo>
                    <a:pt x="3871809" y="1486471"/>
                  </a:lnTo>
                  <a:lnTo>
                    <a:pt x="3858458" y="1474851"/>
                  </a:lnTo>
                  <a:lnTo>
                    <a:pt x="3845107" y="1463163"/>
                  </a:lnTo>
                  <a:lnTo>
                    <a:pt x="3831756" y="1451409"/>
                  </a:lnTo>
                  <a:lnTo>
                    <a:pt x="3818405" y="1439588"/>
                  </a:lnTo>
                  <a:lnTo>
                    <a:pt x="3805054" y="1427700"/>
                  </a:lnTo>
                  <a:lnTo>
                    <a:pt x="3791703" y="1415745"/>
                  </a:lnTo>
                  <a:lnTo>
                    <a:pt x="3778352" y="1403724"/>
                  </a:lnTo>
                  <a:lnTo>
                    <a:pt x="3765000" y="1391636"/>
                  </a:lnTo>
                  <a:lnTo>
                    <a:pt x="3751649" y="1379481"/>
                  </a:lnTo>
                  <a:lnTo>
                    <a:pt x="3738298" y="1367260"/>
                  </a:lnTo>
                  <a:lnTo>
                    <a:pt x="3724947" y="1354972"/>
                  </a:lnTo>
                  <a:lnTo>
                    <a:pt x="3711596" y="1342619"/>
                  </a:lnTo>
                  <a:lnTo>
                    <a:pt x="3698245" y="1330199"/>
                  </a:lnTo>
                  <a:lnTo>
                    <a:pt x="3684894" y="1317714"/>
                  </a:lnTo>
                  <a:lnTo>
                    <a:pt x="3671543" y="1305163"/>
                  </a:lnTo>
                  <a:lnTo>
                    <a:pt x="3658192" y="1292547"/>
                  </a:lnTo>
                  <a:lnTo>
                    <a:pt x="3644841" y="1279866"/>
                  </a:lnTo>
                  <a:lnTo>
                    <a:pt x="3631490" y="1267121"/>
                  </a:lnTo>
                  <a:lnTo>
                    <a:pt x="3618139" y="1254311"/>
                  </a:lnTo>
                  <a:lnTo>
                    <a:pt x="3604788" y="1241438"/>
                  </a:lnTo>
                  <a:lnTo>
                    <a:pt x="3591437" y="1228502"/>
                  </a:lnTo>
                  <a:lnTo>
                    <a:pt x="3578085" y="1215502"/>
                  </a:lnTo>
                  <a:lnTo>
                    <a:pt x="3564734" y="1202441"/>
                  </a:lnTo>
                  <a:lnTo>
                    <a:pt x="3551383" y="1189318"/>
                  </a:lnTo>
                  <a:lnTo>
                    <a:pt x="3538032" y="1176133"/>
                  </a:lnTo>
                  <a:lnTo>
                    <a:pt x="3524681" y="1162889"/>
                  </a:lnTo>
                  <a:lnTo>
                    <a:pt x="3511330" y="1149585"/>
                  </a:lnTo>
                  <a:lnTo>
                    <a:pt x="3497979" y="1136222"/>
                  </a:lnTo>
                  <a:lnTo>
                    <a:pt x="3484628" y="1122801"/>
                  </a:lnTo>
                  <a:lnTo>
                    <a:pt x="3471277" y="1109323"/>
                  </a:lnTo>
                  <a:lnTo>
                    <a:pt x="3457926" y="1095789"/>
                  </a:lnTo>
                  <a:lnTo>
                    <a:pt x="3444575" y="1082200"/>
                  </a:lnTo>
                  <a:lnTo>
                    <a:pt x="3431224" y="1068557"/>
                  </a:lnTo>
                  <a:lnTo>
                    <a:pt x="3417873" y="1054861"/>
                  </a:lnTo>
                  <a:lnTo>
                    <a:pt x="3404522" y="1041114"/>
                  </a:lnTo>
                  <a:lnTo>
                    <a:pt x="3391171" y="1027317"/>
                  </a:lnTo>
                  <a:lnTo>
                    <a:pt x="3377819" y="1013471"/>
                  </a:lnTo>
                  <a:lnTo>
                    <a:pt x="3364468" y="999577"/>
                  </a:lnTo>
                  <a:lnTo>
                    <a:pt x="3351117" y="985638"/>
                  </a:lnTo>
                  <a:lnTo>
                    <a:pt x="3337766" y="971655"/>
                  </a:lnTo>
                  <a:lnTo>
                    <a:pt x="3324415" y="957630"/>
                  </a:lnTo>
                  <a:lnTo>
                    <a:pt x="3311064" y="943565"/>
                  </a:lnTo>
                  <a:lnTo>
                    <a:pt x="3297713" y="929461"/>
                  </a:lnTo>
                  <a:lnTo>
                    <a:pt x="3284362" y="915321"/>
                  </a:lnTo>
                  <a:lnTo>
                    <a:pt x="3271011" y="901147"/>
                  </a:lnTo>
                  <a:lnTo>
                    <a:pt x="3257660" y="886941"/>
                  </a:lnTo>
                  <a:lnTo>
                    <a:pt x="3244309" y="872706"/>
                  </a:lnTo>
                  <a:lnTo>
                    <a:pt x="3230958" y="858445"/>
                  </a:lnTo>
                  <a:lnTo>
                    <a:pt x="3217607" y="844160"/>
                  </a:lnTo>
                  <a:lnTo>
                    <a:pt x="3204256" y="829854"/>
                  </a:lnTo>
                  <a:lnTo>
                    <a:pt x="3190905" y="815531"/>
                  </a:lnTo>
                  <a:lnTo>
                    <a:pt x="3177553" y="801199"/>
                  </a:lnTo>
                  <a:lnTo>
                    <a:pt x="3164202" y="786863"/>
                  </a:lnTo>
                  <a:lnTo>
                    <a:pt x="3150851" y="772532"/>
                  </a:lnTo>
                  <a:lnTo>
                    <a:pt x="3137500" y="758213"/>
                  </a:lnTo>
                  <a:lnTo>
                    <a:pt x="3124149" y="743912"/>
                  </a:lnTo>
                  <a:lnTo>
                    <a:pt x="3110798" y="729637"/>
                  </a:lnTo>
                  <a:lnTo>
                    <a:pt x="3097447" y="715395"/>
                  </a:lnTo>
                  <a:lnTo>
                    <a:pt x="3084096" y="701194"/>
                  </a:lnTo>
                  <a:lnTo>
                    <a:pt x="3070745" y="687042"/>
                  </a:lnTo>
                  <a:lnTo>
                    <a:pt x="3057394" y="672945"/>
                  </a:lnTo>
                  <a:lnTo>
                    <a:pt x="3044043" y="658911"/>
                  </a:lnTo>
                  <a:lnTo>
                    <a:pt x="3030692" y="644947"/>
                  </a:lnTo>
                  <a:lnTo>
                    <a:pt x="3017341" y="631062"/>
                  </a:lnTo>
                  <a:lnTo>
                    <a:pt x="3003990" y="617261"/>
                  </a:lnTo>
                  <a:lnTo>
                    <a:pt x="2990639" y="603552"/>
                  </a:lnTo>
                  <a:lnTo>
                    <a:pt x="2977287" y="589943"/>
                  </a:lnTo>
                  <a:lnTo>
                    <a:pt x="2963936" y="576440"/>
                  </a:lnTo>
                  <a:lnTo>
                    <a:pt x="2950585" y="563050"/>
                  </a:lnTo>
                  <a:lnTo>
                    <a:pt x="2937234" y="549780"/>
                  </a:lnTo>
                  <a:lnTo>
                    <a:pt x="2923883" y="536635"/>
                  </a:lnTo>
                  <a:lnTo>
                    <a:pt x="2910532" y="523623"/>
                  </a:lnTo>
                  <a:lnTo>
                    <a:pt x="2897181" y="510750"/>
                  </a:lnTo>
                  <a:lnTo>
                    <a:pt x="2883830" y="498020"/>
                  </a:lnTo>
                  <a:lnTo>
                    <a:pt x="2870479" y="485441"/>
                  </a:lnTo>
                  <a:lnTo>
                    <a:pt x="2857128" y="473016"/>
                  </a:lnTo>
                  <a:lnTo>
                    <a:pt x="2843777" y="460751"/>
                  </a:lnTo>
                  <a:lnTo>
                    <a:pt x="2830426" y="448651"/>
                  </a:lnTo>
                  <a:lnTo>
                    <a:pt x="2817075" y="436720"/>
                  </a:lnTo>
                  <a:lnTo>
                    <a:pt x="2803724" y="424962"/>
                  </a:lnTo>
                  <a:lnTo>
                    <a:pt x="2790373" y="413381"/>
                  </a:lnTo>
                  <a:lnTo>
                    <a:pt x="2777021" y="401979"/>
                  </a:lnTo>
                  <a:lnTo>
                    <a:pt x="2763670" y="390761"/>
                  </a:lnTo>
                  <a:lnTo>
                    <a:pt x="2750319" y="379728"/>
                  </a:lnTo>
                  <a:lnTo>
                    <a:pt x="2736968" y="368883"/>
                  </a:lnTo>
                  <a:lnTo>
                    <a:pt x="2723617" y="358228"/>
                  </a:lnTo>
                  <a:lnTo>
                    <a:pt x="2710266" y="347765"/>
                  </a:lnTo>
                  <a:lnTo>
                    <a:pt x="2696915" y="337495"/>
                  </a:lnTo>
                  <a:lnTo>
                    <a:pt x="2683564" y="327418"/>
                  </a:lnTo>
                  <a:lnTo>
                    <a:pt x="2670213" y="317535"/>
                  </a:lnTo>
                  <a:lnTo>
                    <a:pt x="2656862" y="307846"/>
                  </a:lnTo>
                  <a:lnTo>
                    <a:pt x="2643511" y="298352"/>
                  </a:lnTo>
                  <a:lnTo>
                    <a:pt x="2630160" y="289052"/>
                  </a:lnTo>
                  <a:lnTo>
                    <a:pt x="2616809" y="279946"/>
                  </a:lnTo>
                  <a:lnTo>
                    <a:pt x="2603458" y="271032"/>
                  </a:lnTo>
                  <a:lnTo>
                    <a:pt x="2590107" y="262309"/>
                  </a:lnTo>
                  <a:lnTo>
                    <a:pt x="2576755" y="253775"/>
                  </a:lnTo>
                  <a:lnTo>
                    <a:pt x="2563404" y="245430"/>
                  </a:lnTo>
                  <a:lnTo>
                    <a:pt x="2550053" y="237271"/>
                  </a:lnTo>
                  <a:lnTo>
                    <a:pt x="2536702" y="229297"/>
                  </a:lnTo>
                  <a:lnTo>
                    <a:pt x="2523351" y="221504"/>
                  </a:lnTo>
                  <a:lnTo>
                    <a:pt x="2510000" y="213891"/>
                  </a:lnTo>
                  <a:lnTo>
                    <a:pt x="2496649" y="206455"/>
                  </a:lnTo>
                  <a:lnTo>
                    <a:pt x="2483298" y="199194"/>
                  </a:lnTo>
                  <a:lnTo>
                    <a:pt x="2469947" y="192104"/>
                  </a:lnTo>
                  <a:lnTo>
                    <a:pt x="2456596" y="185184"/>
                  </a:lnTo>
                  <a:lnTo>
                    <a:pt x="2443245" y="178429"/>
                  </a:lnTo>
                  <a:lnTo>
                    <a:pt x="2429894" y="171837"/>
                  </a:lnTo>
                  <a:lnTo>
                    <a:pt x="2416543" y="165405"/>
                  </a:lnTo>
                  <a:lnTo>
                    <a:pt x="2403192" y="159130"/>
                  </a:lnTo>
                  <a:lnTo>
                    <a:pt x="2389841" y="153009"/>
                  </a:lnTo>
                  <a:lnTo>
                    <a:pt x="2376489" y="147038"/>
                  </a:lnTo>
                  <a:lnTo>
                    <a:pt x="2363138" y="141215"/>
                  </a:lnTo>
                  <a:lnTo>
                    <a:pt x="2349787" y="135537"/>
                  </a:lnTo>
                  <a:lnTo>
                    <a:pt x="2336436" y="130000"/>
                  </a:lnTo>
                  <a:lnTo>
                    <a:pt x="2323085" y="124601"/>
                  </a:lnTo>
                  <a:lnTo>
                    <a:pt x="2309734" y="119338"/>
                  </a:lnTo>
                  <a:lnTo>
                    <a:pt x="2296383" y="114207"/>
                  </a:lnTo>
                  <a:lnTo>
                    <a:pt x="2283032" y="109205"/>
                  </a:lnTo>
                  <a:lnTo>
                    <a:pt x="2269681" y="104330"/>
                  </a:lnTo>
                  <a:lnTo>
                    <a:pt x="2256330" y="99579"/>
                  </a:lnTo>
                  <a:lnTo>
                    <a:pt x="2242979" y="94948"/>
                  </a:lnTo>
                  <a:lnTo>
                    <a:pt x="2229628" y="90435"/>
                  </a:lnTo>
                  <a:lnTo>
                    <a:pt x="2216277" y="86038"/>
                  </a:lnTo>
                  <a:lnTo>
                    <a:pt x="2202926" y="81754"/>
                  </a:lnTo>
                  <a:lnTo>
                    <a:pt x="2189575" y="77580"/>
                  </a:lnTo>
                  <a:lnTo>
                    <a:pt x="2176223" y="73514"/>
                  </a:lnTo>
                  <a:lnTo>
                    <a:pt x="2162872" y="69553"/>
                  </a:lnTo>
                  <a:lnTo>
                    <a:pt x="2149521" y="65695"/>
                  </a:lnTo>
                  <a:lnTo>
                    <a:pt x="2136170" y="61938"/>
                  </a:lnTo>
                  <a:lnTo>
                    <a:pt x="2122819" y="58279"/>
                  </a:lnTo>
                  <a:lnTo>
                    <a:pt x="2109468" y="54717"/>
                  </a:lnTo>
                  <a:lnTo>
                    <a:pt x="2096117" y="51250"/>
                  </a:lnTo>
                  <a:lnTo>
                    <a:pt x="2082766" y="47875"/>
                  </a:lnTo>
                  <a:lnTo>
                    <a:pt x="2069415" y="44590"/>
                  </a:lnTo>
                  <a:lnTo>
                    <a:pt x="2056064" y="41395"/>
                  </a:lnTo>
                  <a:lnTo>
                    <a:pt x="2042713" y="38286"/>
                  </a:lnTo>
                  <a:lnTo>
                    <a:pt x="2029362" y="35263"/>
                  </a:lnTo>
                  <a:lnTo>
                    <a:pt x="2016011" y="32324"/>
                  </a:lnTo>
                  <a:lnTo>
                    <a:pt x="2002660" y="29471"/>
                  </a:lnTo>
                  <a:lnTo>
                    <a:pt x="1989309" y="26710"/>
                  </a:lnTo>
                  <a:lnTo>
                    <a:pt x="1975957" y="24047"/>
                  </a:lnTo>
                  <a:lnTo>
                    <a:pt x="1962606" y="21488"/>
                  </a:lnTo>
                  <a:lnTo>
                    <a:pt x="1949255" y="19040"/>
                  </a:lnTo>
                  <a:lnTo>
                    <a:pt x="1935904" y="16707"/>
                  </a:lnTo>
                  <a:lnTo>
                    <a:pt x="1922553" y="14498"/>
                  </a:lnTo>
                  <a:lnTo>
                    <a:pt x="1909202" y="12418"/>
                  </a:lnTo>
                  <a:lnTo>
                    <a:pt x="1895851" y="10474"/>
                  </a:lnTo>
                  <a:lnTo>
                    <a:pt x="1882500" y="8672"/>
                  </a:lnTo>
                  <a:lnTo>
                    <a:pt x="1869149" y="7021"/>
                  </a:lnTo>
                  <a:lnTo>
                    <a:pt x="1855798" y="5526"/>
                  </a:lnTo>
                  <a:lnTo>
                    <a:pt x="1842447" y="4193"/>
                  </a:lnTo>
                  <a:lnTo>
                    <a:pt x="1829096" y="3031"/>
                  </a:lnTo>
                  <a:lnTo>
                    <a:pt x="1815745" y="2045"/>
                  </a:lnTo>
                  <a:lnTo>
                    <a:pt x="1802394" y="1243"/>
                  </a:lnTo>
                  <a:lnTo>
                    <a:pt x="1789042" y="631"/>
                  </a:lnTo>
                  <a:lnTo>
                    <a:pt x="1775691" y="215"/>
                  </a:lnTo>
                  <a:lnTo>
                    <a:pt x="1762340" y="3"/>
                  </a:lnTo>
                  <a:lnTo>
                    <a:pt x="1748989" y="0"/>
                  </a:lnTo>
                  <a:lnTo>
                    <a:pt x="1735638" y="212"/>
                  </a:lnTo>
                  <a:lnTo>
                    <a:pt x="1722287" y="647"/>
                  </a:lnTo>
                  <a:lnTo>
                    <a:pt x="1708936" y="1310"/>
                  </a:lnTo>
                  <a:lnTo>
                    <a:pt x="1695585" y="2206"/>
                  </a:lnTo>
                  <a:lnTo>
                    <a:pt x="1682234" y="3342"/>
                  </a:lnTo>
                  <a:lnTo>
                    <a:pt x="1668883" y="10652"/>
                  </a:lnTo>
                  <a:lnTo>
                    <a:pt x="1655532" y="33412"/>
                  </a:lnTo>
                  <a:lnTo>
                    <a:pt x="1642181" y="56108"/>
                  </a:lnTo>
                  <a:lnTo>
                    <a:pt x="1628830" y="78721"/>
                  </a:lnTo>
                  <a:lnTo>
                    <a:pt x="1615479" y="101232"/>
                  </a:lnTo>
                  <a:lnTo>
                    <a:pt x="1602128" y="123623"/>
                  </a:lnTo>
                  <a:lnTo>
                    <a:pt x="1588776" y="145878"/>
                  </a:lnTo>
                  <a:lnTo>
                    <a:pt x="1575425" y="167981"/>
                  </a:lnTo>
                  <a:lnTo>
                    <a:pt x="1562074" y="189917"/>
                  </a:lnTo>
                  <a:lnTo>
                    <a:pt x="1548723" y="211671"/>
                  </a:lnTo>
                  <a:lnTo>
                    <a:pt x="1535372" y="233231"/>
                  </a:lnTo>
                  <a:lnTo>
                    <a:pt x="1522021" y="254582"/>
                  </a:lnTo>
                  <a:lnTo>
                    <a:pt x="1508670" y="275713"/>
                  </a:lnTo>
                  <a:lnTo>
                    <a:pt x="1495319" y="296615"/>
                  </a:lnTo>
                  <a:lnTo>
                    <a:pt x="1481968" y="317275"/>
                  </a:lnTo>
                  <a:lnTo>
                    <a:pt x="1468617" y="337686"/>
                  </a:lnTo>
                  <a:lnTo>
                    <a:pt x="1455266" y="357840"/>
                  </a:lnTo>
                  <a:lnTo>
                    <a:pt x="1441915" y="377728"/>
                  </a:lnTo>
                  <a:lnTo>
                    <a:pt x="1428564" y="397345"/>
                  </a:lnTo>
                  <a:lnTo>
                    <a:pt x="1415213" y="416687"/>
                  </a:lnTo>
                  <a:lnTo>
                    <a:pt x="1401862" y="435749"/>
                  </a:lnTo>
                  <a:lnTo>
                    <a:pt x="1388510" y="454528"/>
                  </a:lnTo>
                  <a:lnTo>
                    <a:pt x="1375159" y="473022"/>
                  </a:lnTo>
                  <a:lnTo>
                    <a:pt x="1361808" y="491233"/>
                  </a:lnTo>
                  <a:lnTo>
                    <a:pt x="1348457" y="509160"/>
                  </a:lnTo>
                  <a:lnTo>
                    <a:pt x="1335106" y="526806"/>
                  </a:lnTo>
                  <a:lnTo>
                    <a:pt x="1321755" y="544182"/>
                  </a:lnTo>
                  <a:lnTo>
                    <a:pt x="1308404" y="561309"/>
                  </a:lnTo>
                  <a:lnTo>
                    <a:pt x="1295053" y="578211"/>
                  </a:lnTo>
                  <a:lnTo>
                    <a:pt x="1281702" y="594911"/>
                  </a:lnTo>
                  <a:lnTo>
                    <a:pt x="1268351" y="611430"/>
                  </a:lnTo>
                  <a:lnTo>
                    <a:pt x="1255000" y="627792"/>
                  </a:lnTo>
                  <a:lnTo>
                    <a:pt x="1241649" y="644019"/>
                  </a:lnTo>
                  <a:lnTo>
                    <a:pt x="1228298" y="660132"/>
                  </a:lnTo>
                  <a:lnTo>
                    <a:pt x="1214947" y="676152"/>
                  </a:lnTo>
                  <a:lnTo>
                    <a:pt x="1201596" y="692100"/>
                  </a:lnTo>
                  <a:lnTo>
                    <a:pt x="1188244" y="707995"/>
                  </a:lnTo>
                  <a:lnTo>
                    <a:pt x="1174893" y="723857"/>
                  </a:lnTo>
                  <a:lnTo>
                    <a:pt x="1161542" y="739704"/>
                  </a:lnTo>
                  <a:lnTo>
                    <a:pt x="1148191" y="755553"/>
                  </a:lnTo>
                  <a:lnTo>
                    <a:pt x="1134840" y="771421"/>
                  </a:lnTo>
                  <a:lnTo>
                    <a:pt x="1121489" y="787322"/>
                  </a:lnTo>
                  <a:lnTo>
                    <a:pt x="1108138" y="803271"/>
                  </a:lnTo>
                  <a:lnTo>
                    <a:pt x="1094787" y="819280"/>
                  </a:lnTo>
                  <a:lnTo>
                    <a:pt x="1081436" y="835360"/>
                  </a:lnTo>
                  <a:lnTo>
                    <a:pt x="1068085" y="851522"/>
                  </a:lnTo>
                  <a:lnTo>
                    <a:pt x="1054734" y="867774"/>
                  </a:lnTo>
                  <a:lnTo>
                    <a:pt x="1041383" y="884124"/>
                  </a:lnTo>
                  <a:lnTo>
                    <a:pt x="1028032" y="900576"/>
                  </a:lnTo>
                  <a:lnTo>
                    <a:pt x="1014681" y="917137"/>
                  </a:lnTo>
                  <a:lnTo>
                    <a:pt x="1001330" y="933808"/>
                  </a:lnTo>
                  <a:lnTo>
                    <a:pt x="987978" y="950592"/>
                  </a:lnTo>
                  <a:lnTo>
                    <a:pt x="974627" y="967489"/>
                  </a:lnTo>
                  <a:lnTo>
                    <a:pt x="961276" y="984499"/>
                  </a:lnTo>
                  <a:lnTo>
                    <a:pt x="947925" y="1001620"/>
                  </a:lnTo>
                  <a:lnTo>
                    <a:pt x="934574" y="1018849"/>
                  </a:lnTo>
                  <a:lnTo>
                    <a:pt x="921223" y="1036183"/>
                  </a:lnTo>
                  <a:lnTo>
                    <a:pt x="907872" y="1053618"/>
                  </a:lnTo>
                  <a:lnTo>
                    <a:pt x="894521" y="1071147"/>
                  </a:lnTo>
                  <a:lnTo>
                    <a:pt x="881170" y="1088766"/>
                  </a:lnTo>
                  <a:lnTo>
                    <a:pt x="867819" y="1106468"/>
                  </a:lnTo>
                  <a:lnTo>
                    <a:pt x="854468" y="1124247"/>
                  </a:lnTo>
                  <a:lnTo>
                    <a:pt x="841117" y="1142093"/>
                  </a:lnTo>
                  <a:lnTo>
                    <a:pt x="827766" y="1160001"/>
                  </a:lnTo>
                  <a:lnTo>
                    <a:pt x="814415" y="1177962"/>
                  </a:lnTo>
                  <a:lnTo>
                    <a:pt x="801064" y="1195968"/>
                  </a:lnTo>
                  <a:lnTo>
                    <a:pt x="787712" y="1214011"/>
                  </a:lnTo>
                  <a:lnTo>
                    <a:pt x="774361" y="1232083"/>
                  </a:lnTo>
                  <a:lnTo>
                    <a:pt x="761010" y="1250175"/>
                  </a:lnTo>
                  <a:lnTo>
                    <a:pt x="747659" y="1268278"/>
                  </a:lnTo>
                  <a:lnTo>
                    <a:pt x="734308" y="1286385"/>
                  </a:lnTo>
                  <a:lnTo>
                    <a:pt x="720957" y="1304488"/>
                  </a:lnTo>
                  <a:lnTo>
                    <a:pt x="707606" y="1322577"/>
                  </a:lnTo>
                  <a:lnTo>
                    <a:pt x="694255" y="1340646"/>
                  </a:lnTo>
                  <a:lnTo>
                    <a:pt x="680904" y="1358686"/>
                  </a:lnTo>
                  <a:lnTo>
                    <a:pt x="667553" y="1376690"/>
                  </a:lnTo>
                  <a:lnTo>
                    <a:pt x="654202" y="1394650"/>
                  </a:lnTo>
                  <a:lnTo>
                    <a:pt x="640851" y="1412558"/>
                  </a:lnTo>
                  <a:lnTo>
                    <a:pt x="627500" y="1430409"/>
                  </a:lnTo>
                  <a:lnTo>
                    <a:pt x="614149" y="1448195"/>
                  </a:lnTo>
                  <a:lnTo>
                    <a:pt x="600798" y="1465909"/>
                  </a:lnTo>
                  <a:lnTo>
                    <a:pt x="587446" y="1483545"/>
                  </a:lnTo>
                  <a:lnTo>
                    <a:pt x="574095" y="1501097"/>
                  </a:lnTo>
                  <a:lnTo>
                    <a:pt x="560744" y="1518559"/>
                  </a:lnTo>
                  <a:lnTo>
                    <a:pt x="547393" y="1535926"/>
                  </a:lnTo>
                  <a:lnTo>
                    <a:pt x="534042" y="1553191"/>
                  </a:lnTo>
                  <a:lnTo>
                    <a:pt x="520691" y="1570350"/>
                  </a:lnTo>
                  <a:lnTo>
                    <a:pt x="507340" y="1587398"/>
                  </a:lnTo>
                  <a:lnTo>
                    <a:pt x="493989" y="1604329"/>
                  </a:lnTo>
                  <a:lnTo>
                    <a:pt x="480638" y="1621140"/>
                  </a:lnTo>
                  <a:lnTo>
                    <a:pt x="467287" y="1637827"/>
                  </a:lnTo>
                  <a:lnTo>
                    <a:pt x="453936" y="1654384"/>
                  </a:lnTo>
                  <a:lnTo>
                    <a:pt x="440585" y="1670808"/>
                  </a:lnTo>
                  <a:lnTo>
                    <a:pt x="427234" y="1687096"/>
                  </a:lnTo>
                  <a:lnTo>
                    <a:pt x="413883" y="1703244"/>
                  </a:lnTo>
                  <a:lnTo>
                    <a:pt x="400532" y="1719250"/>
                  </a:lnTo>
                  <a:lnTo>
                    <a:pt x="387180" y="1735112"/>
                  </a:lnTo>
                  <a:lnTo>
                    <a:pt x="373829" y="1750829"/>
                  </a:lnTo>
                  <a:lnTo>
                    <a:pt x="360478" y="1766403"/>
                  </a:lnTo>
                  <a:lnTo>
                    <a:pt x="347127" y="1781834"/>
                  </a:lnTo>
                  <a:lnTo>
                    <a:pt x="333776" y="1797120"/>
                  </a:lnTo>
                  <a:lnTo>
                    <a:pt x="320425" y="1812263"/>
                  </a:lnTo>
                  <a:lnTo>
                    <a:pt x="307074" y="1827263"/>
                  </a:lnTo>
                  <a:lnTo>
                    <a:pt x="293723" y="1842120"/>
                  </a:lnTo>
                  <a:lnTo>
                    <a:pt x="280372" y="1856834"/>
                  </a:lnTo>
                  <a:lnTo>
                    <a:pt x="267021" y="1871407"/>
                  </a:lnTo>
                  <a:lnTo>
                    <a:pt x="253670" y="1885839"/>
                  </a:lnTo>
                  <a:lnTo>
                    <a:pt x="240319" y="1900130"/>
                  </a:lnTo>
                  <a:lnTo>
                    <a:pt x="226968" y="1914281"/>
                  </a:lnTo>
                  <a:lnTo>
                    <a:pt x="213617" y="1928293"/>
                  </a:lnTo>
                  <a:lnTo>
                    <a:pt x="200266" y="1942167"/>
                  </a:lnTo>
                  <a:lnTo>
                    <a:pt x="186914" y="1955903"/>
                  </a:lnTo>
                  <a:lnTo>
                    <a:pt x="173563" y="1969502"/>
                  </a:lnTo>
                  <a:lnTo>
                    <a:pt x="160212" y="1982966"/>
                  </a:lnTo>
                  <a:lnTo>
                    <a:pt x="146861" y="1996295"/>
                  </a:lnTo>
                  <a:lnTo>
                    <a:pt x="133510" y="2009490"/>
                  </a:lnTo>
                  <a:lnTo>
                    <a:pt x="120159" y="2022551"/>
                  </a:lnTo>
                  <a:lnTo>
                    <a:pt x="106808" y="2035481"/>
                  </a:lnTo>
                  <a:lnTo>
                    <a:pt x="93457" y="2048279"/>
                  </a:lnTo>
                  <a:lnTo>
                    <a:pt x="80106" y="2060948"/>
                  </a:lnTo>
                  <a:lnTo>
                    <a:pt x="66755" y="2073487"/>
                  </a:lnTo>
                  <a:lnTo>
                    <a:pt x="53404" y="2085898"/>
                  </a:lnTo>
                  <a:lnTo>
                    <a:pt x="40053" y="2098182"/>
                  </a:lnTo>
                  <a:lnTo>
                    <a:pt x="26702" y="2110340"/>
                  </a:lnTo>
                  <a:lnTo>
                    <a:pt x="13351" y="2122373"/>
                  </a:lnTo>
                  <a:lnTo>
                    <a:pt x="0" y="2134282"/>
                  </a:lnTo>
                  <a:lnTo>
                    <a:pt x="0" y="2134282"/>
                  </a:lnTo>
                  <a:lnTo>
                    <a:pt x="0" y="21342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1407" y="3930544"/>
              <a:ext cx="3991969" cy="1690499"/>
            </a:xfrm>
            <a:custGeom>
              <a:avLst/>
              <a:pathLst>
                <a:path w="3991969" h="1690499">
                  <a:moveTo>
                    <a:pt x="0" y="1690499"/>
                  </a:moveTo>
                  <a:lnTo>
                    <a:pt x="13351" y="1681922"/>
                  </a:lnTo>
                  <a:lnTo>
                    <a:pt x="26702" y="1673304"/>
                  </a:lnTo>
                  <a:lnTo>
                    <a:pt x="40053" y="1664645"/>
                  </a:lnTo>
                  <a:lnTo>
                    <a:pt x="53404" y="1655946"/>
                  </a:lnTo>
                  <a:lnTo>
                    <a:pt x="66755" y="1647205"/>
                  </a:lnTo>
                  <a:lnTo>
                    <a:pt x="80106" y="1638424"/>
                  </a:lnTo>
                  <a:lnTo>
                    <a:pt x="93457" y="1629601"/>
                  </a:lnTo>
                  <a:lnTo>
                    <a:pt x="106808" y="1620736"/>
                  </a:lnTo>
                  <a:lnTo>
                    <a:pt x="120159" y="1611830"/>
                  </a:lnTo>
                  <a:lnTo>
                    <a:pt x="133510" y="1602881"/>
                  </a:lnTo>
                  <a:lnTo>
                    <a:pt x="146861" y="1593891"/>
                  </a:lnTo>
                  <a:lnTo>
                    <a:pt x="160212" y="1584858"/>
                  </a:lnTo>
                  <a:lnTo>
                    <a:pt x="173563" y="1575783"/>
                  </a:lnTo>
                  <a:lnTo>
                    <a:pt x="186914" y="1566665"/>
                  </a:lnTo>
                  <a:lnTo>
                    <a:pt x="200266" y="1557504"/>
                  </a:lnTo>
                  <a:lnTo>
                    <a:pt x="213617" y="1548299"/>
                  </a:lnTo>
                  <a:lnTo>
                    <a:pt x="226968" y="1539052"/>
                  </a:lnTo>
                  <a:lnTo>
                    <a:pt x="240319" y="1529760"/>
                  </a:lnTo>
                  <a:lnTo>
                    <a:pt x="253670" y="1520425"/>
                  </a:lnTo>
                  <a:lnTo>
                    <a:pt x="267021" y="1511046"/>
                  </a:lnTo>
                  <a:lnTo>
                    <a:pt x="280372" y="1501623"/>
                  </a:lnTo>
                  <a:lnTo>
                    <a:pt x="293723" y="1492155"/>
                  </a:lnTo>
                  <a:lnTo>
                    <a:pt x="307074" y="1482643"/>
                  </a:lnTo>
                  <a:lnTo>
                    <a:pt x="320425" y="1473086"/>
                  </a:lnTo>
                  <a:lnTo>
                    <a:pt x="333776" y="1463484"/>
                  </a:lnTo>
                  <a:lnTo>
                    <a:pt x="347127" y="1453837"/>
                  </a:lnTo>
                  <a:lnTo>
                    <a:pt x="360478" y="1444144"/>
                  </a:lnTo>
                  <a:lnTo>
                    <a:pt x="373829" y="1434405"/>
                  </a:lnTo>
                  <a:lnTo>
                    <a:pt x="387180" y="1424621"/>
                  </a:lnTo>
                  <a:lnTo>
                    <a:pt x="400532" y="1414790"/>
                  </a:lnTo>
                  <a:lnTo>
                    <a:pt x="413883" y="1404914"/>
                  </a:lnTo>
                  <a:lnTo>
                    <a:pt x="427234" y="1394990"/>
                  </a:lnTo>
                  <a:lnTo>
                    <a:pt x="440585" y="1385020"/>
                  </a:lnTo>
                  <a:lnTo>
                    <a:pt x="453936" y="1375004"/>
                  </a:lnTo>
                  <a:lnTo>
                    <a:pt x="467287" y="1364940"/>
                  </a:lnTo>
                  <a:lnTo>
                    <a:pt x="480638" y="1354830"/>
                  </a:lnTo>
                  <a:lnTo>
                    <a:pt x="493989" y="1344673"/>
                  </a:lnTo>
                  <a:lnTo>
                    <a:pt x="507340" y="1334469"/>
                  </a:lnTo>
                  <a:lnTo>
                    <a:pt x="520691" y="1324218"/>
                  </a:lnTo>
                  <a:lnTo>
                    <a:pt x="534042" y="1313920"/>
                  </a:lnTo>
                  <a:lnTo>
                    <a:pt x="547393" y="1303575"/>
                  </a:lnTo>
                  <a:lnTo>
                    <a:pt x="560744" y="1293183"/>
                  </a:lnTo>
                  <a:lnTo>
                    <a:pt x="574095" y="1282744"/>
                  </a:lnTo>
                  <a:lnTo>
                    <a:pt x="587446" y="1272257"/>
                  </a:lnTo>
                  <a:lnTo>
                    <a:pt x="600798" y="1261723"/>
                  </a:lnTo>
                  <a:lnTo>
                    <a:pt x="614149" y="1251142"/>
                  </a:lnTo>
                  <a:lnTo>
                    <a:pt x="627500" y="1240514"/>
                  </a:lnTo>
                  <a:lnTo>
                    <a:pt x="640851" y="1229838"/>
                  </a:lnTo>
                  <a:lnTo>
                    <a:pt x="654202" y="1219115"/>
                  </a:lnTo>
                  <a:lnTo>
                    <a:pt x="667553" y="1208344"/>
                  </a:lnTo>
                  <a:lnTo>
                    <a:pt x="680904" y="1197526"/>
                  </a:lnTo>
                  <a:lnTo>
                    <a:pt x="694255" y="1186660"/>
                  </a:lnTo>
                  <a:lnTo>
                    <a:pt x="707606" y="1175747"/>
                  </a:lnTo>
                  <a:lnTo>
                    <a:pt x="720957" y="1164786"/>
                  </a:lnTo>
                  <a:lnTo>
                    <a:pt x="734308" y="1153777"/>
                  </a:lnTo>
                  <a:lnTo>
                    <a:pt x="747659" y="1142721"/>
                  </a:lnTo>
                  <a:lnTo>
                    <a:pt x="761010" y="1131618"/>
                  </a:lnTo>
                  <a:lnTo>
                    <a:pt x="774361" y="1120467"/>
                  </a:lnTo>
                  <a:lnTo>
                    <a:pt x="787712" y="1109268"/>
                  </a:lnTo>
                  <a:lnTo>
                    <a:pt x="801064" y="1098021"/>
                  </a:lnTo>
                  <a:lnTo>
                    <a:pt x="814415" y="1086727"/>
                  </a:lnTo>
                  <a:lnTo>
                    <a:pt x="827766" y="1075385"/>
                  </a:lnTo>
                  <a:lnTo>
                    <a:pt x="841117" y="1063996"/>
                  </a:lnTo>
                  <a:lnTo>
                    <a:pt x="854468" y="1052558"/>
                  </a:lnTo>
                  <a:lnTo>
                    <a:pt x="867819" y="1041074"/>
                  </a:lnTo>
                  <a:lnTo>
                    <a:pt x="881170" y="1029541"/>
                  </a:lnTo>
                  <a:lnTo>
                    <a:pt x="894521" y="1017961"/>
                  </a:lnTo>
                  <a:lnTo>
                    <a:pt x="907872" y="1006333"/>
                  </a:lnTo>
                  <a:lnTo>
                    <a:pt x="921223" y="994658"/>
                  </a:lnTo>
                  <a:lnTo>
                    <a:pt x="934574" y="982935"/>
                  </a:lnTo>
                  <a:lnTo>
                    <a:pt x="947925" y="971165"/>
                  </a:lnTo>
                  <a:lnTo>
                    <a:pt x="961276" y="959347"/>
                  </a:lnTo>
                  <a:lnTo>
                    <a:pt x="974627" y="947481"/>
                  </a:lnTo>
                  <a:lnTo>
                    <a:pt x="987978" y="935568"/>
                  </a:lnTo>
                  <a:lnTo>
                    <a:pt x="1001330" y="923608"/>
                  </a:lnTo>
                  <a:lnTo>
                    <a:pt x="1014681" y="911600"/>
                  </a:lnTo>
                  <a:lnTo>
                    <a:pt x="1028032" y="899545"/>
                  </a:lnTo>
                  <a:lnTo>
                    <a:pt x="1041383" y="887443"/>
                  </a:lnTo>
                  <a:lnTo>
                    <a:pt x="1054734" y="875293"/>
                  </a:lnTo>
                  <a:lnTo>
                    <a:pt x="1068085" y="863097"/>
                  </a:lnTo>
                  <a:lnTo>
                    <a:pt x="1081436" y="850853"/>
                  </a:lnTo>
                  <a:lnTo>
                    <a:pt x="1094787" y="838562"/>
                  </a:lnTo>
                  <a:lnTo>
                    <a:pt x="1108138" y="826223"/>
                  </a:lnTo>
                  <a:lnTo>
                    <a:pt x="1121489" y="813838"/>
                  </a:lnTo>
                  <a:lnTo>
                    <a:pt x="1134840" y="801406"/>
                  </a:lnTo>
                  <a:lnTo>
                    <a:pt x="1148191" y="788928"/>
                  </a:lnTo>
                  <a:lnTo>
                    <a:pt x="1161542" y="776402"/>
                  </a:lnTo>
                  <a:lnTo>
                    <a:pt x="1174893" y="763830"/>
                  </a:lnTo>
                  <a:lnTo>
                    <a:pt x="1188244" y="751211"/>
                  </a:lnTo>
                  <a:lnTo>
                    <a:pt x="1201596" y="738546"/>
                  </a:lnTo>
                  <a:lnTo>
                    <a:pt x="1214947" y="725834"/>
                  </a:lnTo>
                  <a:lnTo>
                    <a:pt x="1228298" y="713076"/>
                  </a:lnTo>
                  <a:lnTo>
                    <a:pt x="1241649" y="700272"/>
                  </a:lnTo>
                  <a:lnTo>
                    <a:pt x="1255000" y="687422"/>
                  </a:lnTo>
                  <a:lnTo>
                    <a:pt x="1268351" y="674525"/>
                  </a:lnTo>
                  <a:lnTo>
                    <a:pt x="1281702" y="661583"/>
                  </a:lnTo>
                  <a:lnTo>
                    <a:pt x="1295053" y="648595"/>
                  </a:lnTo>
                  <a:lnTo>
                    <a:pt x="1308404" y="635561"/>
                  </a:lnTo>
                  <a:lnTo>
                    <a:pt x="1321755" y="622482"/>
                  </a:lnTo>
                  <a:lnTo>
                    <a:pt x="1335106" y="609358"/>
                  </a:lnTo>
                  <a:lnTo>
                    <a:pt x="1348457" y="596188"/>
                  </a:lnTo>
                  <a:lnTo>
                    <a:pt x="1361808" y="582977"/>
                  </a:lnTo>
                  <a:lnTo>
                    <a:pt x="1375159" y="569732"/>
                  </a:lnTo>
                  <a:lnTo>
                    <a:pt x="1388510" y="556458"/>
                  </a:lnTo>
                  <a:lnTo>
                    <a:pt x="1401862" y="543162"/>
                  </a:lnTo>
                  <a:lnTo>
                    <a:pt x="1415213" y="529851"/>
                  </a:lnTo>
                  <a:lnTo>
                    <a:pt x="1428564" y="516531"/>
                  </a:lnTo>
                  <a:lnTo>
                    <a:pt x="1441915" y="503208"/>
                  </a:lnTo>
                  <a:lnTo>
                    <a:pt x="1455266" y="489890"/>
                  </a:lnTo>
                  <a:lnTo>
                    <a:pt x="1468617" y="476583"/>
                  </a:lnTo>
                  <a:lnTo>
                    <a:pt x="1481968" y="463295"/>
                  </a:lnTo>
                  <a:lnTo>
                    <a:pt x="1495319" y="450033"/>
                  </a:lnTo>
                  <a:lnTo>
                    <a:pt x="1508670" y="436804"/>
                  </a:lnTo>
                  <a:lnTo>
                    <a:pt x="1522021" y="423616"/>
                  </a:lnTo>
                  <a:lnTo>
                    <a:pt x="1535372" y="410475"/>
                  </a:lnTo>
                  <a:lnTo>
                    <a:pt x="1548723" y="397391"/>
                  </a:lnTo>
                  <a:lnTo>
                    <a:pt x="1562074" y="384369"/>
                  </a:lnTo>
                  <a:lnTo>
                    <a:pt x="1575425" y="371419"/>
                  </a:lnTo>
                  <a:lnTo>
                    <a:pt x="1588776" y="358549"/>
                  </a:lnTo>
                  <a:lnTo>
                    <a:pt x="1602128" y="345765"/>
                  </a:lnTo>
                  <a:lnTo>
                    <a:pt x="1615479" y="333077"/>
                  </a:lnTo>
                  <a:lnTo>
                    <a:pt x="1628830" y="320493"/>
                  </a:lnTo>
                  <a:lnTo>
                    <a:pt x="1642181" y="308021"/>
                  </a:lnTo>
                  <a:lnTo>
                    <a:pt x="1655532" y="295669"/>
                  </a:lnTo>
                  <a:lnTo>
                    <a:pt x="1668883" y="283447"/>
                  </a:lnTo>
                  <a:lnTo>
                    <a:pt x="1682234" y="271362"/>
                  </a:lnTo>
                  <a:lnTo>
                    <a:pt x="1695585" y="259424"/>
                  </a:lnTo>
                  <a:lnTo>
                    <a:pt x="1708936" y="247641"/>
                  </a:lnTo>
                  <a:lnTo>
                    <a:pt x="1722287" y="236022"/>
                  </a:lnTo>
                  <a:lnTo>
                    <a:pt x="1735638" y="224576"/>
                  </a:lnTo>
                  <a:lnTo>
                    <a:pt x="1748989" y="213312"/>
                  </a:lnTo>
                  <a:lnTo>
                    <a:pt x="1762340" y="202240"/>
                  </a:lnTo>
                  <a:lnTo>
                    <a:pt x="1775691" y="191368"/>
                  </a:lnTo>
                  <a:lnTo>
                    <a:pt x="1789042" y="180706"/>
                  </a:lnTo>
                  <a:lnTo>
                    <a:pt x="1802394" y="170262"/>
                  </a:lnTo>
                  <a:lnTo>
                    <a:pt x="1815745" y="160047"/>
                  </a:lnTo>
                  <a:lnTo>
                    <a:pt x="1829096" y="150069"/>
                  </a:lnTo>
                  <a:lnTo>
                    <a:pt x="1842447" y="140339"/>
                  </a:lnTo>
                  <a:lnTo>
                    <a:pt x="1855798" y="130864"/>
                  </a:lnTo>
                  <a:lnTo>
                    <a:pt x="1869149" y="121655"/>
                  </a:lnTo>
                  <a:lnTo>
                    <a:pt x="1882500" y="112722"/>
                  </a:lnTo>
                  <a:lnTo>
                    <a:pt x="1895851" y="104073"/>
                  </a:lnTo>
                  <a:lnTo>
                    <a:pt x="1909202" y="95719"/>
                  </a:lnTo>
                  <a:lnTo>
                    <a:pt x="1922553" y="87668"/>
                  </a:lnTo>
                  <a:lnTo>
                    <a:pt x="1935904" y="79930"/>
                  </a:lnTo>
                  <a:lnTo>
                    <a:pt x="1949255" y="72515"/>
                  </a:lnTo>
                  <a:lnTo>
                    <a:pt x="1962606" y="65431"/>
                  </a:lnTo>
                  <a:lnTo>
                    <a:pt x="1975957" y="58689"/>
                  </a:lnTo>
                  <a:lnTo>
                    <a:pt x="1989309" y="52298"/>
                  </a:lnTo>
                  <a:lnTo>
                    <a:pt x="2002660" y="46266"/>
                  </a:lnTo>
                  <a:lnTo>
                    <a:pt x="2016011" y="40604"/>
                  </a:lnTo>
                  <a:lnTo>
                    <a:pt x="2029362" y="35319"/>
                  </a:lnTo>
                  <a:lnTo>
                    <a:pt x="2042713" y="30417"/>
                  </a:lnTo>
                  <a:lnTo>
                    <a:pt x="2056064" y="25893"/>
                  </a:lnTo>
                  <a:lnTo>
                    <a:pt x="2069415" y="21747"/>
                  </a:lnTo>
                  <a:lnTo>
                    <a:pt x="2082766" y="17973"/>
                  </a:lnTo>
                  <a:lnTo>
                    <a:pt x="2096117" y="14570"/>
                  </a:lnTo>
                  <a:lnTo>
                    <a:pt x="2109468" y="11533"/>
                  </a:lnTo>
                  <a:lnTo>
                    <a:pt x="2122819" y="8860"/>
                  </a:lnTo>
                  <a:lnTo>
                    <a:pt x="2136170" y="6546"/>
                  </a:lnTo>
                  <a:lnTo>
                    <a:pt x="2149521" y="4588"/>
                  </a:lnTo>
                  <a:lnTo>
                    <a:pt x="2162872" y="2983"/>
                  </a:lnTo>
                  <a:lnTo>
                    <a:pt x="2176223" y="1725"/>
                  </a:lnTo>
                  <a:lnTo>
                    <a:pt x="2189575" y="811"/>
                  </a:lnTo>
                  <a:lnTo>
                    <a:pt x="2202926" y="238"/>
                  </a:lnTo>
                  <a:lnTo>
                    <a:pt x="2216277" y="0"/>
                  </a:lnTo>
                  <a:lnTo>
                    <a:pt x="2229628" y="92"/>
                  </a:lnTo>
                  <a:lnTo>
                    <a:pt x="2242979" y="512"/>
                  </a:lnTo>
                  <a:lnTo>
                    <a:pt x="2256330" y="1254"/>
                  </a:lnTo>
                  <a:lnTo>
                    <a:pt x="2269681" y="2313"/>
                  </a:lnTo>
                  <a:lnTo>
                    <a:pt x="2283032" y="3685"/>
                  </a:lnTo>
                  <a:lnTo>
                    <a:pt x="2296383" y="5365"/>
                  </a:lnTo>
                  <a:lnTo>
                    <a:pt x="2309734" y="7347"/>
                  </a:lnTo>
                  <a:lnTo>
                    <a:pt x="2323085" y="9628"/>
                  </a:lnTo>
                  <a:lnTo>
                    <a:pt x="2336436" y="12202"/>
                  </a:lnTo>
                  <a:lnTo>
                    <a:pt x="2349787" y="15063"/>
                  </a:lnTo>
                  <a:lnTo>
                    <a:pt x="2363138" y="18208"/>
                  </a:lnTo>
                  <a:lnTo>
                    <a:pt x="2376489" y="21630"/>
                  </a:lnTo>
                  <a:lnTo>
                    <a:pt x="2389841" y="25324"/>
                  </a:lnTo>
                  <a:lnTo>
                    <a:pt x="2403192" y="29286"/>
                  </a:lnTo>
                  <a:lnTo>
                    <a:pt x="2416543" y="33509"/>
                  </a:lnTo>
                  <a:lnTo>
                    <a:pt x="2429894" y="37988"/>
                  </a:lnTo>
                  <a:lnTo>
                    <a:pt x="2443245" y="42718"/>
                  </a:lnTo>
                  <a:lnTo>
                    <a:pt x="2456596" y="47694"/>
                  </a:lnTo>
                  <a:lnTo>
                    <a:pt x="2469947" y="52910"/>
                  </a:lnTo>
                  <a:lnTo>
                    <a:pt x="2483298" y="58360"/>
                  </a:lnTo>
                  <a:lnTo>
                    <a:pt x="2496649" y="64039"/>
                  </a:lnTo>
                  <a:lnTo>
                    <a:pt x="2510000" y="69942"/>
                  </a:lnTo>
                  <a:lnTo>
                    <a:pt x="2523351" y="76063"/>
                  </a:lnTo>
                  <a:lnTo>
                    <a:pt x="2536702" y="82396"/>
                  </a:lnTo>
                  <a:lnTo>
                    <a:pt x="2550053" y="88936"/>
                  </a:lnTo>
                  <a:lnTo>
                    <a:pt x="2563404" y="95677"/>
                  </a:lnTo>
                  <a:lnTo>
                    <a:pt x="2576755" y="102614"/>
                  </a:lnTo>
                  <a:lnTo>
                    <a:pt x="2590107" y="109741"/>
                  </a:lnTo>
                  <a:lnTo>
                    <a:pt x="2603458" y="117053"/>
                  </a:lnTo>
                  <a:lnTo>
                    <a:pt x="2616809" y="124543"/>
                  </a:lnTo>
                  <a:lnTo>
                    <a:pt x="2630160" y="132208"/>
                  </a:lnTo>
                  <a:lnTo>
                    <a:pt x="2643511" y="140040"/>
                  </a:lnTo>
                  <a:lnTo>
                    <a:pt x="2656862" y="148034"/>
                  </a:lnTo>
                  <a:lnTo>
                    <a:pt x="2670213" y="156185"/>
                  </a:lnTo>
                  <a:lnTo>
                    <a:pt x="2683564" y="164488"/>
                  </a:lnTo>
                  <a:lnTo>
                    <a:pt x="2696915" y="172937"/>
                  </a:lnTo>
                  <a:lnTo>
                    <a:pt x="2710266" y="181526"/>
                  </a:lnTo>
                  <a:lnTo>
                    <a:pt x="2723617" y="190251"/>
                  </a:lnTo>
                  <a:lnTo>
                    <a:pt x="2736968" y="199105"/>
                  </a:lnTo>
                  <a:lnTo>
                    <a:pt x="2750319" y="208083"/>
                  </a:lnTo>
                  <a:lnTo>
                    <a:pt x="2763670" y="217181"/>
                  </a:lnTo>
                  <a:lnTo>
                    <a:pt x="2777021" y="226392"/>
                  </a:lnTo>
                  <a:lnTo>
                    <a:pt x="2790373" y="235712"/>
                  </a:lnTo>
                  <a:lnTo>
                    <a:pt x="2803724" y="245135"/>
                  </a:lnTo>
                  <a:lnTo>
                    <a:pt x="2817075" y="254657"/>
                  </a:lnTo>
                  <a:lnTo>
                    <a:pt x="2830426" y="264271"/>
                  </a:lnTo>
                  <a:lnTo>
                    <a:pt x="2843777" y="273973"/>
                  </a:lnTo>
                  <a:lnTo>
                    <a:pt x="2857128" y="283758"/>
                  </a:lnTo>
                  <a:lnTo>
                    <a:pt x="2870479" y="293621"/>
                  </a:lnTo>
                  <a:lnTo>
                    <a:pt x="2883830" y="303556"/>
                  </a:lnTo>
                  <a:lnTo>
                    <a:pt x="2897181" y="313560"/>
                  </a:lnTo>
                  <a:lnTo>
                    <a:pt x="2910532" y="323626"/>
                  </a:lnTo>
                  <a:lnTo>
                    <a:pt x="2923883" y="333751"/>
                  </a:lnTo>
                  <a:lnTo>
                    <a:pt x="2937234" y="343929"/>
                  </a:lnTo>
                  <a:lnTo>
                    <a:pt x="2950585" y="354156"/>
                  </a:lnTo>
                  <a:lnTo>
                    <a:pt x="2963936" y="364427"/>
                  </a:lnTo>
                  <a:lnTo>
                    <a:pt x="2977287" y="374738"/>
                  </a:lnTo>
                  <a:lnTo>
                    <a:pt x="2990639" y="385083"/>
                  </a:lnTo>
                  <a:lnTo>
                    <a:pt x="3003990" y="395459"/>
                  </a:lnTo>
                  <a:lnTo>
                    <a:pt x="3017341" y="405860"/>
                  </a:lnTo>
                  <a:lnTo>
                    <a:pt x="3030692" y="416283"/>
                  </a:lnTo>
                  <a:lnTo>
                    <a:pt x="3044043" y="426723"/>
                  </a:lnTo>
                  <a:lnTo>
                    <a:pt x="3057394" y="437175"/>
                  </a:lnTo>
                  <a:lnTo>
                    <a:pt x="3070745" y="447636"/>
                  </a:lnTo>
                  <a:lnTo>
                    <a:pt x="3084096" y="458102"/>
                  </a:lnTo>
                  <a:lnTo>
                    <a:pt x="3097447" y="468567"/>
                  </a:lnTo>
                  <a:lnTo>
                    <a:pt x="3110798" y="479029"/>
                  </a:lnTo>
                  <a:lnTo>
                    <a:pt x="3124149" y="489482"/>
                  </a:lnTo>
                  <a:lnTo>
                    <a:pt x="3137500" y="499924"/>
                  </a:lnTo>
                  <a:lnTo>
                    <a:pt x="3150851" y="510349"/>
                  </a:lnTo>
                  <a:lnTo>
                    <a:pt x="3164202" y="520755"/>
                  </a:lnTo>
                  <a:lnTo>
                    <a:pt x="3177553" y="531137"/>
                  </a:lnTo>
                  <a:lnTo>
                    <a:pt x="3190905" y="541492"/>
                  </a:lnTo>
                  <a:lnTo>
                    <a:pt x="3204256" y="551816"/>
                  </a:lnTo>
                  <a:lnTo>
                    <a:pt x="3217607" y="562105"/>
                  </a:lnTo>
                  <a:lnTo>
                    <a:pt x="3230958" y="572358"/>
                  </a:lnTo>
                  <a:lnTo>
                    <a:pt x="3244309" y="582575"/>
                  </a:lnTo>
                  <a:lnTo>
                    <a:pt x="3257660" y="592758"/>
                  </a:lnTo>
                  <a:lnTo>
                    <a:pt x="3271011" y="602904"/>
                  </a:lnTo>
                  <a:lnTo>
                    <a:pt x="3284362" y="613016"/>
                  </a:lnTo>
                  <a:lnTo>
                    <a:pt x="3297713" y="623092"/>
                  </a:lnTo>
                  <a:lnTo>
                    <a:pt x="3311064" y="633133"/>
                  </a:lnTo>
                  <a:lnTo>
                    <a:pt x="3324415" y="643139"/>
                  </a:lnTo>
                  <a:lnTo>
                    <a:pt x="3337766" y="653111"/>
                  </a:lnTo>
                  <a:lnTo>
                    <a:pt x="3351117" y="663047"/>
                  </a:lnTo>
                  <a:lnTo>
                    <a:pt x="3364468" y="672950"/>
                  </a:lnTo>
                  <a:lnTo>
                    <a:pt x="3377819" y="682817"/>
                  </a:lnTo>
                  <a:lnTo>
                    <a:pt x="3391171" y="692651"/>
                  </a:lnTo>
                  <a:lnTo>
                    <a:pt x="3404522" y="702450"/>
                  </a:lnTo>
                  <a:lnTo>
                    <a:pt x="3417873" y="712215"/>
                  </a:lnTo>
                  <a:lnTo>
                    <a:pt x="3431224" y="721947"/>
                  </a:lnTo>
                  <a:lnTo>
                    <a:pt x="3444575" y="731644"/>
                  </a:lnTo>
                  <a:lnTo>
                    <a:pt x="3457926" y="741308"/>
                  </a:lnTo>
                  <a:lnTo>
                    <a:pt x="3471277" y="750938"/>
                  </a:lnTo>
                  <a:lnTo>
                    <a:pt x="3484628" y="760534"/>
                  </a:lnTo>
                  <a:lnTo>
                    <a:pt x="3497979" y="770098"/>
                  </a:lnTo>
                  <a:lnTo>
                    <a:pt x="3511330" y="779628"/>
                  </a:lnTo>
                  <a:lnTo>
                    <a:pt x="3524681" y="789124"/>
                  </a:lnTo>
                  <a:lnTo>
                    <a:pt x="3538032" y="798588"/>
                  </a:lnTo>
                  <a:lnTo>
                    <a:pt x="3551383" y="808019"/>
                  </a:lnTo>
                  <a:lnTo>
                    <a:pt x="3564734" y="817417"/>
                  </a:lnTo>
                  <a:lnTo>
                    <a:pt x="3578085" y="826783"/>
                  </a:lnTo>
                  <a:lnTo>
                    <a:pt x="3591437" y="836115"/>
                  </a:lnTo>
                  <a:lnTo>
                    <a:pt x="3604788" y="845416"/>
                  </a:lnTo>
                  <a:lnTo>
                    <a:pt x="3618139" y="854684"/>
                  </a:lnTo>
                  <a:lnTo>
                    <a:pt x="3631490" y="863920"/>
                  </a:lnTo>
                  <a:lnTo>
                    <a:pt x="3644841" y="873124"/>
                  </a:lnTo>
                  <a:lnTo>
                    <a:pt x="3658192" y="882295"/>
                  </a:lnTo>
                  <a:lnTo>
                    <a:pt x="3671543" y="891435"/>
                  </a:lnTo>
                  <a:lnTo>
                    <a:pt x="3684894" y="900543"/>
                  </a:lnTo>
                  <a:lnTo>
                    <a:pt x="3698245" y="909619"/>
                  </a:lnTo>
                  <a:lnTo>
                    <a:pt x="3711596" y="918664"/>
                  </a:lnTo>
                  <a:lnTo>
                    <a:pt x="3724947" y="927678"/>
                  </a:lnTo>
                  <a:lnTo>
                    <a:pt x="3738298" y="936660"/>
                  </a:lnTo>
                  <a:lnTo>
                    <a:pt x="3751649" y="945610"/>
                  </a:lnTo>
                  <a:lnTo>
                    <a:pt x="3765000" y="954530"/>
                  </a:lnTo>
                  <a:lnTo>
                    <a:pt x="3778352" y="963419"/>
                  </a:lnTo>
                  <a:lnTo>
                    <a:pt x="3791703" y="972276"/>
                  </a:lnTo>
                  <a:lnTo>
                    <a:pt x="3805054" y="981103"/>
                  </a:lnTo>
                  <a:lnTo>
                    <a:pt x="3818405" y="989900"/>
                  </a:lnTo>
                  <a:lnTo>
                    <a:pt x="3831756" y="998665"/>
                  </a:lnTo>
                  <a:lnTo>
                    <a:pt x="3845107" y="1007400"/>
                  </a:lnTo>
                  <a:lnTo>
                    <a:pt x="3858458" y="1016105"/>
                  </a:lnTo>
                  <a:lnTo>
                    <a:pt x="3871809" y="1024780"/>
                  </a:lnTo>
                  <a:lnTo>
                    <a:pt x="3885160" y="1033424"/>
                  </a:lnTo>
                  <a:lnTo>
                    <a:pt x="3898511" y="1042038"/>
                  </a:lnTo>
                  <a:lnTo>
                    <a:pt x="3911862" y="1050623"/>
                  </a:lnTo>
                  <a:lnTo>
                    <a:pt x="3925213" y="1059177"/>
                  </a:lnTo>
                  <a:lnTo>
                    <a:pt x="3938564" y="1067702"/>
                  </a:lnTo>
                  <a:lnTo>
                    <a:pt x="3951915" y="1076197"/>
                  </a:lnTo>
                  <a:lnTo>
                    <a:pt x="3965266" y="1084663"/>
                  </a:lnTo>
                  <a:lnTo>
                    <a:pt x="3978618" y="1093099"/>
                  </a:lnTo>
                  <a:lnTo>
                    <a:pt x="3991969" y="1101506"/>
                  </a:lnTo>
                  <a:lnTo>
                    <a:pt x="3991969" y="1101506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41407" y="421061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41407" y="3498589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401109" y="6101950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401109" y="5455823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0.6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401109" y="4809697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401109" y="4163570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401109" y="351744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08" name="pl108"/>
            <p:cNvSpPr/>
            <p:nvPr/>
          </p:nvSpPr>
          <p:spPr>
            <a:xfrm>
              <a:off x="606613" y="61489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06613" y="55028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06613" y="48567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06613" y="42106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06613" y="35644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454351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51228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570221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62815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1365517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42345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481387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53932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2494197" y="6562733"/>
              <a:ext cx="28639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</a:t>
              </a:r>
            </a:p>
          </p:txBody>
        </p:sp>
        <p:sp>
          <p:nvSpPr>
            <p:cNvPr id="122" name="rc122"/>
            <p:cNvSpPr/>
            <p:nvPr/>
          </p:nvSpPr>
          <p:spPr>
            <a:xfrm>
              <a:off x="5012852" y="3498589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12852" y="6204057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012852" y="547960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012852" y="475515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012852" y="403070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303245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47019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637143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80409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012852" y="584183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012852" y="511737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012852" y="4392928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012852" y="3668477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88672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705366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220618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5012852" y="3498589"/>
              <a:ext cx="3991969" cy="2841995"/>
            </a:xfrm>
            <a:custGeom>
              <a:avLst/>
              <a:pathLst>
                <a:path w="3991969" h="2841995">
                  <a:moveTo>
                    <a:pt x="0" y="2349569"/>
                  </a:moveTo>
                  <a:lnTo>
                    <a:pt x="13351" y="2341337"/>
                  </a:lnTo>
                  <a:lnTo>
                    <a:pt x="26702" y="2333007"/>
                  </a:lnTo>
                  <a:lnTo>
                    <a:pt x="40053" y="2324578"/>
                  </a:lnTo>
                  <a:lnTo>
                    <a:pt x="53404" y="2316049"/>
                  </a:lnTo>
                  <a:lnTo>
                    <a:pt x="66755" y="2307419"/>
                  </a:lnTo>
                  <a:lnTo>
                    <a:pt x="80106" y="2298686"/>
                  </a:lnTo>
                  <a:lnTo>
                    <a:pt x="93457" y="2289849"/>
                  </a:lnTo>
                  <a:lnTo>
                    <a:pt x="106808" y="2280906"/>
                  </a:lnTo>
                  <a:lnTo>
                    <a:pt x="120159" y="2271856"/>
                  </a:lnTo>
                  <a:lnTo>
                    <a:pt x="133510" y="2262697"/>
                  </a:lnTo>
                  <a:lnTo>
                    <a:pt x="146861" y="2253428"/>
                  </a:lnTo>
                  <a:lnTo>
                    <a:pt x="160212" y="2244047"/>
                  </a:lnTo>
                  <a:lnTo>
                    <a:pt x="173563" y="2234552"/>
                  </a:lnTo>
                  <a:lnTo>
                    <a:pt x="186914" y="2224941"/>
                  </a:lnTo>
                  <a:lnTo>
                    <a:pt x="200266" y="2215214"/>
                  </a:lnTo>
                  <a:lnTo>
                    <a:pt x="213617" y="2205367"/>
                  </a:lnTo>
                  <a:lnTo>
                    <a:pt x="226968" y="2195399"/>
                  </a:lnTo>
                  <a:lnTo>
                    <a:pt x="240319" y="2185308"/>
                  </a:lnTo>
                  <a:lnTo>
                    <a:pt x="253670" y="2175092"/>
                  </a:lnTo>
                  <a:lnTo>
                    <a:pt x="267021" y="2164749"/>
                  </a:lnTo>
                  <a:lnTo>
                    <a:pt x="280372" y="2154277"/>
                  </a:lnTo>
                  <a:lnTo>
                    <a:pt x="293723" y="2143673"/>
                  </a:lnTo>
                  <a:lnTo>
                    <a:pt x="307074" y="2132935"/>
                  </a:lnTo>
                  <a:lnTo>
                    <a:pt x="320425" y="2122064"/>
                  </a:lnTo>
                  <a:lnTo>
                    <a:pt x="333776" y="2111061"/>
                  </a:lnTo>
                  <a:lnTo>
                    <a:pt x="347127" y="2099925"/>
                  </a:lnTo>
                  <a:lnTo>
                    <a:pt x="360478" y="2088658"/>
                  </a:lnTo>
                  <a:lnTo>
                    <a:pt x="373829" y="2077261"/>
                  </a:lnTo>
                  <a:lnTo>
                    <a:pt x="387180" y="2065735"/>
                  </a:lnTo>
                  <a:lnTo>
                    <a:pt x="400532" y="2054079"/>
                  </a:lnTo>
                  <a:lnTo>
                    <a:pt x="413883" y="2042296"/>
                  </a:lnTo>
                  <a:lnTo>
                    <a:pt x="427234" y="2030386"/>
                  </a:lnTo>
                  <a:lnTo>
                    <a:pt x="440585" y="2018351"/>
                  </a:lnTo>
                  <a:lnTo>
                    <a:pt x="453936" y="2006192"/>
                  </a:lnTo>
                  <a:lnTo>
                    <a:pt x="467287" y="1993910"/>
                  </a:lnTo>
                  <a:lnTo>
                    <a:pt x="480638" y="1981507"/>
                  </a:lnTo>
                  <a:lnTo>
                    <a:pt x="493989" y="1968984"/>
                  </a:lnTo>
                  <a:lnTo>
                    <a:pt x="507340" y="1956342"/>
                  </a:lnTo>
                  <a:lnTo>
                    <a:pt x="520691" y="1943584"/>
                  </a:lnTo>
                  <a:lnTo>
                    <a:pt x="534042" y="1930710"/>
                  </a:lnTo>
                  <a:lnTo>
                    <a:pt x="547393" y="1917724"/>
                  </a:lnTo>
                  <a:lnTo>
                    <a:pt x="560744" y="1904626"/>
                  </a:lnTo>
                  <a:lnTo>
                    <a:pt x="574095" y="1891419"/>
                  </a:lnTo>
                  <a:lnTo>
                    <a:pt x="587446" y="1878105"/>
                  </a:lnTo>
                  <a:lnTo>
                    <a:pt x="600798" y="1864687"/>
                  </a:lnTo>
                  <a:lnTo>
                    <a:pt x="614149" y="1851165"/>
                  </a:lnTo>
                  <a:lnTo>
                    <a:pt x="627500" y="1837543"/>
                  </a:lnTo>
                  <a:lnTo>
                    <a:pt x="640851" y="1823824"/>
                  </a:lnTo>
                  <a:lnTo>
                    <a:pt x="654202" y="1810010"/>
                  </a:lnTo>
                  <a:lnTo>
                    <a:pt x="667553" y="1796104"/>
                  </a:lnTo>
                  <a:lnTo>
                    <a:pt x="680904" y="1782109"/>
                  </a:lnTo>
                  <a:lnTo>
                    <a:pt x="694255" y="1768028"/>
                  </a:lnTo>
                  <a:lnTo>
                    <a:pt x="707606" y="1753864"/>
                  </a:lnTo>
                  <a:lnTo>
                    <a:pt x="720957" y="1739622"/>
                  </a:lnTo>
                  <a:lnTo>
                    <a:pt x="734308" y="1725304"/>
                  </a:lnTo>
                  <a:lnTo>
                    <a:pt x="747659" y="1710916"/>
                  </a:lnTo>
                  <a:lnTo>
                    <a:pt x="761010" y="1696462"/>
                  </a:lnTo>
                  <a:lnTo>
                    <a:pt x="774361" y="1681947"/>
                  </a:lnTo>
                  <a:lnTo>
                    <a:pt x="787712" y="1667376"/>
                  </a:lnTo>
                  <a:lnTo>
                    <a:pt x="801064" y="1652756"/>
                  </a:lnTo>
                  <a:lnTo>
                    <a:pt x="814415" y="1638094"/>
                  </a:lnTo>
                  <a:lnTo>
                    <a:pt x="827766" y="1623396"/>
                  </a:lnTo>
                  <a:lnTo>
                    <a:pt x="841117" y="1608672"/>
                  </a:lnTo>
                  <a:lnTo>
                    <a:pt x="854468" y="1593931"/>
                  </a:lnTo>
                  <a:lnTo>
                    <a:pt x="867819" y="1579184"/>
                  </a:lnTo>
                  <a:lnTo>
                    <a:pt x="881170" y="1564443"/>
                  </a:lnTo>
                  <a:lnTo>
                    <a:pt x="894521" y="1549722"/>
                  </a:lnTo>
                  <a:lnTo>
                    <a:pt x="907872" y="1535036"/>
                  </a:lnTo>
                  <a:lnTo>
                    <a:pt x="921223" y="1520402"/>
                  </a:lnTo>
                  <a:lnTo>
                    <a:pt x="934574" y="1505839"/>
                  </a:lnTo>
                  <a:lnTo>
                    <a:pt x="947925" y="1491369"/>
                  </a:lnTo>
                  <a:lnTo>
                    <a:pt x="961276" y="1477015"/>
                  </a:lnTo>
                  <a:lnTo>
                    <a:pt x="974627" y="1462803"/>
                  </a:lnTo>
                  <a:lnTo>
                    <a:pt x="987978" y="1448763"/>
                  </a:lnTo>
                  <a:lnTo>
                    <a:pt x="1001330" y="1434924"/>
                  </a:lnTo>
                  <a:lnTo>
                    <a:pt x="1014681" y="1421321"/>
                  </a:lnTo>
                  <a:lnTo>
                    <a:pt x="1028032" y="1407990"/>
                  </a:lnTo>
                  <a:lnTo>
                    <a:pt x="1041383" y="1394969"/>
                  </a:lnTo>
                  <a:lnTo>
                    <a:pt x="1054734" y="1382299"/>
                  </a:lnTo>
                  <a:lnTo>
                    <a:pt x="1068085" y="1370021"/>
                  </a:lnTo>
                  <a:lnTo>
                    <a:pt x="1081436" y="1358181"/>
                  </a:lnTo>
                  <a:lnTo>
                    <a:pt x="1094787" y="1346824"/>
                  </a:lnTo>
                  <a:lnTo>
                    <a:pt x="1108138" y="1335996"/>
                  </a:lnTo>
                  <a:lnTo>
                    <a:pt x="1121489" y="1325739"/>
                  </a:lnTo>
                  <a:lnTo>
                    <a:pt x="1134840" y="1316072"/>
                  </a:lnTo>
                  <a:lnTo>
                    <a:pt x="1148191" y="1307010"/>
                  </a:lnTo>
                  <a:lnTo>
                    <a:pt x="1161542" y="1298562"/>
                  </a:lnTo>
                  <a:lnTo>
                    <a:pt x="1174893" y="1290735"/>
                  </a:lnTo>
                  <a:lnTo>
                    <a:pt x="1188244" y="1283537"/>
                  </a:lnTo>
                  <a:lnTo>
                    <a:pt x="1201596" y="1276969"/>
                  </a:lnTo>
                  <a:lnTo>
                    <a:pt x="1214947" y="1271032"/>
                  </a:lnTo>
                  <a:lnTo>
                    <a:pt x="1228298" y="1265726"/>
                  </a:lnTo>
                  <a:lnTo>
                    <a:pt x="1241649" y="1261046"/>
                  </a:lnTo>
                  <a:lnTo>
                    <a:pt x="1255000" y="1256988"/>
                  </a:lnTo>
                  <a:lnTo>
                    <a:pt x="1268351" y="1253542"/>
                  </a:lnTo>
                  <a:lnTo>
                    <a:pt x="1281702" y="1250700"/>
                  </a:lnTo>
                  <a:lnTo>
                    <a:pt x="1295053" y="1248452"/>
                  </a:lnTo>
                  <a:lnTo>
                    <a:pt x="1308404" y="1246783"/>
                  </a:lnTo>
                  <a:lnTo>
                    <a:pt x="1321755" y="1245680"/>
                  </a:lnTo>
                  <a:lnTo>
                    <a:pt x="1335106" y="1245127"/>
                  </a:lnTo>
                  <a:lnTo>
                    <a:pt x="1348457" y="1245108"/>
                  </a:lnTo>
                  <a:lnTo>
                    <a:pt x="1361808" y="1245605"/>
                  </a:lnTo>
                  <a:lnTo>
                    <a:pt x="1375159" y="1246598"/>
                  </a:lnTo>
                  <a:lnTo>
                    <a:pt x="1388510" y="1248068"/>
                  </a:lnTo>
                  <a:lnTo>
                    <a:pt x="1401862" y="1249994"/>
                  </a:lnTo>
                  <a:lnTo>
                    <a:pt x="1415213" y="1252355"/>
                  </a:lnTo>
                  <a:lnTo>
                    <a:pt x="1428564" y="1255129"/>
                  </a:lnTo>
                  <a:lnTo>
                    <a:pt x="1441915" y="1252195"/>
                  </a:lnTo>
                  <a:lnTo>
                    <a:pt x="1455266" y="1244132"/>
                  </a:lnTo>
                  <a:lnTo>
                    <a:pt x="1468617" y="1236270"/>
                  </a:lnTo>
                  <a:lnTo>
                    <a:pt x="1481968" y="1228605"/>
                  </a:lnTo>
                  <a:lnTo>
                    <a:pt x="1495319" y="1221130"/>
                  </a:lnTo>
                  <a:lnTo>
                    <a:pt x="1508670" y="1213842"/>
                  </a:lnTo>
                  <a:lnTo>
                    <a:pt x="1522021" y="1206734"/>
                  </a:lnTo>
                  <a:lnTo>
                    <a:pt x="1535372" y="1199801"/>
                  </a:lnTo>
                  <a:lnTo>
                    <a:pt x="1548723" y="1193038"/>
                  </a:lnTo>
                  <a:lnTo>
                    <a:pt x="1562074" y="1186440"/>
                  </a:lnTo>
                  <a:lnTo>
                    <a:pt x="1575425" y="1180001"/>
                  </a:lnTo>
                  <a:lnTo>
                    <a:pt x="1588776" y="1173717"/>
                  </a:lnTo>
                  <a:lnTo>
                    <a:pt x="1602128" y="1167582"/>
                  </a:lnTo>
                  <a:lnTo>
                    <a:pt x="1615479" y="1161590"/>
                  </a:lnTo>
                  <a:lnTo>
                    <a:pt x="1628830" y="1155737"/>
                  </a:lnTo>
                  <a:lnTo>
                    <a:pt x="1642181" y="1150017"/>
                  </a:lnTo>
                  <a:lnTo>
                    <a:pt x="1655532" y="1144425"/>
                  </a:lnTo>
                  <a:lnTo>
                    <a:pt x="1668883" y="1138956"/>
                  </a:lnTo>
                  <a:lnTo>
                    <a:pt x="1682234" y="1133603"/>
                  </a:lnTo>
                  <a:lnTo>
                    <a:pt x="1695585" y="1128362"/>
                  </a:lnTo>
                  <a:lnTo>
                    <a:pt x="1708936" y="1123226"/>
                  </a:lnTo>
                  <a:lnTo>
                    <a:pt x="1722287" y="1118191"/>
                  </a:lnTo>
                  <a:lnTo>
                    <a:pt x="1735638" y="1113250"/>
                  </a:lnTo>
                  <a:lnTo>
                    <a:pt x="1748989" y="1108398"/>
                  </a:lnTo>
                  <a:lnTo>
                    <a:pt x="1762340" y="1103629"/>
                  </a:lnTo>
                  <a:lnTo>
                    <a:pt x="1775691" y="1098936"/>
                  </a:lnTo>
                  <a:lnTo>
                    <a:pt x="1789042" y="1094315"/>
                  </a:lnTo>
                  <a:lnTo>
                    <a:pt x="1802394" y="1089762"/>
                  </a:lnTo>
                  <a:lnTo>
                    <a:pt x="1815745" y="1085275"/>
                  </a:lnTo>
                  <a:lnTo>
                    <a:pt x="1829096" y="1080855"/>
                  </a:lnTo>
                  <a:lnTo>
                    <a:pt x="1842447" y="1076500"/>
                  </a:lnTo>
                  <a:lnTo>
                    <a:pt x="1855798" y="1072208"/>
                  </a:lnTo>
                  <a:lnTo>
                    <a:pt x="1869149" y="1067979"/>
                  </a:lnTo>
                  <a:lnTo>
                    <a:pt x="1882500" y="1063812"/>
                  </a:lnTo>
                  <a:lnTo>
                    <a:pt x="1895851" y="1059704"/>
                  </a:lnTo>
                  <a:lnTo>
                    <a:pt x="1909202" y="1055655"/>
                  </a:lnTo>
                  <a:lnTo>
                    <a:pt x="1922553" y="1051662"/>
                  </a:lnTo>
                  <a:lnTo>
                    <a:pt x="1935904" y="1047726"/>
                  </a:lnTo>
                  <a:lnTo>
                    <a:pt x="1949255" y="1043844"/>
                  </a:lnTo>
                  <a:lnTo>
                    <a:pt x="1962606" y="1040014"/>
                  </a:lnTo>
                  <a:lnTo>
                    <a:pt x="1975957" y="1036235"/>
                  </a:lnTo>
                  <a:lnTo>
                    <a:pt x="1989309" y="1032506"/>
                  </a:lnTo>
                  <a:lnTo>
                    <a:pt x="2002660" y="1028824"/>
                  </a:lnTo>
                  <a:lnTo>
                    <a:pt x="2016011" y="1025188"/>
                  </a:lnTo>
                  <a:lnTo>
                    <a:pt x="2029362" y="1021596"/>
                  </a:lnTo>
                  <a:lnTo>
                    <a:pt x="2042713" y="1018046"/>
                  </a:lnTo>
                  <a:lnTo>
                    <a:pt x="2056064" y="1014537"/>
                  </a:lnTo>
                  <a:lnTo>
                    <a:pt x="2069415" y="1011066"/>
                  </a:lnTo>
                  <a:lnTo>
                    <a:pt x="2082766" y="1007631"/>
                  </a:lnTo>
                  <a:lnTo>
                    <a:pt x="2096117" y="1004231"/>
                  </a:lnTo>
                  <a:lnTo>
                    <a:pt x="2109468" y="1000863"/>
                  </a:lnTo>
                  <a:lnTo>
                    <a:pt x="2122819" y="997526"/>
                  </a:lnTo>
                  <a:lnTo>
                    <a:pt x="2136170" y="994216"/>
                  </a:lnTo>
                  <a:lnTo>
                    <a:pt x="2149521" y="990933"/>
                  </a:lnTo>
                  <a:lnTo>
                    <a:pt x="2162872" y="987673"/>
                  </a:lnTo>
                  <a:lnTo>
                    <a:pt x="2176223" y="984434"/>
                  </a:lnTo>
                  <a:lnTo>
                    <a:pt x="2189575" y="981214"/>
                  </a:lnTo>
                  <a:lnTo>
                    <a:pt x="2202926" y="978011"/>
                  </a:lnTo>
                  <a:lnTo>
                    <a:pt x="2216277" y="974822"/>
                  </a:lnTo>
                  <a:lnTo>
                    <a:pt x="2229628" y="971644"/>
                  </a:lnTo>
                  <a:lnTo>
                    <a:pt x="2242979" y="968476"/>
                  </a:lnTo>
                  <a:lnTo>
                    <a:pt x="2256330" y="965315"/>
                  </a:lnTo>
                  <a:lnTo>
                    <a:pt x="2269681" y="962157"/>
                  </a:lnTo>
                  <a:lnTo>
                    <a:pt x="2283032" y="959001"/>
                  </a:lnTo>
                  <a:lnTo>
                    <a:pt x="2296383" y="955844"/>
                  </a:lnTo>
                  <a:lnTo>
                    <a:pt x="2309734" y="952683"/>
                  </a:lnTo>
                  <a:lnTo>
                    <a:pt x="2323085" y="949515"/>
                  </a:lnTo>
                  <a:lnTo>
                    <a:pt x="2336436" y="946338"/>
                  </a:lnTo>
                  <a:lnTo>
                    <a:pt x="2349787" y="943148"/>
                  </a:lnTo>
                  <a:lnTo>
                    <a:pt x="2363138" y="939944"/>
                  </a:lnTo>
                  <a:lnTo>
                    <a:pt x="2376489" y="936722"/>
                  </a:lnTo>
                  <a:lnTo>
                    <a:pt x="2389841" y="933479"/>
                  </a:lnTo>
                  <a:lnTo>
                    <a:pt x="2403192" y="930212"/>
                  </a:lnTo>
                  <a:lnTo>
                    <a:pt x="2416543" y="926919"/>
                  </a:lnTo>
                  <a:lnTo>
                    <a:pt x="2429894" y="923597"/>
                  </a:lnTo>
                  <a:lnTo>
                    <a:pt x="2443245" y="920243"/>
                  </a:lnTo>
                  <a:lnTo>
                    <a:pt x="2456596" y="916853"/>
                  </a:lnTo>
                  <a:lnTo>
                    <a:pt x="2469947" y="913425"/>
                  </a:lnTo>
                  <a:lnTo>
                    <a:pt x="2483298" y="909956"/>
                  </a:lnTo>
                  <a:lnTo>
                    <a:pt x="2496649" y="906444"/>
                  </a:lnTo>
                  <a:lnTo>
                    <a:pt x="2510000" y="902884"/>
                  </a:lnTo>
                  <a:lnTo>
                    <a:pt x="2523351" y="899275"/>
                  </a:lnTo>
                  <a:lnTo>
                    <a:pt x="2536702" y="895613"/>
                  </a:lnTo>
                  <a:lnTo>
                    <a:pt x="2550053" y="891896"/>
                  </a:lnTo>
                  <a:lnTo>
                    <a:pt x="2563404" y="888121"/>
                  </a:lnTo>
                  <a:lnTo>
                    <a:pt x="2576755" y="884285"/>
                  </a:lnTo>
                  <a:lnTo>
                    <a:pt x="2590107" y="880386"/>
                  </a:lnTo>
                  <a:lnTo>
                    <a:pt x="2603458" y="876420"/>
                  </a:lnTo>
                  <a:lnTo>
                    <a:pt x="2616809" y="872385"/>
                  </a:lnTo>
                  <a:lnTo>
                    <a:pt x="2630160" y="868279"/>
                  </a:lnTo>
                  <a:lnTo>
                    <a:pt x="2643511" y="864100"/>
                  </a:lnTo>
                  <a:lnTo>
                    <a:pt x="2656862" y="859843"/>
                  </a:lnTo>
                  <a:lnTo>
                    <a:pt x="2670213" y="855509"/>
                  </a:lnTo>
                  <a:lnTo>
                    <a:pt x="2683564" y="851093"/>
                  </a:lnTo>
                  <a:lnTo>
                    <a:pt x="2696915" y="846595"/>
                  </a:lnTo>
                  <a:lnTo>
                    <a:pt x="2710266" y="842011"/>
                  </a:lnTo>
                  <a:lnTo>
                    <a:pt x="2723617" y="837340"/>
                  </a:lnTo>
                  <a:lnTo>
                    <a:pt x="2736968" y="832581"/>
                  </a:lnTo>
                  <a:lnTo>
                    <a:pt x="2750319" y="827731"/>
                  </a:lnTo>
                  <a:lnTo>
                    <a:pt x="2763670" y="822789"/>
                  </a:lnTo>
                  <a:lnTo>
                    <a:pt x="2777021" y="817752"/>
                  </a:lnTo>
                  <a:lnTo>
                    <a:pt x="2790373" y="812621"/>
                  </a:lnTo>
                  <a:lnTo>
                    <a:pt x="2803724" y="807393"/>
                  </a:lnTo>
                  <a:lnTo>
                    <a:pt x="2817075" y="802068"/>
                  </a:lnTo>
                  <a:lnTo>
                    <a:pt x="2830426" y="796644"/>
                  </a:lnTo>
                  <a:lnTo>
                    <a:pt x="2843777" y="791120"/>
                  </a:lnTo>
                  <a:lnTo>
                    <a:pt x="2857128" y="785497"/>
                  </a:lnTo>
                  <a:lnTo>
                    <a:pt x="2870479" y="779772"/>
                  </a:lnTo>
                  <a:lnTo>
                    <a:pt x="2883830" y="773946"/>
                  </a:lnTo>
                  <a:lnTo>
                    <a:pt x="2897181" y="768018"/>
                  </a:lnTo>
                  <a:lnTo>
                    <a:pt x="2910532" y="761988"/>
                  </a:lnTo>
                  <a:lnTo>
                    <a:pt x="2923883" y="755856"/>
                  </a:lnTo>
                  <a:lnTo>
                    <a:pt x="2937234" y="749622"/>
                  </a:lnTo>
                  <a:lnTo>
                    <a:pt x="2950585" y="743286"/>
                  </a:lnTo>
                  <a:lnTo>
                    <a:pt x="2963936" y="736849"/>
                  </a:lnTo>
                  <a:lnTo>
                    <a:pt x="2977287" y="730311"/>
                  </a:lnTo>
                  <a:lnTo>
                    <a:pt x="2990639" y="723672"/>
                  </a:lnTo>
                  <a:lnTo>
                    <a:pt x="3003990" y="716933"/>
                  </a:lnTo>
                  <a:lnTo>
                    <a:pt x="3017341" y="710096"/>
                  </a:lnTo>
                  <a:lnTo>
                    <a:pt x="3030692" y="703160"/>
                  </a:lnTo>
                  <a:lnTo>
                    <a:pt x="3044043" y="696128"/>
                  </a:lnTo>
                  <a:lnTo>
                    <a:pt x="3057394" y="689000"/>
                  </a:lnTo>
                  <a:lnTo>
                    <a:pt x="3070745" y="681778"/>
                  </a:lnTo>
                  <a:lnTo>
                    <a:pt x="3084096" y="674463"/>
                  </a:lnTo>
                  <a:lnTo>
                    <a:pt x="3097447" y="667057"/>
                  </a:lnTo>
                  <a:lnTo>
                    <a:pt x="3110798" y="659560"/>
                  </a:lnTo>
                  <a:lnTo>
                    <a:pt x="3124149" y="651976"/>
                  </a:lnTo>
                  <a:lnTo>
                    <a:pt x="3137500" y="644305"/>
                  </a:lnTo>
                  <a:lnTo>
                    <a:pt x="3150851" y="636548"/>
                  </a:lnTo>
                  <a:lnTo>
                    <a:pt x="3164202" y="628707"/>
                  </a:lnTo>
                  <a:lnTo>
                    <a:pt x="3177553" y="620781"/>
                  </a:lnTo>
                  <a:lnTo>
                    <a:pt x="3190905" y="612771"/>
                  </a:lnTo>
                  <a:lnTo>
                    <a:pt x="3204256" y="604680"/>
                  </a:lnTo>
                  <a:lnTo>
                    <a:pt x="3217607" y="596506"/>
                  </a:lnTo>
                  <a:lnTo>
                    <a:pt x="3230958" y="588252"/>
                  </a:lnTo>
                  <a:lnTo>
                    <a:pt x="3244309" y="579917"/>
                  </a:lnTo>
                  <a:lnTo>
                    <a:pt x="3257660" y="571503"/>
                  </a:lnTo>
                  <a:lnTo>
                    <a:pt x="3271011" y="563010"/>
                  </a:lnTo>
                  <a:lnTo>
                    <a:pt x="3284362" y="554439"/>
                  </a:lnTo>
                  <a:lnTo>
                    <a:pt x="3297713" y="545791"/>
                  </a:lnTo>
                  <a:lnTo>
                    <a:pt x="3311064" y="537066"/>
                  </a:lnTo>
                  <a:lnTo>
                    <a:pt x="3324415" y="528265"/>
                  </a:lnTo>
                  <a:lnTo>
                    <a:pt x="3337766" y="519389"/>
                  </a:lnTo>
                  <a:lnTo>
                    <a:pt x="3351117" y="510437"/>
                  </a:lnTo>
                  <a:lnTo>
                    <a:pt x="3364468" y="501412"/>
                  </a:lnTo>
                  <a:lnTo>
                    <a:pt x="3377819" y="492312"/>
                  </a:lnTo>
                  <a:lnTo>
                    <a:pt x="3391171" y="483139"/>
                  </a:lnTo>
                  <a:lnTo>
                    <a:pt x="3404522" y="473894"/>
                  </a:lnTo>
                  <a:lnTo>
                    <a:pt x="3417873" y="464576"/>
                  </a:lnTo>
                  <a:lnTo>
                    <a:pt x="3431224" y="455187"/>
                  </a:lnTo>
                  <a:lnTo>
                    <a:pt x="3444575" y="445726"/>
                  </a:lnTo>
                  <a:lnTo>
                    <a:pt x="3457926" y="436194"/>
                  </a:lnTo>
                  <a:lnTo>
                    <a:pt x="3471277" y="426592"/>
                  </a:lnTo>
                  <a:lnTo>
                    <a:pt x="3484628" y="416920"/>
                  </a:lnTo>
                  <a:lnTo>
                    <a:pt x="3497979" y="407178"/>
                  </a:lnTo>
                  <a:lnTo>
                    <a:pt x="3511330" y="397367"/>
                  </a:lnTo>
                  <a:lnTo>
                    <a:pt x="3524681" y="387488"/>
                  </a:lnTo>
                  <a:lnTo>
                    <a:pt x="3538032" y="377539"/>
                  </a:lnTo>
                  <a:lnTo>
                    <a:pt x="3551383" y="367522"/>
                  </a:lnTo>
                  <a:lnTo>
                    <a:pt x="3564734" y="357437"/>
                  </a:lnTo>
                  <a:lnTo>
                    <a:pt x="3578085" y="347285"/>
                  </a:lnTo>
                  <a:lnTo>
                    <a:pt x="3591437" y="337065"/>
                  </a:lnTo>
                  <a:lnTo>
                    <a:pt x="3604788" y="326778"/>
                  </a:lnTo>
                  <a:lnTo>
                    <a:pt x="3618139" y="316424"/>
                  </a:lnTo>
                  <a:lnTo>
                    <a:pt x="3631490" y="306004"/>
                  </a:lnTo>
                  <a:lnTo>
                    <a:pt x="3644841" y="295517"/>
                  </a:lnTo>
                  <a:lnTo>
                    <a:pt x="3658192" y="284964"/>
                  </a:lnTo>
                  <a:lnTo>
                    <a:pt x="3671543" y="274345"/>
                  </a:lnTo>
                  <a:lnTo>
                    <a:pt x="3684894" y="263660"/>
                  </a:lnTo>
                  <a:lnTo>
                    <a:pt x="3698245" y="252909"/>
                  </a:lnTo>
                  <a:lnTo>
                    <a:pt x="3711596" y="242093"/>
                  </a:lnTo>
                  <a:lnTo>
                    <a:pt x="3724947" y="231212"/>
                  </a:lnTo>
                  <a:lnTo>
                    <a:pt x="3738298" y="220265"/>
                  </a:lnTo>
                  <a:lnTo>
                    <a:pt x="3751649" y="209253"/>
                  </a:lnTo>
                  <a:lnTo>
                    <a:pt x="3765000" y="198176"/>
                  </a:lnTo>
                  <a:lnTo>
                    <a:pt x="3778352" y="187035"/>
                  </a:lnTo>
                  <a:lnTo>
                    <a:pt x="3791703" y="175828"/>
                  </a:lnTo>
                  <a:lnTo>
                    <a:pt x="3805054" y="164557"/>
                  </a:lnTo>
                  <a:lnTo>
                    <a:pt x="3818405" y="153222"/>
                  </a:lnTo>
                  <a:lnTo>
                    <a:pt x="3831756" y="141822"/>
                  </a:lnTo>
                  <a:lnTo>
                    <a:pt x="3845107" y="130357"/>
                  </a:lnTo>
                  <a:lnTo>
                    <a:pt x="3858458" y="118828"/>
                  </a:lnTo>
                  <a:lnTo>
                    <a:pt x="3871809" y="107234"/>
                  </a:lnTo>
                  <a:lnTo>
                    <a:pt x="3885160" y="95577"/>
                  </a:lnTo>
                  <a:lnTo>
                    <a:pt x="3898511" y="83855"/>
                  </a:lnTo>
                  <a:lnTo>
                    <a:pt x="3911862" y="72068"/>
                  </a:lnTo>
                  <a:lnTo>
                    <a:pt x="3925213" y="60217"/>
                  </a:lnTo>
                  <a:lnTo>
                    <a:pt x="3938564" y="48302"/>
                  </a:lnTo>
                  <a:lnTo>
                    <a:pt x="3951915" y="36323"/>
                  </a:lnTo>
                  <a:lnTo>
                    <a:pt x="3965266" y="24280"/>
                  </a:lnTo>
                  <a:lnTo>
                    <a:pt x="3978618" y="12172"/>
                  </a:lnTo>
                  <a:lnTo>
                    <a:pt x="3991969" y="0"/>
                  </a:lnTo>
                  <a:lnTo>
                    <a:pt x="3991969" y="1488143"/>
                  </a:lnTo>
                  <a:lnTo>
                    <a:pt x="3978618" y="1486760"/>
                  </a:lnTo>
                  <a:lnTo>
                    <a:pt x="3965266" y="1485383"/>
                  </a:lnTo>
                  <a:lnTo>
                    <a:pt x="3951915" y="1484014"/>
                  </a:lnTo>
                  <a:lnTo>
                    <a:pt x="3938564" y="1482653"/>
                  </a:lnTo>
                  <a:lnTo>
                    <a:pt x="3925213" y="1481299"/>
                  </a:lnTo>
                  <a:lnTo>
                    <a:pt x="3911862" y="1479953"/>
                  </a:lnTo>
                  <a:lnTo>
                    <a:pt x="3898511" y="1478616"/>
                  </a:lnTo>
                  <a:lnTo>
                    <a:pt x="3885160" y="1477287"/>
                  </a:lnTo>
                  <a:lnTo>
                    <a:pt x="3871809" y="1475967"/>
                  </a:lnTo>
                  <a:lnTo>
                    <a:pt x="3858458" y="1474655"/>
                  </a:lnTo>
                  <a:lnTo>
                    <a:pt x="3845107" y="1473353"/>
                  </a:lnTo>
                  <a:lnTo>
                    <a:pt x="3831756" y="1472061"/>
                  </a:lnTo>
                  <a:lnTo>
                    <a:pt x="3818405" y="1470778"/>
                  </a:lnTo>
                  <a:lnTo>
                    <a:pt x="3805054" y="1469505"/>
                  </a:lnTo>
                  <a:lnTo>
                    <a:pt x="3791703" y="1468242"/>
                  </a:lnTo>
                  <a:lnTo>
                    <a:pt x="3778352" y="1466990"/>
                  </a:lnTo>
                  <a:lnTo>
                    <a:pt x="3765000" y="1465750"/>
                  </a:lnTo>
                  <a:lnTo>
                    <a:pt x="3751649" y="1464520"/>
                  </a:lnTo>
                  <a:lnTo>
                    <a:pt x="3738298" y="1463302"/>
                  </a:lnTo>
                  <a:lnTo>
                    <a:pt x="3724947" y="1462095"/>
                  </a:lnTo>
                  <a:lnTo>
                    <a:pt x="3711596" y="1460901"/>
                  </a:lnTo>
                  <a:lnTo>
                    <a:pt x="3698245" y="1459720"/>
                  </a:lnTo>
                  <a:lnTo>
                    <a:pt x="3684894" y="1458552"/>
                  </a:lnTo>
                  <a:lnTo>
                    <a:pt x="3671543" y="1457397"/>
                  </a:lnTo>
                  <a:lnTo>
                    <a:pt x="3658192" y="1456255"/>
                  </a:lnTo>
                  <a:lnTo>
                    <a:pt x="3644841" y="1455128"/>
                  </a:lnTo>
                  <a:lnTo>
                    <a:pt x="3631490" y="1454015"/>
                  </a:lnTo>
                  <a:lnTo>
                    <a:pt x="3618139" y="1452917"/>
                  </a:lnTo>
                  <a:lnTo>
                    <a:pt x="3604788" y="1451835"/>
                  </a:lnTo>
                  <a:lnTo>
                    <a:pt x="3591437" y="1450768"/>
                  </a:lnTo>
                  <a:lnTo>
                    <a:pt x="3578085" y="1449718"/>
                  </a:lnTo>
                  <a:lnTo>
                    <a:pt x="3564734" y="1448684"/>
                  </a:lnTo>
                  <a:lnTo>
                    <a:pt x="3551383" y="1447668"/>
                  </a:lnTo>
                  <a:lnTo>
                    <a:pt x="3538032" y="1446669"/>
                  </a:lnTo>
                  <a:lnTo>
                    <a:pt x="3524681" y="1445689"/>
                  </a:lnTo>
                  <a:lnTo>
                    <a:pt x="3511330" y="1444727"/>
                  </a:lnTo>
                  <a:lnTo>
                    <a:pt x="3497979" y="1443784"/>
                  </a:lnTo>
                  <a:lnTo>
                    <a:pt x="3484628" y="1442862"/>
                  </a:lnTo>
                  <a:lnTo>
                    <a:pt x="3471277" y="1441959"/>
                  </a:lnTo>
                  <a:lnTo>
                    <a:pt x="3457926" y="1441078"/>
                  </a:lnTo>
                  <a:lnTo>
                    <a:pt x="3444575" y="1440218"/>
                  </a:lnTo>
                  <a:lnTo>
                    <a:pt x="3431224" y="1439381"/>
                  </a:lnTo>
                  <a:lnTo>
                    <a:pt x="3417873" y="1438566"/>
                  </a:lnTo>
                  <a:lnTo>
                    <a:pt x="3404522" y="1437775"/>
                  </a:lnTo>
                  <a:lnTo>
                    <a:pt x="3391171" y="1437007"/>
                  </a:lnTo>
                  <a:lnTo>
                    <a:pt x="3377819" y="1436265"/>
                  </a:lnTo>
                  <a:lnTo>
                    <a:pt x="3364468" y="1435548"/>
                  </a:lnTo>
                  <a:lnTo>
                    <a:pt x="3351117" y="1434858"/>
                  </a:lnTo>
                  <a:lnTo>
                    <a:pt x="3337766" y="1434194"/>
                  </a:lnTo>
                  <a:lnTo>
                    <a:pt x="3324415" y="1433559"/>
                  </a:lnTo>
                  <a:lnTo>
                    <a:pt x="3311064" y="1432951"/>
                  </a:lnTo>
                  <a:lnTo>
                    <a:pt x="3297713" y="1432374"/>
                  </a:lnTo>
                  <a:lnTo>
                    <a:pt x="3284362" y="1431826"/>
                  </a:lnTo>
                  <a:lnTo>
                    <a:pt x="3271011" y="1431309"/>
                  </a:lnTo>
                  <a:lnTo>
                    <a:pt x="3257660" y="1430824"/>
                  </a:lnTo>
                  <a:lnTo>
                    <a:pt x="3244309" y="1430372"/>
                  </a:lnTo>
                  <a:lnTo>
                    <a:pt x="3230958" y="1429954"/>
                  </a:lnTo>
                  <a:lnTo>
                    <a:pt x="3217607" y="1429570"/>
                  </a:lnTo>
                  <a:lnTo>
                    <a:pt x="3204256" y="1429221"/>
                  </a:lnTo>
                  <a:lnTo>
                    <a:pt x="3190905" y="1428909"/>
                  </a:lnTo>
                  <a:lnTo>
                    <a:pt x="3177553" y="1428635"/>
                  </a:lnTo>
                  <a:lnTo>
                    <a:pt x="3164202" y="1428398"/>
                  </a:lnTo>
                  <a:lnTo>
                    <a:pt x="3150851" y="1428201"/>
                  </a:lnTo>
                  <a:lnTo>
                    <a:pt x="3137500" y="1428045"/>
                  </a:lnTo>
                  <a:lnTo>
                    <a:pt x="3124149" y="1427930"/>
                  </a:lnTo>
                  <a:lnTo>
                    <a:pt x="3110798" y="1427857"/>
                  </a:lnTo>
                  <a:lnTo>
                    <a:pt x="3097447" y="1427828"/>
                  </a:lnTo>
                  <a:lnTo>
                    <a:pt x="3084096" y="1427843"/>
                  </a:lnTo>
                  <a:lnTo>
                    <a:pt x="3070745" y="1427902"/>
                  </a:lnTo>
                  <a:lnTo>
                    <a:pt x="3057394" y="1428005"/>
                  </a:lnTo>
                  <a:lnTo>
                    <a:pt x="3044043" y="1428153"/>
                  </a:lnTo>
                  <a:lnTo>
                    <a:pt x="3030692" y="1428345"/>
                  </a:lnTo>
                  <a:lnTo>
                    <a:pt x="3017341" y="1428583"/>
                  </a:lnTo>
                  <a:lnTo>
                    <a:pt x="3003990" y="1428865"/>
                  </a:lnTo>
                  <a:lnTo>
                    <a:pt x="2990639" y="1429192"/>
                  </a:lnTo>
                  <a:lnTo>
                    <a:pt x="2977287" y="1429564"/>
                  </a:lnTo>
                  <a:lnTo>
                    <a:pt x="2963936" y="1429980"/>
                  </a:lnTo>
                  <a:lnTo>
                    <a:pt x="2950585" y="1430441"/>
                  </a:lnTo>
                  <a:lnTo>
                    <a:pt x="2937234" y="1430944"/>
                  </a:lnTo>
                  <a:lnTo>
                    <a:pt x="2923883" y="1431491"/>
                  </a:lnTo>
                  <a:lnTo>
                    <a:pt x="2910532" y="1432080"/>
                  </a:lnTo>
                  <a:lnTo>
                    <a:pt x="2897181" y="1432711"/>
                  </a:lnTo>
                  <a:lnTo>
                    <a:pt x="2883830" y="1433382"/>
                  </a:lnTo>
                  <a:lnTo>
                    <a:pt x="2870479" y="1434094"/>
                  </a:lnTo>
                  <a:lnTo>
                    <a:pt x="2857128" y="1434844"/>
                  </a:lnTo>
                  <a:lnTo>
                    <a:pt x="2843777" y="1435632"/>
                  </a:lnTo>
                  <a:lnTo>
                    <a:pt x="2830426" y="1436456"/>
                  </a:lnTo>
                  <a:lnTo>
                    <a:pt x="2817075" y="1437316"/>
                  </a:lnTo>
                  <a:lnTo>
                    <a:pt x="2803724" y="1438208"/>
                  </a:lnTo>
                  <a:lnTo>
                    <a:pt x="2790373" y="1439133"/>
                  </a:lnTo>
                  <a:lnTo>
                    <a:pt x="2777021" y="1440088"/>
                  </a:lnTo>
                  <a:lnTo>
                    <a:pt x="2763670" y="1441072"/>
                  </a:lnTo>
                  <a:lnTo>
                    <a:pt x="2750319" y="1442082"/>
                  </a:lnTo>
                  <a:lnTo>
                    <a:pt x="2736968" y="1443117"/>
                  </a:lnTo>
                  <a:lnTo>
                    <a:pt x="2723617" y="1444175"/>
                  </a:lnTo>
                  <a:lnTo>
                    <a:pt x="2710266" y="1445252"/>
                  </a:lnTo>
                  <a:lnTo>
                    <a:pt x="2696915" y="1446348"/>
                  </a:lnTo>
                  <a:lnTo>
                    <a:pt x="2683564" y="1447460"/>
                  </a:lnTo>
                  <a:lnTo>
                    <a:pt x="2670213" y="1448585"/>
                  </a:lnTo>
                  <a:lnTo>
                    <a:pt x="2656862" y="1449721"/>
                  </a:lnTo>
                  <a:lnTo>
                    <a:pt x="2643511" y="1450866"/>
                  </a:lnTo>
                  <a:lnTo>
                    <a:pt x="2630160" y="1452016"/>
                  </a:lnTo>
                  <a:lnTo>
                    <a:pt x="2616809" y="1453169"/>
                  </a:lnTo>
                  <a:lnTo>
                    <a:pt x="2603458" y="1454322"/>
                  </a:lnTo>
                  <a:lnTo>
                    <a:pt x="2590107" y="1455472"/>
                  </a:lnTo>
                  <a:lnTo>
                    <a:pt x="2576755" y="1456617"/>
                  </a:lnTo>
                  <a:lnTo>
                    <a:pt x="2563404" y="1457753"/>
                  </a:lnTo>
                  <a:lnTo>
                    <a:pt x="2550053" y="1458878"/>
                  </a:lnTo>
                  <a:lnTo>
                    <a:pt x="2536702" y="1459989"/>
                  </a:lnTo>
                  <a:lnTo>
                    <a:pt x="2523351" y="1461081"/>
                  </a:lnTo>
                  <a:lnTo>
                    <a:pt x="2510000" y="1462154"/>
                  </a:lnTo>
                  <a:lnTo>
                    <a:pt x="2496649" y="1463202"/>
                  </a:lnTo>
                  <a:lnTo>
                    <a:pt x="2483298" y="1464223"/>
                  </a:lnTo>
                  <a:lnTo>
                    <a:pt x="2469947" y="1465215"/>
                  </a:lnTo>
                  <a:lnTo>
                    <a:pt x="2456596" y="1466173"/>
                  </a:lnTo>
                  <a:lnTo>
                    <a:pt x="2443245" y="1467095"/>
                  </a:lnTo>
                  <a:lnTo>
                    <a:pt x="2429894" y="1467977"/>
                  </a:lnTo>
                  <a:lnTo>
                    <a:pt x="2416543" y="1468816"/>
                  </a:lnTo>
                  <a:lnTo>
                    <a:pt x="2403192" y="1469609"/>
                  </a:lnTo>
                  <a:lnTo>
                    <a:pt x="2389841" y="1470352"/>
                  </a:lnTo>
                  <a:lnTo>
                    <a:pt x="2376489" y="1471043"/>
                  </a:lnTo>
                  <a:lnTo>
                    <a:pt x="2363138" y="1471679"/>
                  </a:lnTo>
                  <a:lnTo>
                    <a:pt x="2349787" y="1472255"/>
                  </a:lnTo>
                  <a:lnTo>
                    <a:pt x="2336436" y="1472769"/>
                  </a:lnTo>
                  <a:lnTo>
                    <a:pt x="2323085" y="1473217"/>
                  </a:lnTo>
                  <a:lnTo>
                    <a:pt x="2309734" y="1473597"/>
                  </a:lnTo>
                  <a:lnTo>
                    <a:pt x="2296383" y="1473904"/>
                  </a:lnTo>
                  <a:lnTo>
                    <a:pt x="2283032" y="1474137"/>
                  </a:lnTo>
                  <a:lnTo>
                    <a:pt x="2269681" y="1474291"/>
                  </a:lnTo>
                  <a:lnTo>
                    <a:pt x="2256330" y="1474364"/>
                  </a:lnTo>
                  <a:lnTo>
                    <a:pt x="2242979" y="1474351"/>
                  </a:lnTo>
                  <a:lnTo>
                    <a:pt x="2229628" y="1474251"/>
                  </a:lnTo>
                  <a:lnTo>
                    <a:pt x="2216277" y="1474059"/>
                  </a:lnTo>
                  <a:lnTo>
                    <a:pt x="2202926" y="1473773"/>
                  </a:lnTo>
                  <a:lnTo>
                    <a:pt x="2189575" y="1473390"/>
                  </a:lnTo>
                  <a:lnTo>
                    <a:pt x="2176223" y="1472905"/>
                  </a:lnTo>
                  <a:lnTo>
                    <a:pt x="2162872" y="1472317"/>
                  </a:lnTo>
                  <a:lnTo>
                    <a:pt x="2149521" y="1471621"/>
                  </a:lnTo>
                  <a:lnTo>
                    <a:pt x="2136170" y="1470815"/>
                  </a:lnTo>
                  <a:lnTo>
                    <a:pt x="2122819" y="1469895"/>
                  </a:lnTo>
                  <a:lnTo>
                    <a:pt x="2109468" y="1468858"/>
                  </a:lnTo>
                  <a:lnTo>
                    <a:pt x="2096117" y="1467701"/>
                  </a:lnTo>
                  <a:lnTo>
                    <a:pt x="2082766" y="1466420"/>
                  </a:lnTo>
                  <a:lnTo>
                    <a:pt x="2069415" y="1465013"/>
                  </a:lnTo>
                  <a:lnTo>
                    <a:pt x="2056064" y="1463476"/>
                  </a:lnTo>
                  <a:lnTo>
                    <a:pt x="2042713" y="1461806"/>
                  </a:lnTo>
                  <a:lnTo>
                    <a:pt x="2029362" y="1459999"/>
                  </a:lnTo>
                  <a:lnTo>
                    <a:pt x="2016011" y="1458052"/>
                  </a:lnTo>
                  <a:lnTo>
                    <a:pt x="2002660" y="1455962"/>
                  </a:lnTo>
                  <a:lnTo>
                    <a:pt x="1989309" y="1453725"/>
                  </a:lnTo>
                  <a:lnTo>
                    <a:pt x="1975957" y="1451338"/>
                  </a:lnTo>
                  <a:lnTo>
                    <a:pt x="1962606" y="1448797"/>
                  </a:lnTo>
                  <a:lnTo>
                    <a:pt x="1949255" y="1446099"/>
                  </a:lnTo>
                  <a:lnTo>
                    <a:pt x="1935904" y="1443240"/>
                  </a:lnTo>
                  <a:lnTo>
                    <a:pt x="1922553" y="1440217"/>
                  </a:lnTo>
                  <a:lnTo>
                    <a:pt x="1909202" y="1437026"/>
                  </a:lnTo>
                  <a:lnTo>
                    <a:pt x="1895851" y="1433663"/>
                  </a:lnTo>
                  <a:lnTo>
                    <a:pt x="1882500" y="1430125"/>
                  </a:lnTo>
                  <a:lnTo>
                    <a:pt x="1869149" y="1426408"/>
                  </a:lnTo>
                  <a:lnTo>
                    <a:pt x="1855798" y="1422507"/>
                  </a:lnTo>
                  <a:lnTo>
                    <a:pt x="1842447" y="1418420"/>
                  </a:lnTo>
                  <a:lnTo>
                    <a:pt x="1829096" y="1414141"/>
                  </a:lnTo>
                  <a:lnTo>
                    <a:pt x="1815745" y="1409667"/>
                  </a:lnTo>
                  <a:lnTo>
                    <a:pt x="1802394" y="1404994"/>
                  </a:lnTo>
                  <a:lnTo>
                    <a:pt x="1789042" y="1400118"/>
                  </a:lnTo>
                  <a:lnTo>
                    <a:pt x="1775691" y="1395034"/>
                  </a:lnTo>
                  <a:lnTo>
                    <a:pt x="1762340" y="1389749"/>
                  </a:lnTo>
                  <a:lnTo>
                    <a:pt x="1748989" y="1384280"/>
                  </a:lnTo>
                  <a:lnTo>
                    <a:pt x="1735638" y="1378649"/>
                  </a:lnTo>
                  <a:lnTo>
                    <a:pt x="1722287" y="1372876"/>
                  </a:lnTo>
                  <a:lnTo>
                    <a:pt x="1708936" y="1366982"/>
                  </a:lnTo>
                  <a:lnTo>
                    <a:pt x="1695585" y="1360989"/>
                  </a:lnTo>
                  <a:lnTo>
                    <a:pt x="1682234" y="1354917"/>
                  </a:lnTo>
                  <a:lnTo>
                    <a:pt x="1668883" y="1348790"/>
                  </a:lnTo>
                  <a:lnTo>
                    <a:pt x="1655532" y="1342627"/>
                  </a:lnTo>
                  <a:lnTo>
                    <a:pt x="1642181" y="1336453"/>
                  </a:lnTo>
                  <a:lnTo>
                    <a:pt x="1628830" y="1330290"/>
                  </a:lnTo>
                  <a:lnTo>
                    <a:pt x="1615479" y="1324160"/>
                  </a:lnTo>
                  <a:lnTo>
                    <a:pt x="1602128" y="1318087"/>
                  </a:lnTo>
                  <a:lnTo>
                    <a:pt x="1588776" y="1312094"/>
                  </a:lnTo>
                  <a:lnTo>
                    <a:pt x="1575425" y="1306205"/>
                  </a:lnTo>
                  <a:lnTo>
                    <a:pt x="1562074" y="1300443"/>
                  </a:lnTo>
                  <a:lnTo>
                    <a:pt x="1548723" y="1294832"/>
                  </a:lnTo>
                  <a:lnTo>
                    <a:pt x="1535372" y="1289397"/>
                  </a:lnTo>
                  <a:lnTo>
                    <a:pt x="1522021" y="1284161"/>
                  </a:lnTo>
                  <a:lnTo>
                    <a:pt x="1508670" y="1279150"/>
                  </a:lnTo>
                  <a:lnTo>
                    <a:pt x="1495319" y="1274386"/>
                  </a:lnTo>
                  <a:lnTo>
                    <a:pt x="1481968" y="1269895"/>
                  </a:lnTo>
                  <a:lnTo>
                    <a:pt x="1468617" y="1265699"/>
                  </a:lnTo>
                  <a:lnTo>
                    <a:pt x="1455266" y="1261824"/>
                  </a:lnTo>
                  <a:lnTo>
                    <a:pt x="1441915" y="1258293"/>
                  </a:lnTo>
                  <a:lnTo>
                    <a:pt x="1428564" y="1260466"/>
                  </a:lnTo>
                  <a:lnTo>
                    <a:pt x="1415213" y="1268950"/>
                  </a:lnTo>
                  <a:lnTo>
                    <a:pt x="1401862" y="1277652"/>
                  </a:lnTo>
                  <a:lnTo>
                    <a:pt x="1388510" y="1286578"/>
                  </a:lnTo>
                  <a:lnTo>
                    <a:pt x="1375159" y="1295735"/>
                  </a:lnTo>
                  <a:lnTo>
                    <a:pt x="1361808" y="1305127"/>
                  </a:lnTo>
                  <a:lnTo>
                    <a:pt x="1348457" y="1314762"/>
                  </a:lnTo>
                  <a:lnTo>
                    <a:pt x="1335106" y="1324646"/>
                  </a:lnTo>
                  <a:lnTo>
                    <a:pt x="1321755" y="1334785"/>
                  </a:lnTo>
                  <a:lnTo>
                    <a:pt x="1308404" y="1345186"/>
                  </a:lnTo>
                  <a:lnTo>
                    <a:pt x="1295053" y="1355857"/>
                  </a:lnTo>
                  <a:lnTo>
                    <a:pt x="1281702" y="1366804"/>
                  </a:lnTo>
                  <a:lnTo>
                    <a:pt x="1268351" y="1378036"/>
                  </a:lnTo>
                  <a:lnTo>
                    <a:pt x="1255000" y="1389561"/>
                  </a:lnTo>
                  <a:lnTo>
                    <a:pt x="1241649" y="1401387"/>
                  </a:lnTo>
                  <a:lnTo>
                    <a:pt x="1228298" y="1413522"/>
                  </a:lnTo>
                  <a:lnTo>
                    <a:pt x="1214947" y="1425978"/>
                  </a:lnTo>
                  <a:lnTo>
                    <a:pt x="1201596" y="1438763"/>
                  </a:lnTo>
                  <a:lnTo>
                    <a:pt x="1188244" y="1451887"/>
                  </a:lnTo>
                  <a:lnTo>
                    <a:pt x="1174893" y="1465362"/>
                  </a:lnTo>
                  <a:lnTo>
                    <a:pt x="1161542" y="1479198"/>
                  </a:lnTo>
                  <a:lnTo>
                    <a:pt x="1148191" y="1493409"/>
                  </a:lnTo>
                  <a:lnTo>
                    <a:pt x="1134840" y="1508005"/>
                  </a:lnTo>
                  <a:lnTo>
                    <a:pt x="1121489" y="1522999"/>
                  </a:lnTo>
                  <a:lnTo>
                    <a:pt x="1108138" y="1538406"/>
                  </a:lnTo>
                  <a:lnTo>
                    <a:pt x="1094787" y="1554234"/>
                  </a:lnTo>
                  <a:lnTo>
                    <a:pt x="1081436" y="1570485"/>
                  </a:lnTo>
                  <a:lnTo>
                    <a:pt x="1068085" y="1587152"/>
                  </a:lnTo>
                  <a:lnTo>
                    <a:pt x="1054734" y="1604230"/>
                  </a:lnTo>
                  <a:lnTo>
                    <a:pt x="1041383" y="1621712"/>
                  </a:lnTo>
                  <a:lnTo>
                    <a:pt x="1028032" y="1639588"/>
                  </a:lnTo>
                  <a:lnTo>
                    <a:pt x="1014681" y="1657848"/>
                  </a:lnTo>
                  <a:lnTo>
                    <a:pt x="1001330" y="1676478"/>
                  </a:lnTo>
                  <a:lnTo>
                    <a:pt x="987978" y="1695466"/>
                  </a:lnTo>
                  <a:lnTo>
                    <a:pt x="974627" y="1714793"/>
                  </a:lnTo>
                  <a:lnTo>
                    <a:pt x="961276" y="1734441"/>
                  </a:lnTo>
                  <a:lnTo>
                    <a:pt x="947925" y="1754392"/>
                  </a:lnTo>
                  <a:lnTo>
                    <a:pt x="934574" y="1774622"/>
                  </a:lnTo>
                  <a:lnTo>
                    <a:pt x="921223" y="1795110"/>
                  </a:lnTo>
                  <a:lnTo>
                    <a:pt x="907872" y="1815830"/>
                  </a:lnTo>
                  <a:lnTo>
                    <a:pt x="894521" y="1836757"/>
                  </a:lnTo>
                  <a:lnTo>
                    <a:pt x="881170" y="1857866"/>
                  </a:lnTo>
                  <a:lnTo>
                    <a:pt x="867819" y="1879128"/>
                  </a:lnTo>
                  <a:lnTo>
                    <a:pt x="854468" y="1900518"/>
                  </a:lnTo>
                  <a:lnTo>
                    <a:pt x="841117" y="1922007"/>
                  </a:lnTo>
                  <a:lnTo>
                    <a:pt x="827766" y="1943567"/>
                  </a:lnTo>
                  <a:lnTo>
                    <a:pt x="814415" y="1965173"/>
                  </a:lnTo>
                  <a:lnTo>
                    <a:pt x="801064" y="1986797"/>
                  </a:lnTo>
                  <a:lnTo>
                    <a:pt x="787712" y="2008412"/>
                  </a:lnTo>
                  <a:lnTo>
                    <a:pt x="774361" y="2029993"/>
                  </a:lnTo>
                  <a:lnTo>
                    <a:pt x="761010" y="2051516"/>
                  </a:lnTo>
                  <a:lnTo>
                    <a:pt x="747659" y="2072955"/>
                  </a:lnTo>
                  <a:lnTo>
                    <a:pt x="734308" y="2094289"/>
                  </a:lnTo>
                  <a:lnTo>
                    <a:pt x="720957" y="2115495"/>
                  </a:lnTo>
                  <a:lnTo>
                    <a:pt x="707606" y="2136552"/>
                  </a:lnTo>
                  <a:lnTo>
                    <a:pt x="694255" y="2157441"/>
                  </a:lnTo>
                  <a:lnTo>
                    <a:pt x="680904" y="2178142"/>
                  </a:lnTo>
                  <a:lnTo>
                    <a:pt x="667553" y="2198639"/>
                  </a:lnTo>
                  <a:lnTo>
                    <a:pt x="654202" y="2218915"/>
                  </a:lnTo>
                  <a:lnTo>
                    <a:pt x="640851" y="2238955"/>
                  </a:lnTo>
                  <a:lnTo>
                    <a:pt x="627500" y="2258744"/>
                  </a:lnTo>
                  <a:lnTo>
                    <a:pt x="614149" y="2278271"/>
                  </a:lnTo>
                  <a:lnTo>
                    <a:pt x="600798" y="2297522"/>
                  </a:lnTo>
                  <a:lnTo>
                    <a:pt x="587446" y="2316488"/>
                  </a:lnTo>
                  <a:lnTo>
                    <a:pt x="574095" y="2335158"/>
                  </a:lnTo>
                  <a:lnTo>
                    <a:pt x="560744" y="2353525"/>
                  </a:lnTo>
                  <a:lnTo>
                    <a:pt x="547393" y="2371580"/>
                  </a:lnTo>
                  <a:lnTo>
                    <a:pt x="534042" y="2389317"/>
                  </a:lnTo>
                  <a:lnTo>
                    <a:pt x="520691" y="2406730"/>
                  </a:lnTo>
                  <a:lnTo>
                    <a:pt x="507340" y="2423813"/>
                  </a:lnTo>
                  <a:lnTo>
                    <a:pt x="493989" y="2440564"/>
                  </a:lnTo>
                  <a:lnTo>
                    <a:pt x="480638" y="2456978"/>
                  </a:lnTo>
                  <a:lnTo>
                    <a:pt x="467287" y="2473054"/>
                  </a:lnTo>
                  <a:lnTo>
                    <a:pt x="453936" y="2488789"/>
                  </a:lnTo>
                  <a:lnTo>
                    <a:pt x="440585" y="2504183"/>
                  </a:lnTo>
                  <a:lnTo>
                    <a:pt x="427234" y="2519234"/>
                  </a:lnTo>
                  <a:lnTo>
                    <a:pt x="413883" y="2533944"/>
                  </a:lnTo>
                  <a:lnTo>
                    <a:pt x="400532" y="2548312"/>
                  </a:lnTo>
                  <a:lnTo>
                    <a:pt x="387180" y="2562340"/>
                  </a:lnTo>
                  <a:lnTo>
                    <a:pt x="373829" y="2576030"/>
                  </a:lnTo>
                  <a:lnTo>
                    <a:pt x="360478" y="2589383"/>
                  </a:lnTo>
                  <a:lnTo>
                    <a:pt x="347127" y="2602403"/>
                  </a:lnTo>
                  <a:lnTo>
                    <a:pt x="333776" y="2615093"/>
                  </a:lnTo>
                  <a:lnTo>
                    <a:pt x="320425" y="2627455"/>
                  </a:lnTo>
                  <a:lnTo>
                    <a:pt x="307074" y="2639494"/>
                  </a:lnTo>
                  <a:lnTo>
                    <a:pt x="293723" y="2651213"/>
                  </a:lnTo>
                  <a:lnTo>
                    <a:pt x="280372" y="2662617"/>
                  </a:lnTo>
                  <a:lnTo>
                    <a:pt x="267021" y="2673713"/>
                  </a:lnTo>
                  <a:lnTo>
                    <a:pt x="253670" y="2684509"/>
                  </a:lnTo>
                  <a:lnTo>
                    <a:pt x="240319" y="2695013"/>
                  </a:lnTo>
                  <a:lnTo>
                    <a:pt x="226968" y="2705232"/>
                  </a:lnTo>
                  <a:lnTo>
                    <a:pt x="213617" y="2715175"/>
                  </a:lnTo>
                  <a:lnTo>
                    <a:pt x="200266" y="2724847"/>
                  </a:lnTo>
                  <a:lnTo>
                    <a:pt x="186914" y="2734257"/>
                  </a:lnTo>
                  <a:lnTo>
                    <a:pt x="173563" y="2743411"/>
                  </a:lnTo>
                  <a:lnTo>
                    <a:pt x="160212" y="2752316"/>
                  </a:lnTo>
                  <a:lnTo>
                    <a:pt x="146861" y="2760978"/>
                  </a:lnTo>
                  <a:lnTo>
                    <a:pt x="133510" y="2769404"/>
                  </a:lnTo>
                  <a:lnTo>
                    <a:pt x="120159" y="2777601"/>
                  </a:lnTo>
                  <a:lnTo>
                    <a:pt x="106808" y="2785574"/>
                  </a:lnTo>
                  <a:lnTo>
                    <a:pt x="93457" y="2793329"/>
                  </a:lnTo>
                  <a:lnTo>
                    <a:pt x="80106" y="2800873"/>
                  </a:lnTo>
                  <a:lnTo>
                    <a:pt x="66755" y="2808210"/>
                  </a:lnTo>
                  <a:lnTo>
                    <a:pt x="53404" y="2815347"/>
                  </a:lnTo>
                  <a:lnTo>
                    <a:pt x="40053" y="2822289"/>
                  </a:lnTo>
                  <a:lnTo>
                    <a:pt x="26702" y="2829041"/>
                  </a:lnTo>
                  <a:lnTo>
                    <a:pt x="13351" y="2835608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012852" y="3498589"/>
              <a:ext cx="3991969" cy="2349569"/>
            </a:xfrm>
            <a:custGeom>
              <a:avLst/>
              <a:pathLst>
                <a:path w="3991969" h="2349569">
                  <a:moveTo>
                    <a:pt x="0" y="2349569"/>
                  </a:moveTo>
                  <a:lnTo>
                    <a:pt x="13351" y="2341337"/>
                  </a:lnTo>
                  <a:lnTo>
                    <a:pt x="26702" y="2333007"/>
                  </a:lnTo>
                  <a:lnTo>
                    <a:pt x="40053" y="2324578"/>
                  </a:lnTo>
                  <a:lnTo>
                    <a:pt x="53404" y="2316049"/>
                  </a:lnTo>
                  <a:lnTo>
                    <a:pt x="66755" y="2307419"/>
                  </a:lnTo>
                  <a:lnTo>
                    <a:pt x="80106" y="2298686"/>
                  </a:lnTo>
                  <a:lnTo>
                    <a:pt x="93457" y="2289849"/>
                  </a:lnTo>
                  <a:lnTo>
                    <a:pt x="106808" y="2280906"/>
                  </a:lnTo>
                  <a:lnTo>
                    <a:pt x="120159" y="2271856"/>
                  </a:lnTo>
                  <a:lnTo>
                    <a:pt x="133510" y="2262697"/>
                  </a:lnTo>
                  <a:lnTo>
                    <a:pt x="146861" y="2253428"/>
                  </a:lnTo>
                  <a:lnTo>
                    <a:pt x="160212" y="2244047"/>
                  </a:lnTo>
                  <a:lnTo>
                    <a:pt x="173563" y="2234552"/>
                  </a:lnTo>
                  <a:lnTo>
                    <a:pt x="186914" y="2224941"/>
                  </a:lnTo>
                  <a:lnTo>
                    <a:pt x="200266" y="2215214"/>
                  </a:lnTo>
                  <a:lnTo>
                    <a:pt x="213617" y="2205367"/>
                  </a:lnTo>
                  <a:lnTo>
                    <a:pt x="226968" y="2195399"/>
                  </a:lnTo>
                  <a:lnTo>
                    <a:pt x="240319" y="2185308"/>
                  </a:lnTo>
                  <a:lnTo>
                    <a:pt x="253670" y="2175092"/>
                  </a:lnTo>
                  <a:lnTo>
                    <a:pt x="267021" y="2164749"/>
                  </a:lnTo>
                  <a:lnTo>
                    <a:pt x="280372" y="2154277"/>
                  </a:lnTo>
                  <a:lnTo>
                    <a:pt x="293723" y="2143673"/>
                  </a:lnTo>
                  <a:lnTo>
                    <a:pt x="307074" y="2132935"/>
                  </a:lnTo>
                  <a:lnTo>
                    <a:pt x="320425" y="2122064"/>
                  </a:lnTo>
                  <a:lnTo>
                    <a:pt x="333776" y="2111061"/>
                  </a:lnTo>
                  <a:lnTo>
                    <a:pt x="347127" y="2099925"/>
                  </a:lnTo>
                  <a:lnTo>
                    <a:pt x="360478" y="2088658"/>
                  </a:lnTo>
                  <a:lnTo>
                    <a:pt x="373829" y="2077261"/>
                  </a:lnTo>
                  <a:lnTo>
                    <a:pt x="387180" y="2065735"/>
                  </a:lnTo>
                  <a:lnTo>
                    <a:pt x="400532" y="2054079"/>
                  </a:lnTo>
                  <a:lnTo>
                    <a:pt x="413883" y="2042296"/>
                  </a:lnTo>
                  <a:lnTo>
                    <a:pt x="427234" y="2030386"/>
                  </a:lnTo>
                  <a:lnTo>
                    <a:pt x="440585" y="2018351"/>
                  </a:lnTo>
                  <a:lnTo>
                    <a:pt x="453936" y="2006192"/>
                  </a:lnTo>
                  <a:lnTo>
                    <a:pt x="467287" y="1993910"/>
                  </a:lnTo>
                  <a:lnTo>
                    <a:pt x="480638" y="1981507"/>
                  </a:lnTo>
                  <a:lnTo>
                    <a:pt x="493989" y="1968984"/>
                  </a:lnTo>
                  <a:lnTo>
                    <a:pt x="507340" y="1956342"/>
                  </a:lnTo>
                  <a:lnTo>
                    <a:pt x="520691" y="1943584"/>
                  </a:lnTo>
                  <a:lnTo>
                    <a:pt x="534042" y="1930710"/>
                  </a:lnTo>
                  <a:lnTo>
                    <a:pt x="547393" y="1917724"/>
                  </a:lnTo>
                  <a:lnTo>
                    <a:pt x="560744" y="1904626"/>
                  </a:lnTo>
                  <a:lnTo>
                    <a:pt x="574095" y="1891419"/>
                  </a:lnTo>
                  <a:lnTo>
                    <a:pt x="587446" y="1878105"/>
                  </a:lnTo>
                  <a:lnTo>
                    <a:pt x="600798" y="1864687"/>
                  </a:lnTo>
                  <a:lnTo>
                    <a:pt x="614149" y="1851165"/>
                  </a:lnTo>
                  <a:lnTo>
                    <a:pt x="627500" y="1837543"/>
                  </a:lnTo>
                  <a:lnTo>
                    <a:pt x="640851" y="1823824"/>
                  </a:lnTo>
                  <a:lnTo>
                    <a:pt x="654202" y="1810010"/>
                  </a:lnTo>
                  <a:lnTo>
                    <a:pt x="667553" y="1796104"/>
                  </a:lnTo>
                  <a:lnTo>
                    <a:pt x="680904" y="1782109"/>
                  </a:lnTo>
                  <a:lnTo>
                    <a:pt x="694255" y="1768028"/>
                  </a:lnTo>
                  <a:lnTo>
                    <a:pt x="707606" y="1753864"/>
                  </a:lnTo>
                  <a:lnTo>
                    <a:pt x="720957" y="1739622"/>
                  </a:lnTo>
                  <a:lnTo>
                    <a:pt x="734308" y="1725304"/>
                  </a:lnTo>
                  <a:lnTo>
                    <a:pt x="747659" y="1710916"/>
                  </a:lnTo>
                  <a:lnTo>
                    <a:pt x="761010" y="1696462"/>
                  </a:lnTo>
                  <a:lnTo>
                    <a:pt x="774361" y="1681947"/>
                  </a:lnTo>
                  <a:lnTo>
                    <a:pt x="787712" y="1667376"/>
                  </a:lnTo>
                  <a:lnTo>
                    <a:pt x="801064" y="1652756"/>
                  </a:lnTo>
                  <a:lnTo>
                    <a:pt x="814415" y="1638094"/>
                  </a:lnTo>
                  <a:lnTo>
                    <a:pt x="827766" y="1623396"/>
                  </a:lnTo>
                  <a:lnTo>
                    <a:pt x="841117" y="1608672"/>
                  </a:lnTo>
                  <a:lnTo>
                    <a:pt x="854468" y="1593931"/>
                  </a:lnTo>
                  <a:lnTo>
                    <a:pt x="867819" y="1579184"/>
                  </a:lnTo>
                  <a:lnTo>
                    <a:pt x="881170" y="1564443"/>
                  </a:lnTo>
                  <a:lnTo>
                    <a:pt x="894521" y="1549722"/>
                  </a:lnTo>
                  <a:lnTo>
                    <a:pt x="907872" y="1535036"/>
                  </a:lnTo>
                  <a:lnTo>
                    <a:pt x="921223" y="1520402"/>
                  </a:lnTo>
                  <a:lnTo>
                    <a:pt x="934574" y="1505839"/>
                  </a:lnTo>
                  <a:lnTo>
                    <a:pt x="947925" y="1491369"/>
                  </a:lnTo>
                  <a:lnTo>
                    <a:pt x="961276" y="1477015"/>
                  </a:lnTo>
                  <a:lnTo>
                    <a:pt x="974627" y="1462803"/>
                  </a:lnTo>
                  <a:lnTo>
                    <a:pt x="987978" y="1448763"/>
                  </a:lnTo>
                  <a:lnTo>
                    <a:pt x="1001330" y="1434924"/>
                  </a:lnTo>
                  <a:lnTo>
                    <a:pt x="1014681" y="1421321"/>
                  </a:lnTo>
                  <a:lnTo>
                    <a:pt x="1028032" y="1407990"/>
                  </a:lnTo>
                  <a:lnTo>
                    <a:pt x="1041383" y="1394969"/>
                  </a:lnTo>
                  <a:lnTo>
                    <a:pt x="1054734" y="1382299"/>
                  </a:lnTo>
                  <a:lnTo>
                    <a:pt x="1068085" y="1370021"/>
                  </a:lnTo>
                  <a:lnTo>
                    <a:pt x="1081436" y="1358181"/>
                  </a:lnTo>
                  <a:lnTo>
                    <a:pt x="1094787" y="1346824"/>
                  </a:lnTo>
                  <a:lnTo>
                    <a:pt x="1108138" y="1335996"/>
                  </a:lnTo>
                  <a:lnTo>
                    <a:pt x="1121489" y="1325739"/>
                  </a:lnTo>
                  <a:lnTo>
                    <a:pt x="1134840" y="1316072"/>
                  </a:lnTo>
                  <a:lnTo>
                    <a:pt x="1148191" y="1307010"/>
                  </a:lnTo>
                  <a:lnTo>
                    <a:pt x="1161542" y="1298562"/>
                  </a:lnTo>
                  <a:lnTo>
                    <a:pt x="1174893" y="1290735"/>
                  </a:lnTo>
                  <a:lnTo>
                    <a:pt x="1188244" y="1283537"/>
                  </a:lnTo>
                  <a:lnTo>
                    <a:pt x="1201596" y="1276969"/>
                  </a:lnTo>
                  <a:lnTo>
                    <a:pt x="1214947" y="1271032"/>
                  </a:lnTo>
                  <a:lnTo>
                    <a:pt x="1228298" y="1265726"/>
                  </a:lnTo>
                  <a:lnTo>
                    <a:pt x="1241649" y="1261046"/>
                  </a:lnTo>
                  <a:lnTo>
                    <a:pt x="1255000" y="1256988"/>
                  </a:lnTo>
                  <a:lnTo>
                    <a:pt x="1268351" y="1253542"/>
                  </a:lnTo>
                  <a:lnTo>
                    <a:pt x="1281702" y="1250700"/>
                  </a:lnTo>
                  <a:lnTo>
                    <a:pt x="1295053" y="1248452"/>
                  </a:lnTo>
                  <a:lnTo>
                    <a:pt x="1308404" y="1246783"/>
                  </a:lnTo>
                  <a:lnTo>
                    <a:pt x="1321755" y="1245680"/>
                  </a:lnTo>
                  <a:lnTo>
                    <a:pt x="1335106" y="1245127"/>
                  </a:lnTo>
                  <a:lnTo>
                    <a:pt x="1348457" y="1245108"/>
                  </a:lnTo>
                  <a:lnTo>
                    <a:pt x="1361808" y="1245605"/>
                  </a:lnTo>
                  <a:lnTo>
                    <a:pt x="1375159" y="1246598"/>
                  </a:lnTo>
                  <a:lnTo>
                    <a:pt x="1388510" y="1248068"/>
                  </a:lnTo>
                  <a:lnTo>
                    <a:pt x="1401862" y="1249994"/>
                  </a:lnTo>
                  <a:lnTo>
                    <a:pt x="1415213" y="1252355"/>
                  </a:lnTo>
                  <a:lnTo>
                    <a:pt x="1428564" y="1255129"/>
                  </a:lnTo>
                  <a:lnTo>
                    <a:pt x="1441915" y="1252195"/>
                  </a:lnTo>
                  <a:lnTo>
                    <a:pt x="1455266" y="1244132"/>
                  </a:lnTo>
                  <a:lnTo>
                    <a:pt x="1468617" y="1236270"/>
                  </a:lnTo>
                  <a:lnTo>
                    <a:pt x="1481968" y="1228605"/>
                  </a:lnTo>
                  <a:lnTo>
                    <a:pt x="1495319" y="1221130"/>
                  </a:lnTo>
                  <a:lnTo>
                    <a:pt x="1508670" y="1213842"/>
                  </a:lnTo>
                  <a:lnTo>
                    <a:pt x="1522021" y="1206734"/>
                  </a:lnTo>
                  <a:lnTo>
                    <a:pt x="1535372" y="1199801"/>
                  </a:lnTo>
                  <a:lnTo>
                    <a:pt x="1548723" y="1193038"/>
                  </a:lnTo>
                  <a:lnTo>
                    <a:pt x="1562074" y="1186440"/>
                  </a:lnTo>
                  <a:lnTo>
                    <a:pt x="1575425" y="1180001"/>
                  </a:lnTo>
                  <a:lnTo>
                    <a:pt x="1588776" y="1173717"/>
                  </a:lnTo>
                  <a:lnTo>
                    <a:pt x="1602128" y="1167582"/>
                  </a:lnTo>
                  <a:lnTo>
                    <a:pt x="1615479" y="1161590"/>
                  </a:lnTo>
                  <a:lnTo>
                    <a:pt x="1628830" y="1155737"/>
                  </a:lnTo>
                  <a:lnTo>
                    <a:pt x="1642181" y="1150017"/>
                  </a:lnTo>
                  <a:lnTo>
                    <a:pt x="1655532" y="1144425"/>
                  </a:lnTo>
                  <a:lnTo>
                    <a:pt x="1668883" y="1138956"/>
                  </a:lnTo>
                  <a:lnTo>
                    <a:pt x="1682234" y="1133603"/>
                  </a:lnTo>
                  <a:lnTo>
                    <a:pt x="1695585" y="1128362"/>
                  </a:lnTo>
                  <a:lnTo>
                    <a:pt x="1708936" y="1123226"/>
                  </a:lnTo>
                  <a:lnTo>
                    <a:pt x="1722287" y="1118191"/>
                  </a:lnTo>
                  <a:lnTo>
                    <a:pt x="1735638" y="1113250"/>
                  </a:lnTo>
                  <a:lnTo>
                    <a:pt x="1748989" y="1108398"/>
                  </a:lnTo>
                  <a:lnTo>
                    <a:pt x="1762340" y="1103629"/>
                  </a:lnTo>
                  <a:lnTo>
                    <a:pt x="1775691" y="1098936"/>
                  </a:lnTo>
                  <a:lnTo>
                    <a:pt x="1789042" y="1094315"/>
                  </a:lnTo>
                  <a:lnTo>
                    <a:pt x="1802394" y="1089762"/>
                  </a:lnTo>
                  <a:lnTo>
                    <a:pt x="1815745" y="1085275"/>
                  </a:lnTo>
                  <a:lnTo>
                    <a:pt x="1829096" y="1080855"/>
                  </a:lnTo>
                  <a:lnTo>
                    <a:pt x="1842447" y="1076500"/>
                  </a:lnTo>
                  <a:lnTo>
                    <a:pt x="1855798" y="1072208"/>
                  </a:lnTo>
                  <a:lnTo>
                    <a:pt x="1869149" y="1067979"/>
                  </a:lnTo>
                  <a:lnTo>
                    <a:pt x="1882500" y="1063812"/>
                  </a:lnTo>
                  <a:lnTo>
                    <a:pt x="1895851" y="1059704"/>
                  </a:lnTo>
                  <a:lnTo>
                    <a:pt x="1909202" y="1055655"/>
                  </a:lnTo>
                  <a:lnTo>
                    <a:pt x="1922553" y="1051662"/>
                  </a:lnTo>
                  <a:lnTo>
                    <a:pt x="1935904" y="1047726"/>
                  </a:lnTo>
                  <a:lnTo>
                    <a:pt x="1949255" y="1043844"/>
                  </a:lnTo>
                  <a:lnTo>
                    <a:pt x="1962606" y="1040014"/>
                  </a:lnTo>
                  <a:lnTo>
                    <a:pt x="1975957" y="1036235"/>
                  </a:lnTo>
                  <a:lnTo>
                    <a:pt x="1989309" y="1032506"/>
                  </a:lnTo>
                  <a:lnTo>
                    <a:pt x="2002660" y="1028824"/>
                  </a:lnTo>
                  <a:lnTo>
                    <a:pt x="2016011" y="1025188"/>
                  </a:lnTo>
                  <a:lnTo>
                    <a:pt x="2029362" y="1021596"/>
                  </a:lnTo>
                  <a:lnTo>
                    <a:pt x="2042713" y="1018046"/>
                  </a:lnTo>
                  <a:lnTo>
                    <a:pt x="2056064" y="1014537"/>
                  </a:lnTo>
                  <a:lnTo>
                    <a:pt x="2069415" y="1011066"/>
                  </a:lnTo>
                  <a:lnTo>
                    <a:pt x="2082766" y="1007631"/>
                  </a:lnTo>
                  <a:lnTo>
                    <a:pt x="2096117" y="1004231"/>
                  </a:lnTo>
                  <a:lnTo>
                    <a:pt x="2109468" y="1000863"/>
                  </a:lnTo>
                  <a:lnTo>
                    <a:pt x="2122819" y="997526"/>
                  </a:lnTo>
                  <a:lnTo>
                    <a:pt x="2136170" y="994216"/>
                  </a:lnTo>
                  <a:lnTo>
                    <a:pt x="2149521" y="990933"/>
                  </a:lnTo>
                  <a:lnTo>
                    <a:pt x="2162872" y="987673"/>
                  </a:lnTo>
                  <a:lnTo>
                    <a:pt x="2176223" y="984434"/>
                  </a:lnTo>
                  <a:lnTo>
                    <a:pt x="2189575" y="981214"/>
                  </a:lnTo>
                  <a:lnTo>
                    <a:pt x="2202926" y="978011"/>
                  </a:lnTo>
                  <a:lnTo>
                    <a:pt x="2216277" y="974822"/>
                  </a:lnTo>
                  <a:lnTo>
                    <a:pt x="2229628" y="971644"/>
                  </a:lnTo>
                  <a:lnTo>
                    <a:pt x="2242979" y="968476"/>
                  </a:lnTo>
                  <a:lnTo>
                    <a:pt x="2256330" y="965315"/>
                  </a:lnTo>
                  <a:lnTo>
                    <a:pt x="2269681" y="962157"/>
                  </a:lnTo>
                  <a:lnTo>
                    <a:pt x="2283032" y="959001"/>
                  </a:lnTo>
                  <a:lnTo>
                    <a:pt x="2296383" y="955844"/>
                  </a:lnTo>
                  <a:lnTo>
                    <a:pt x="2309734" y="952683"/>
                  </a:lnTo>
                  <a:lnTo>
                    <a:pt x="2323085" y="949515"/>
                  </a:lnTo>
                  <a:lnTo>
                    <a:pt x="2336436" y="946338"/>
                  </a:lnTo>
                  <a:lnTo>
                    <a:pt x="2349787" y="943148"/>
                  </a:lnTo>
                  <a:lnTo>
                    <a:pt x="2363138" y="939944"/>
                  </a:lnTo>
                  <a:lnTo>
                    <a:pt x="2376489" y="936722"/>
                  </a:lnTo>
                  <a:lnTo>
                    <a:pt x="2389841" y="933479"/>
                  </a:lnTo>
                  <a:lnTo>
                    <a:pt x="2403192" y="930212"/>
                  </a:lnTo>
                  <a:lnTo>
                    <a:pt x="2416543" y="926919"/>
                  </a:lnTo>
                  <a:lnTo>
                    <a:pt x="2429894" y="923597"/>
                  </a:lnTo>
                  <a:lnTo>
                    <a:pt x="2443245" y="920243"/>
                  </a:lnTo>
                  <a:lnTo>
                    <a:pt x="2456596" y="916853"/>
                  </a:lnTo>
                  <a:lnTo>
                    <a:pt x="2469947" y="913425"/>
                  </a:lnTo>
                  <a:lnTo>
                    <a:pt x="2483298" y="909956"/>
                  </a:lnTo>
                  <a:lnTo>
                    <a:pt x="2496649" y="906444"/>
                  </a:lnTo>
                  <a:lnTo>
                    <a:pt x="2510000" y="902884"/>
                  </a:lnTo>
                  <a:lnTo>
                    <a:pt x="2523351" y="899275"/>
                  </a:lnTo>
                  <a:lnTo>
                    <a:pt x="2536702" y="895613"/>
                  </a:lnTo>
                  <a:lnTo>
                    <a:pt x="2550053" y="891896"/>
                  </a:lnTo>
                  <a:lnTo>
                    <a:pt x="2563404" y="888121"/>
                  </a:lnTo>
                  <a:lnTo>
                    <a:pt x="2576755" y="884285"/>
                  </a:lnTo>
                  <a:lnTo>
                    <a:pt x="2590107" y="880386"/>
                  </a:lnTo>
                  <a:lnTo>
                    <a:pt x="2603458" y="876420"/>
                  </a:lnTo>
                  <a:lnTo>
                    <a:pt x="2616809" y="872385"/>
                  </a:lnTo>
                  <a:lnTo>
                    <a:pt x="2630160" y="868279"/>
                  </a:lnTo>
                  <a:lnTo>
                    <a:pt x="2643511" y="864100"/>
                  </a:lnTo>
                  <a:lnTo>
                    <a:pt x="2656862" y="859843"/>
                  </a:lnTo>
                  <a:lnTo>
                    <a:pt x="2670213" y="855509"/>
                  </a:lnTo>
                  <a:lnTo>
                    <a:pt x="2683564" y="851093"/>
                  </a:lnTo>
                  <a:lnTo>
                    <a:pt x="2696915" y="846595"/>
                  </a:lnTo>
                  <a:lnTo>
                    <a:pt x="2710266" y="842011"/>
                  </a:lnTo>
                  <a:lnTo>
                    <a:pt x="2723617" y="837340"/>
                  </a:lnTo>
                  <a:lnTo>
                    <a:pt x="2736968" y="832581"/>
                  </a:lnTo>
                  <a:lnTo>
                    <a:pt x="2750319" y="827731"/>
                  </a:lnTo>
                  <a:lnTo>
                    <a:pt x="2763670" y="822789"/>
                  </a:lnTo>
                  <a:lnTo>
                    <a:pt x="2777021" y="817752"/>
                  </a:lnTo>
                  <a:lnTo>
                    <a:pt x="2790373" y="812621"/>
                  </a:lnTo>
                  <a:lnTo>
                    <a:pt x="2803724" y="807393"/>
                  </a:lnTo>
                  <a:lnTo>
                    <a:pt x="2817075" y="802068"/>
                  </a:lnTo>
                  <a:lnTo>
                    <a:pt x="2830426" y="796644"/>
                  </a:lnTo>
                  <a:lnTo>
                    <a:pt x="2843777" y="791120"/>
                  </a:lnTo>
                  <a:lnTo>
                    <a:pt x="2857128" y="785497"/>
                  </a:lnTo>
                  <a:lnTo>
                    <a:pt x="2870479" y="779772"/>
                  </a:lnTo>
                  <a:lnTo>
                    <a:pt x="2883830" y="773946"/>
                  </a:lnTo>
                  <a:lnTo>
                    <a:pt x="2897181" y="768018"/>
                  </a:lnTo>
                  <a:lnTo>
                    <a:pt x="2910532" y="761988"/>
                  </a:lnTo>
                  <a:lnTo>
                    <a:pt x="2923883" y="755856"/>
                  </a:lnTo>
                  <a:lnTo>
                    <a:pt x="2937234" y="749622"/>
                  </a:lnTo>
                  <a:lnTo>
                    <a:pt x="2950585" y="743286"/>
                  </a:lnTo>
                  <a:lnTo>
                    <a:pt x="2963936" y="736849"/>
                  </a:lnTo>
                  <a:lnTo>
                    <a:pt x="2977287" y="730311"/>
                  </a:lnTo>
                  <a:lnTo>
                    <a:pt x="2990639" y="723672"/>
                  </a:lnTo>
                  <a:lnTo>
                    <a:pt x="3003990" y="716933"/>
                  </a:lnTo>
                  <a:lnTo>
                    <a:pt x="3017341" y="710096"/>
                  </a:lnTo>
                  <a:lnTo>
                    <a:pt x="3030692" y="703160"/>
                  </a:lnTo>
                  <a:lnTo>
                    <a:pt x="3044043" y="696128"/>
                  </a:lnTo>
                  <a:lnTo>
                    <a:pt x="3057394" y="689000"/>
                  </a:lnTo>
                  <a:lnTo>
                    <a:pt x="3070745" y="681778"/>
                  </a:lnTo>
                  <a:lnTo>
                    <a:pt x="3084096" y="674463"/>
                  </a:lnTo>
                  <a:lnTo>
                    <a:pt x="3097447" y="667057"/>
                  </a:lnTo>
                  <a:lnTo>
                    <a:pt x="3110798" y="659560"/>
                  </a:lnTo>
                  <a:lnTo>
                    <a:pt x="3124149" y="651976"/>
                  </a:lnTo>
                  <a:lnTo>
                    <a:pt x="3137500" y="644305"/>
                  </a:lnTo>
                  <a:lnTo>
                    <a:pt x="3150851" y="636548"/>
                  </a:lnTo>
                  <a:lnTo>
                    <a:pt x="3164202" y="628707"/>
                  </a:lnTo>
                  <a:lnTo>
                    <a:pt x="3177553" y="620781"/>
                  </a:lnTo>
                  <a:lnTo>
                    <a:pt x="3190905" y="612771"/>
                  </a:lnTo>
                  <a:lnTo>
                    <a:pt x="3204256" y="604680"/>
                  </a:lnTo>
                  <a:lnTo>
                    <a:pt x="3217607" y="596506"/>
                  </a:lnTo>
                  <a:lnTo>
                    <a:pt x="3230958" y="588252"/>
                  </a:lnTo>
                  <a:lnTo>
                    <a:pt x="3244309" y="579917"/>
                  </a:lnTo>
                  <a:lnTo>
                    <a:pt x="3257660" y="571503"/>
                  </a:lnTo>
                  <a:lnTo>
                    <a:pt x="3271011" y="563010"/>
                  </a:lnTo>
                  <a:lnTo>
                    <a:pt x="3284362" y="554439"/>
                  </a:lnTo>
                  <a:lnTo>
                    <a:pt x="3297713" y="545791"/>
                  </a:lnTo>
                  <a:lnTo>
                    <a:pt x="3311064" y="537066"/>
                  </a:lnTo>
                  <a:lnTo>
                    <a:pt x="3324415" y="528265"/>
                  </a:lnTo>
                  <a:lnTo>
                    <a:pt x="3337766" y="519389"/>
                  </a:lnTo>
                  <a:lnTo>
                    <a:pt x="3351117" y="510437"/>
                  </a:lnTo>
                  <a:lnTo>
                    <a:pt x="3364468" y="501412"/>
                  </a:lnTo>
                  <a:lnTo>
                    <a:pt x="3377819" y="492312"/>
                  </a:lnTo>
                  <a:lnTo>
                    <a:pt x="3391171" y="483139"/>
                  </a:lnTo>
                  <a:lnTo>
                    <a:pt x="3404522" y="473894"/>
                  </a:lnTo>
                  <a:lnTo>
                    <a:pt x="3417873" y="464576"/>
                  </a:lnTo>
                  <a:lnTo>
                    <a:pt x="3431224" y="455187"/>
                  </a:lnTo>
                  <a:lnTo>
                    <a:pt x="3444575" y="445726"/>
                  </a:lnTo>
                  <a:lnTo>
                    <a:pt x="3457926" y="436194"/>
                  </a:lnTo>
                  <a:lnTo>
                    <a:pt x="3471277" y="426592"/>
                  </a:lnTo>
                  <a:lnTo>
                    <a:pt x="3484628" y="416920"/>
                  </a:lnTo>
                  <a:lnTo>
                    <a:pt x="3497979" y="407178"/>
                  </a:lnTo>
                  <a:lnTo>
                    <a:pt x="3511330" y="397367"/>
                  </a:lnTo>
                  <a:lnTo>
                    <a:pt x="3524681" y="387488"/>
                  </a:lnTo>
                  <a:lnTo>
                    <a:pt x="3538032" y="377539"/>
                  </a:lnTo>
                  <a:lnTo>
                    <a:pt x="3551383" y="367522"/>
                  </a:lnTo>
                  <a:lnTo>
                    <a:pt x="3564734" y="357437"/>
                  </a:lnTo>
                  <a:lnTo>
                    <a:pt x="3578085" y="347285"/>
                  </a:lnTo>
                  <a:lnTo>
                    <a:pt x="3591437" y="337065"/>
                  </a:lnTo>
                  <a:lnTo>
                    <a:pt x="3604788" y="326778"/>
                  </a:lnTo>
                  <a:lnTo>
                    <a:pt x="3618139" y="316424"/>
                  </a:lnTo>
                  <a:lnTo>
                    <a:pt x="3631490" y="306004"/>
                  </a:lnTo>
                  <a:lnTo>
                    <a:pt x="3644841" y="295517"/>
                  </a:lnTo>
                  <a:lnTo>
                    <a:pt x="3658192" y="284964"/>
                  </a:lnTo>
                  <a:lnTo>
                    <a:pt x="3671543" y="274345"/>
                  </a:lnTo>
                  <a:lnTo>
                    <a:pt x="3684894" y="263660"/>
                  </a:lnTo>
                  <a:lnTo>
                    <a:pt x="3698245" y="252909"/>
                  </a:lnTo>
                  <a:lnTo>
                    <a:pt x="3711596" y="242093"/>
                  </a:lnTo>
                  <a:lnTo>
                    <a:pt x="3724947" y="231212"/>
                  </a:lnTo>
                  <a:lnTo>
                    <a:pt x="3738298" y="220265"/>
                  </a:lnTo>
                  <a:lnTo>
                    <a:pt x="3751649" y="209253"/>
                  </a:lnTo>
                  <a:lnTo>
                    <a:pt x="3765000" y="198176"/>
                  </a:lnTo>
                  <a:lnTo>
                    <a:pt x="3778352" y="187035"/>
                  </a:lnTo>
                  <a:lnTo>
                    <a:pt x="3791703" y="175828"/>
                  </a:lnTo>
                  <a:lnTo>
                    <a:pt x="3805054" y="164557"/>
                  </a:lnTo>
                  <a:lnTo>
                    <a:pt x="3818405" y="153222"/>
                  </a:lnTo>
                  <a:lnTo>
                    <a:pt x="3831756" y="141822"/>
                  </a:lnTo>
                  <a:lnTo>
                    <a:pt x="3845107" y="130357"/>
                  </a:lnTo>
                  <a:lnTo>
                    <a:pt x="3858458" y="118828"/>
                  </a:lnTo>
                  <a:lnTo>
                    <a:pt x="3871809" y="107234"/>
                  </a:lnTo>
                  <a:lnTo>
                    <a:pt x="3885160" y="95577"/>
                  </a:lnTo>
                  <a:lnTo>
                    <a:pt x="3898511" y="83855"/>
                  </a:lnTo>
                  <a:lnTo>
                    <a:pt x="3911862" y="72068"/>
                  </a:lnTo>
                  <a:lnTo>
                    <a:pt x="3925213" y="60217"/>
                  </a:lnTo>
                  <a:lnTo>
                    <a:pt x="3938564" y="48302"/>
                  </a:lnTo>
                  <a:lnTo>
                    <a:pt x="3951915" y="36323"/>
                  </a:lnTo>
                  <a:lnTo>
                    <a:pt x="3965266" y="24280"/>
                  </a:lnTo>
                  <a:lnTo>
                    <a:pt x="3978618" y="12172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012852" y="4756882"/>
              <a:ext cx="3991969" cy="1583702"/>
            </a:xfrm>
            <a:custGeom>
              <a:avLst/>
              <a:pathLst>
                <a:path w="3991969" h="1583702">
                  <a:moveTo>
                    <a:pt x="3991969" y="229850"/>
                  </a:moveTo>
                  <a:lnTo>
                    <a:pt x="3978618" y="228466"/>
                  </a:lnTo>
                  <a:lnTo>
                    <a:pt x="3965266" y="227090"/>
                  </a:lnTo>
                  <a:lnTo>
                    <a:pt x="3951915" y="225721"/>
                  </a:lnTo>
                  <a:lnTo>
                    <a:pt x="3938564" y="224359"/>
                  </a:lnTo>
                  <a:lnTo>
                    <a:pt x="3925213" y="223005"/>
                  </a:lnTo>
                  <a:lnTo>
                    <a:pt x="3911862" y="221660"/>
                  </a:lnTo>
                  <a:lnTo>
                    <a:pt x="3898511" y="220322"/>
                  </a:lnTo>
                  <a:lnTo>
                    <a:pt x="3885160" y="218993"/>
                  </a:lnTo>
                  <a:lnTo>
                    <a:pt x="3871809" y="217673"/>
                  </a:lnTo>
                  <a:lnTo>
                    <a:pt x="3858458" y="216362"/>
                  </a:lnTo>
                  <a:lnTo>
                    <a:pt x="3845107" y="215059"/>
                  </a:lnTo>
                  <a:lnTo>
                    <a:pt x="3831756" y="213767"/>
                  </a:lnTo>
                  <a:lnTo>
                    <a:pt x="3818405" y="212484"/>
                  </a:lnTo>
                  <a:lnTo>
                    <a:pt x="3805054" y="211211"/>
                  </a:lnTo>
                  <a:lnTo>
                    <a:pt x="3791703" y="209949"/>
                  </a:lnTo>
                  <a:lnTo>
                    <a:pt x="3778352" y="208697"/>
                  </a:lnTo>
                  <a:lnTo>
                    <a:pt x="3765000" y="207456"/>
                  </a:lnTo>
                  <a:lnTo>
                    <a:pt x="3751649" y="206226"/>
                  </a:lnTo>
                  <a:lnTo>
                    <a:pt x="3738298" y="205008"/>
                  </a:lnTo>
                  <a:lnTo>
                    <a:pt x="3724947" y="203802"/>
                  </a:lnTo>
                  <a:lnTo>
                    <a:pt x="3711596" y="202608"/>
                  </a:lnTo>
                  <a:lnTo>
                    <a:pt x="3698245" y="201426"/>
                  </a:lnTo>
                  <a:lnTo>
                    <a:pt x="3684894" y="200258"/>
                  </a:lnTo>
                  <a:lnTo>
                    <a:pt x="3671543" y="199103"/>
                  </a:lnTo>
                  <a:lnTo>
                    <a:pt x="3658192" y="197962"/>
                  </a:lnTo>
                  <a:lnTo>
                    <a:pt x="3644841" y="196834"/>
                  </a:lnTo>
                  <a:lnTo>
                    <a:pt x="3631490" y="195721"/>
                  </a:lnTo>
                  <a:lnTo>
                    <a:pt x="3618139" y="194624"/>
                  </a:lnTo>
                  <a:lnTo>
                    <a:pt x="3604788" y="193541"/>
                  </a:lnTo>
                  <a:lnTo>
                    <a:pt x="3591437" y="192475"/>
                  </a:lnTo>
                  <a:lnTo>
                    <a:pt x="3578085" y="191424"/>
                  </a:lnTo>
                  <a:lnTo>
                    <a:pt x="3564734" y="190391"/>
                  </a:lnTo>
                  <a:lnTo>
                    <a:pt x="3551383" y="189374"/>
                  </a:lnTo>
                  <a:lnTo>
                    <a:pt x="3538032" y="188375"/>
                  </a:lnTo>
                  <a:lnTo>
                    <a:pt x="3524681" y="187395"/>
                  </a:lnTo>
                  <a:lnTo>
                    <a:pt x="3511330" y="186433"/>
                  </a:lnTo>
                  <a:lnTo>
                    <a:pt x="3497979" y="185490"/>
                  </a:lnTo>
                  <a:lnTo>
                    <a:pt x="3484628" y="184568"/>
                  </a:lnTo>
                  <a:lnTo>
                    <a:pt x="3471277" y="183665"/>
                  </a:lnTo>
                  <a:lnTo>
                    <a:pt x="3457926" y="182784"/>
                  </a:lnTo>
                  <a:lnTo>
                    <a:pt x="3444575" y="181924"/>
                  </a:lnTo>
                  <a:lnTo>
                    <a:pt x="3431224" y="181087"/>
                  </a:lnTo>
                  <a:lnTo>
                    <a:pt x="3417873" y="180272"/>
                  </a:lnTo>
                  <a:lnTo>
                    <a:pt x="3404522" y="179481"/>
                  </a:lnTo>
                  <a:lnTo>
                    <a:pt x="3391171" y="178714"/>
                  </a:lnTo>
                  <a:lnTo>
                    <a:pt x="3377819" y="177971"/>
                  </a:lnTo>
                  <a:lnTo>
                    <a:pt x="3364468" y="177255"/>
                  </a:lnTo>
                  <a:lnTo>
                    <a:pt x="3351117" y="176564"/>
                  </a:lnTo>
                  <a:lnTo>
                    <a:pt x="3337766" y="175901"/>
                  </a:lnTo>
                  <a:lnTo>
                    <a:pt x="3324415" y="175265"/>
                  </a:lnTo>
                  <a:lnTo>
                    <a:pt x="3311064" y="174658"/>
                  </a:lnTo>
                  <a:lnTo>
                    <a:pt x="3297713" y="174080"/>
                  </a:lnTo>
                  <a:lnTo>
                    <a:pt x="3284362" y="173532"/>
                  </a:lnTo>
                  <a:lnTo>
                    <a:pt x="3271011" y="173015"/>
                  </a:lnTo>
                  <a:lnTo>
                    <a:pt x="3257660" y="172531"/>
                  </a:lnTo>
                  <a:lnTo>
                    <a:pt x="3244309" y="172078"/>
                  </a:lnTo>
                  <a:lnTo>
                    <a:pt x="3230958" y="171660"/>
                  </a:lnTo>
                  <a:lnTo>
                    <a:pt x="3217607" y="171276"/>
                  </a:lnTo>
                  <a:lnTo>
                    <a:pt x="3204256" y="170928"/>
                  </a:lnTo>
                  <a:lnTo>
                    <a:pt x="3190905" y="170615"/>
                  </a:lnTo>
                  <a:lnTo>
                    <a:pt x="3177553" y="170341"/>
                  </a:lnTo>
                  <a:lnTo>
                    <a:pt x="3164202" y="170104"/>
                  </a:lnTo>
                  <a:lnTo>
                    <a:pt x="3150851" y="169908"/>
                  </a:lnTo>
                  <a:lnTo>
                    <a:pt x="3137500" y="169751"/>
                  </a:lnTo>
                  <a:lnTo>
                    <a:pt x="3124149" y="169636"/>
                  </a:lnTo>
                  <a:lnTo>
                    <a:pt x="3110798" y="169564"/>
                  </a:lnTo>
                  <a:lnTo>
                    <a:pt x="3097447" y="169535"/>
                  </a:lnTo>
                  <a:lnTo>
                    <a:pt x="3084096" y="169549"/>
                  </a:lnTo>
                  <a:lnTo>
                    <a:pt x="3070745" y="169608"/>
                  </a:lnTo>
                  <a:lnTo>
                    <a:pt x="3057394" y="169711"/>
                  </a:lnTo>
                  <a:lnTo>
                    <a:pt x="3044043" y="169859"/>
                  </a:lnTo>
                  <a:lnTo>
                    <a:pt x="3030692" y="170052"/>
                  </a:lnTo>
                  <a:lnTo>
                    <a:pt x="3017341" y="170289"/>
                  </a:lnTo>
                  <a:lnTo>
                    <a:pt x="3003990" y="170572"/>
                  </a:lnTo>
                  <a:lnTo>
                    <a:pt x="2990639" y="170899"/>
                  </a:lnTo>
                  <a:lnTo>
                    <a:pt x="2977287" y="171271"/>
                  </a:lnTo>
                  <a:lnTo>
                    <a:pt x="2963936" y="171687"/>
                  </a:lnTo>
                  <a:lnTo>
                    <a:pt x="2950585" y="172147"/>
                  </a:lnTo>
                  <a:lnTo>
                    <a:pt x="2937234" y="172651"/>
                  </a:lnTo>
                  <a:lnTo>
                    <a:pt x="2923883" y="173197"/>
                  </a:lnTo>
                  <a:lnTo>
                    <a:pt x="2910532" y="173786"/>
                  </a:lnTo>
                  <a:lnTo>
                    <a:pt x="2897181" y="174417"/>
                  </a:lnTo>
                  <a:lnTo>
                    <a:pt x="2883830" y="175089"/>
                  </a:lnTo>
                  <a:lnTo>
                    <a:pt x="2870479" y="175800"/>
                  </a:lnTo>
                  <a:lnTo>
                    <a:pt x="2857128" y="176550"/>
                  </a:lnTo>
                  <a:lnTo>
                    <a:pt x="2843777" y="177338"/>
                  </a:lnTo>
                  <a:lnTo>
                    <a:pt x="2830426" y="178163"/>
                  </a:lnTo>
                  <a:lnTo>
                    <a:pt x="2817075" y="179022"/>
                  </a:lnTo>
                  <a:lnTo>
                    <a:pt x="2803724" y="179915"/>
                  </a:lnTo>
                  <a:lnTo>
                    <a:pt x="2790373" y="180839"/>
                  </a:lnTo>
                  <a:lnTo>
                    <a:pt x="2777021" y="181795"/>
                  </a:lnTo>
                  <a:lnTo>
                    <a:pt x="2763670" y="182778"/>
                  </a:lnTo>
                  <a:lnTo>
                    <a:pt x="2750319" y="183788"/>
                  </a:lnTo>
                  <a:lnTo>
                    <a:pt x="2736968" y="184823"/>
                  </a:lnTo>
                  <a:lnTo>
                    <a:pt x="2723617" y="185881"/>
                  </a:lnTo>
                  <a:lnTo>
                    <a:pt x="2710266" y="186959"/>
                  </a:lnTo>
                  <a:lnTo>
                    <a:pt x="2696915" y="188055"/>
                  </a:lnTo>
                  <a:lnTo>
                    <a:pt x="2683564" y="189166"/>
                  </a:lnTo>
                  <a:lnTo>
                    <a:pt x="2670213" y="190292"/>
                  </a:lnTo>
                  <a:lnTo>
                    <a:pt x="2656862" y="191428"/>
                  </a:lnTo>
                  <a:lnTo>
                    <a:pt x="2643511" y="192572"/>
                  </a:lnTo>
                  <a:lnTo>
                    <a:pt x="2630160" y="193722"/>
                  </a:lnTo>
                  <a:lnTo>
                    <a:pt x="2616809" y="194875"/>
                  </a:lnTo>
                  <a:lnTo>
                    <a:pt x="2603458" y="196028"/>
                  </a:lnTo>
                  <a:lnTo>
                    <a:pt x="2590107" y="197179"/>
                  </a:lnTo>
                  <a:lnTo>
                    <a:pt x="2576755" y="198323"/>
                  </a:lnTo>
                  <a:lnTo>
                    <a:pt x="2563404" y="199460"/>
                  </a:lnTo>
                  <a:lnTo>
                    <a:pt x="2550053" y="200585"/>
                  </a:lnTo>
                  <a:lnTo>
                    <a:pt x="2536702" y="201695"/>
                  </a:lnTo>
                  <a:lnTo>
                    <a:pt x="2523351" y="202788"/>
                  </a:lnTo>
                  <a:lnTo>
                    <a:pt x="2510000" y="203860"/>
                  </a:lnTo>
                  <a:lnTo>
                    <a:pt x="2496649" y="204908"/>
                  </a:lnTo>
                  <a:lnTo>
                    <a:pt x="2483298" y="205930"/>
                  </a:lnTo>
                  <a:lnTo>
                    <a:pt x="2469947" y="206921"/>
                  </a:lnTo>
                  <a:lnTo>
                    <a:pt x="2456596" y="207879"/>
                  </a:lnTo>
                  <a:lnTo>
                    <a:pt x="2443245" y="208801"/>
                  </a:lnTo>
                  <a:lnTo>
                    <a:pt x="2429894" y="209683"/>
                  </a:lnTo>
                  <a:lnTo>
                    <a:pt x="2416543" y="210522"/>
                  </a:lnTo>
                  <a:lnTo>
                    <a:pt x="2403192" y="211315"/>
                  </a:lnTo>
                  <a:lnTo>
                    <a:pt x="2389841" y="212059"/>
                  </a:lnTo>
                  <a:lnTo>
                    <a:pt x="2376489" y="212750"/>
                  </a:lnTo>
                  <a:lnTo>
                    <a:pt x="2363138" y="213385"/>
                  </a:lnTo>
                  <a:lnTo>
                    <a:pt x="2349787" y="213961"/>
                  </a:lnTo>
                  <a:lnTo>
                    <a:pt x="2336436" y="214475"/>
                  </a:lnTo>
                  <a:lnTo>
                    <a:pt x="2323085" y="214923"/>
                  </a:lnTo>
                  <a:lnTo>
                    <a:pt x="2309734" y="215303"/>
                  </a:lnTo>
                  <a:lnTo>
                    <a:pt x="2296383" y="215611"/>
                  </a:lnTo>
                  <a:lnTo>
                    <a:pt x="2283032" y="215843"/>
                  </a:lnTo>
                  <a:lnTo>
                    <a:pt x="2269681" y="215997"/>
                  </a:lnTo>
                  <a:lnTo>
                    <a:pt x="2256330" y="216070"/>
                  </a:lnTo>
                  <a:lnTo>
                    <a:pt x="2242979" y="216057"/>
                  </a:lnTo>
                  <a:lnTo>
                    <a:pt x="2229628" y="215957"/>
                  </a:lnTo>
                  <a:lnTo>
                    <a:pt x="2216277" y="215766"/>
                  </a:lnTo>
                  <a:lnTo>
                    <a:pt x="2202926" y="215480"/>
                  </a:lnTo>
                  <a:lnTo>
                    <a:pt x="2189575" y="215096"/>
                  </a:lnTo>
                  <a:lnTo>
                    <a:pt x="2176223" y="214611"/>
                  </a:lnTo>
                  <a:lnTo>
                    <a:pt x="2162872" y="214023"/>
                  </a:lnTo>
                  <a:lnTo>
                    <a:pt x="2149521" y="213327"/>
                  </a:lnTo>
                  <a:lnTo>
                    <a:pt x="2136170" y="212521"/>
                  </a:lnTo>
                  <a:lnTo>
                    <a:pt x="2122819" y="211601"/>
                  </a:lnTo>
                  <a:lnTo>
                    <a:pt x="2109468" y="210564"/>
                  </a:lnTo>
                  <a:lnTo>
                    <a:pt x="2096117" y="209407"/>
                  </a:lnTo>
                  <a:lnTo>
                    <a:pt x="2082766" y="208127"/>
                  </a:lnTo>
                  <a:lnTo>
                    <a:pt x="2069415" y="206719"/>
                  </a:lnTo>
                  <a:lnTo>
                    <a:pt x="2056064" y="205182"/>
                  </a:lnTo>
                  <a:lnTo>
                    <a:pt x="2042713" y="203512"/>
                  </a:lnTo>
                  <a:lnTo>
                    <a:pt x="2029362" y="201705"/>
                  </a:lnTo>
                  <a:lnTo>
                    <a:pt x="2016011" y="199758"/>
                  </a:lnTo>
                  <a:lnTo>
                    <a:pt x="2002660" y="197668"/>
                  </a:lnTo>
                  <a:lnTo>
                    <a:pt x="1989309" y="195431"/>
                  </a:lnTo>
                  <a:lnTo>
                    <a:pt x="1975957" y="193044"/>
                  </a:lnTo>
                  <a:lnTo>
                    <a:pt x="1962606" y="190503"/>
                  </a:lnTo>
                  <a:lnTo>
                    <a:pt x="1949255" y="187805"/>
                  </a:lnTo>
                  <a:lnTo>
                    <a:pt x="1935904" y="184947"/>
                  </a:lnTo>
                  <a:lnTo>
                    <a:pt x="1922553" y="181924"/>
                  </a:lnTo>
                  <a:lnTo>
                    <a:pt x="1909202" y="178732"/>
                  </a:lnTo>
                  <a:lnTo>
                    <a:pt x="1895851" y="175370"/>
                  </a:lnTo>
                  <a:lnTo>
                    <a:pt x="1882500" y="171832"/>
                  </a:lnTo>
                  <a:lnTo>
                    <a:pt x="1869149" y="168114"/>
                  </a:lnTo>
                  <a:lnTo>
                    <a:pt x="1855798" y="164214"/>
                  </a:lnTo>
                  <a:lnTo>
                    <a:pt x="1842447" y="160126"/>
                  </a:lnTo>
                  <a:lnTo>
                    <a:pt x="1829096" y="155847"/>
                  </a:lnTo>
                  <a:lnTo>
                    <a:pt x="1815745" y="151374"/>
                  </a:lnTo>
                  <a:lnTo>
                    <a:pt x="1802394" y="146701"/>
                  </a:lnTo>
                  <a:lnTo>
                    <a:pt x="1789042" y="141824"/>
                  </a:lnTo>
                  <a:lnTo>
                    <a:pt x="1775691" y="136741"/>
                  </a:lnTo>
                  <a:lnTo>
                    <a:pt x="1762340" y="131455"/>
                  </a:lnTo>
                  <a:lnTo>
                    <a:pt x="1748989" y="125986"/>
                  </a:lnTo>
                  <a:lnTo>
                    <a:pt x="1735638" y="120355"/>
                  </a:lnTo>
                  <a:lnTo>
                    <a:pt x="1722287" y="114582"/>
                  </a:lnTo>
                  <a:lnTo>
                    <a:pt x="1708936" y="108689"/>
                  </a:lnTo>
                  <a:lnTo>
                    <a:pt x="1695585" y="102695"/>
                  </a:lnTo>
                  <a:lnTo>
                    <a:pt x="1682234" y="96624"/>
                  </a:lnTo>
                  <a:lnTo>
                    <a:pt x="1668883" y="90496"/>
                  </a:lnTo>
                  <a:lnTo>
                    <a:pt x="1655532" y="84334"/>
                  </a:lnTo>
                  <a:lnTo>
                    <a:pt x="1642181" y="78160"/>
                  </a:lnTo>
                  <a:lnTo>
                    <a:pt x="1628830" y="71996"/>
                  </a:lnTo>
                  <a:lnTo>
                    <a:pt x="1615479" y="65866"/>
                  </a:lnTo>
                  <a:lnTo>
                    <a:pt x="1602128" y="59793"/>
                  </a:lnTo>
                  <a:lnTo>
                    <a:pt x="1588776" y="53800"/>
                  </a:lnTo>
                  <a:lnTo>
                    <a:pt x="1575425" y="47911"/>
                  </a:lnTo>
                  <a:lnTo>
                    <a:pt x="1562074" y="42149"/>
                  </a:lnTo>
                  <a:lnTo>
                    <a:pt x="1548723" y="36538"/>
                  </a:lnTo>
                  <a:lnTo>
                    <a:pt x="1535372" y="31103"/>
                  </a:lnTo>
                  <a:lnTo>
                    <a:pt x="1522021" y="25868"/>
                  </a:lnTo>
                  <a:lnTo>
                    <a:pt x="1508670" y="20856"/>
                  </a:lnTo>
                  <a:lnTo>
                    <a:pt x="1495319" y="16092"/>
                  </a:lnTo>
                  <a:lnTo>
                    <a:pt x="1481968" y="11601"/>
                  </a:lnTo>
                  <a:lnTo>
                    <a:pt x="1468617" y="7406"/>
                  </a:lnTo>
                  <a:lnTo>
                    <a:pt x="1455266" y="3531"/>
                  </a:lnTo>
                  <a:lnTo>
                    <a:pt x="1441915" y="0"/>
                  </a:lnTo>
                  <a:lnTo>
                    <a:pt x="1428564" y="2173"/>
                  </a:lnTo>
                  <a:lnTo>
                    <a:pt x="1415213" y="10656"/>
                  </a:lnTo>
                  <a:lnTo>
                    <a:pt x="1401862" y="19358"/>
                  </a:lnTo>
                  <a:lnTo>
                    <a:pt x="1388510" y="28285"/>
                  </a:lnTo>
                  <a:lnTo>
                    <a:pt x="1375159" y="37441"/>
                  </a:lnTo>
                  <a:lnTo>
                    <a:pt x="1361808" y="46834"/>
                  </a:lnTo>
                  <a:lnTo>
                    <a:pt x="1348457" y="56469"/>
                  </a:lnTo>
                  <a:lnTo>
                    <a:pt x="1335106" y="66352"/>
                  </a:lnTo>
                  <a:lnTo>
                    <a:pt x="1321755" y="76491"/>
                  </a:lnTo>
                  <a:lnTo>
                    <a:pt x="1308404" y="86892"/>
                  </a:lnTo>
                  <a:lnTo>
                    <a:pt x="1295053" y="97563"/>
                  </a:lnTo>
                  <a:lnTo>
                    <a:pt x="1281702" y="108510"/>
                  </a:lnTo>
                  <a:lnTo>
                    <a:pt x="1268351" y="119742"/>
                  </a:lnTo>
                  <a:lnTo>
                    <a:pt x="1255000" y="131267"/>
                  </a:lnTo>
                  <a:lnTo>
                    <a:pt x="1241649" y="143093"/>
                  </a:lnTo>
                  <a:lnTo>
                    <a:pt x="1228298" y="155229"/>
                  </a:lnTo>
                  <a:lnTo>
                    <a:pt x="1214947" y="167684"/>
                  </a:lnTo>
                  <a:lnTo>
                    <a:pt x="1201596" y="180469"/>
                  </a:lnTo>
                  <a:lnTo>
                    <a:pt x="1188244" y="193593"/>
                  </a:lnTo>
                  <a:lnTo>
                    <a:pt x="1174893" y="207068"/>
                  </a:lnTo>
                  <a:lnTo>
                    <a:pt x="1161542" y="220905"/>
                  </a:lnTo>
                  <a:lnTo>
                    <a:pt x="1148191" y="235115"/>
                  </a:lnTo>
                  <a:lnTo>
                    <a:pt x="1134840" y="249711"/>
                  </a:lnTo>
                  <a:lnTo>
                    <a:pt x="1121489" y="264706"/>
                  </a:lnTo>
                  <a:lnTo>
                    <a:pt x="1108138" y="280112"/>
                  </a:lnTo>
                  <a:lnTo>
                    <a:pt x="1094787" y="295941"/>
                  </a:lnTo>
                  <a:lnTo>
                    <a:pt x="1081436" y="312191"/>
                  </a:lnTo>
                  <a:lnTo>
                    <a:pt x="1068085" y="328858"/>
                  </a:lnTo>
                  <a:lnTo>
                    <a:pt x="1054734" y="345937"/>
                  </a:lnTo>
                  <a:lnTo>
                    <a:pt x="1041383" y="363418"/>
                  </a:lnTo>
                  <a:lnTo>
                    <a:pt x="1028032" y="381294"/>
                  </a:lnTo>
                  <a:lnTo>
                    <a:pt x="1014681" y="399554"/>
                  </a:lnTo>
                  <a:lnTo>
                    <a:pt x="1001330" y="418185"/>
                  </a:lnTo>
                  <a:lnTo>
                    <a:pt x="987978" y="437172"/>
                  </a:lnTo>
                  <a:lnTo>
                    <a:pt x="974627" y="456499"/>
                  </a:lnTo>
                  <a:lnTo>
                    <a:pt x="961276" y="476147"/>
                  </a:lnTo>
                  <a:lnTo>
                    <a:pt x="947925" y="496098"/>
                  </a:lnTo>
                  <a:lnTo>
                    <a:pt x="934574" y="516328"/>
                  </a:lnTo>
                  <a:lnTo>
                    <a:pt x="921223" y="536816"/>
                  </a:lnTo>
                  <a:lnTo>
                    <a:pt x="907872" y="557536"/>
                  </a:lnTo>
                  <a:lnTo>
                    <a:pt x="894521" y="578463"/>
                  </a:lnTo>
                  <a:lnTo>
                    <a:pt x="881170" y="599572"/>
                  </a:lnTo>
                  <a:lnTo>
                    <a:pt x="867819" y="620834"/>
                  </a:lnTo>
                  <a:lnTo>
                    <a:pt x="854468" y="642224"/>
                  </a:lnTo>
                  <a:lnTo>
                    <a:pt x="841117" y="663713"/>
                  </a:lnTo>
                  <a:lnTo>
                    <a:pt x="827766" y="685274"/>
                  </a:lnTo>
                  <a:lnTo>
                    <a:pt x="814415" y="706879"/>
                  </a:lnTo>
                  <a:lnTo>
                    <a:pt x="801064" y="728503"/>
                  </a:lnTo>
                  <a:lnTo>
                    <a:pt x="787712" y="750118"/>
                  </a:lnTo>
                  <a:lnTo>
                    <a:pt x="774361" y="771699"/>
                  </a:lnTo>
                  <a:lnTo>
                    <a:pt x="761010" y="793222"/>
                  </a:lnTo>
                  <a:lnTo>
                    <a:pt x="747659" y="814661"/>
                  </a:lnTo>
                  <a:lnTo>
                    <a:pt x="734308" y="835995"/>
                  </a:lnTo>
                  <a:lnTo>
                    <a:pt x="720957" y="857201"/>
                  </a:lnTo>
                  <a:lnTo>
                    <a:pt x="707606" y="878258"/>
                  </a:lnTo>
                  <a:lnTo>
                    <a:pt x="694255" y="899147"/>
                  </a:lnTo>
                  <a:lnTo>
                    <a:pt x="680904" y="919849"/>
                  </a:lnTo>
                  <a:lnTo>
                    <a:pt x="667553" y="940345"/>
                  </a:lnTo>
                  <a:lnTo>
                    <a:pt x="654202" y="960621"/>
                  </a:lnTo>
                  <a:lnTo>
                    <a:pt x="640851" y="980661"/>
                  </a:lnTo>
                  <a:lnTo>
                    <a:pt x="627500" y="1000451"/>
                  </a:lnTo>
                  <a:lnTo>
                    <a:pt x="614149" y="1019977"/>
                  </a:lnTo>
                  <a:lnTo>
                    <a:pt x="600798" y="1039228"/>
                  </a:lnTo>
                  <a:lnTo>
                    <a:pt x="587446" y="1058194"/>
                  </a:lnTo>
                  <a:lnTo>
                    <a:pt x="574095" y="1076865"/>
                  </a:lnTo>
                  <a:lnTo>
                    <a:pt x="560744" y="1095231"/>
                  </a:lnTo>
                  <a:lnTo>
                    <a:pt x="547393" y="1113286"/>
                  </a:lnTo>
                  <a:lnTo>
                    <a:pt x="534042" y="1131023"/>
                  </a:lnTo>
                  <a:lnTo>
                    <a:pt x="520691" y="1148436"/>
                  </a:lnTo>
                  <a:lnTo>
                    <a:pt x="507340" y="1165520"/>
                  </a:lnTo>
                  <a:lnTo>
                    <a:pt x="493989" y="1182270"/>
                  </a:lnTo>
                  <a:lnTo>
                    <a:pt x="480638" y="1198685"/>
                  </a:lnTo>
                  <a:lnTo>
                    <a:pt x="467287" y="1214760"/>
                  </a:lnTo>
                  <a:lnTo>
                    <a:pt x="453936" y="1230496"/>
                  </a:lnTo>
                  <a:lnTo>
                    <a:pt x="440585" y="1245889"/>
                  </a:lnTo>
                  <a:lnTo>
                    <a:pt x="427234" y="1260941"/>
                  </a:lnTo>
                  <a:lnTo>
                    <a:pt x="413883" y="1275650"/>
                  </a:lnTo>
                  <a:lnTo>
                    <a:pt x="400532" y="1290018"/>
                  </a:lnTo>
                  <a:lnTo>
                    <a:pt x="387180" y="1304046"/>
                  </a:lnTo>
                  <a:lnTo>
                    <a:pt x="373829" y="1317736"/>
                  </a:lnTo>
                  <a:lnTo>
                    <a:pt x="360478" y="1331090"/>
                  </a:lnTo>
                  <a:lnTo>
                    <a:pt x="347127" y="1344110"/>
                  </a:lnTo>
                  <a:lnTo>
                    <a:pt x="333776" y="1356799"/>
                  </a:lnTo>
                  <a:lnTo>
                    <a:pt x="320425" y="1369161"/>
                  </a:lnTo>
                  <a:lnTo>
                    <a:pt x="307074" y="1381200"/>
                  </a:lnTo>
                  <a:lnTo>
                    <a:pt x="293723" y="1392919"/>
                  </a:lnTo>
                  <a:lnTo>
                    <a:pt x="280372" y="1404323"/>
                  </a:lnTo>
                  <a:lnTo>
                    <a:pt x="267021" y="1415419"/>
                  </a:lnTo>
                  <a:lnTo>
                    <a:pt x="253670" y="1426215"/>
                  </a:lnTo>
                  <a:lnTo>
                    <a:pt x="240319" y="1436719"/>
                  </a:lnTo>
                  <a:lnTo>
                    <a:pt x="226968" y="1446939"/>
                  </a:lnTo>
                  <a:lnTo>
                    <a:pt x="213617" y="1456881"/>
                  </a:lnTo>
                  <a:lnTo>
                    <a:pt x="200266" y="1466553"/>
                  </a:lnTo>
                  <a:lnTo>
                    <a:pt x="186914" y="1475963"/>
                  </a:lnTo>
                  <a:lnTo>
                    <a:pt x="173563" y="1485117"/>
                  </a:lnTo>
                  <a:lnTo>
                    <a:pt x="160212" y="1494022"/>
                  </a:lnTo>
                  <a:lnTo>
                    <a:pt x="146861" y="1502684"/>
                  </a:lnTo>
                  <a:lnTo>
                    <a:pt x="133510" y="1511110"/>
                  </a:lnTo>
                  <a:lnTo>
                    <a:pt x="120159" y="1519307"/>
                  </a:lnTo>
                  <a:lnTo>
                    <a:pt x="106808" y="1527280"/>
                  </a:lnTo>
                  <a:lnTo>
                    <a:pt x="93457" y="1535036"/>
                  </a:lnTo>
                  <a:lnTo>
                    <a:pt x="80106" y="1542579"/>
                  </a:lnTo>
                  <a:lnTo>
                    <a:pt x="66755" y="1549917"/>
                  </a:lnTo>
                  <a:lnTo>
                    <a:pt x="53404" y="1557054"/>
                  </a:lnTo>
                  <a:lnTo>
                    <a:pt x="40053" y="1563995"/>
                  </a:lnTo>
                  <a:lnTo>
                    <a:pt x="26702" y="1570747"/>
                  </a:lnTo>
                  <a:lnTo>
                    <a:pt x="13351" y="1577314"/>
                  </a:lnTo>
                  <a:lnTo>
                    <a:pt x="0" y="1583702"/>
                  </a:lnTo>
                  <a:lnTo>
                    <a:pt x="0" y="1583702"/>
                  </a:lnTo>
                  <a:lnTo>
                    <a:pt x="0" y="15837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12852" y="4365015"/>
              <a:ext cx="3991969" cy="1798676"/>
            </a:xfrm>
            <a:custGeom>
              <a:avLst/>
              <a:pathLst>
                <a:path w="3991969" h="1798676">
                  <a:moveTo>
                    <a:pt x="0" y="1798676"/>
                  </a:moveTo>
                  <a:lnTo>
                    <a:pt x="13351" y="1790686"/>
                  </a:lnTo>
                  <a:lnTo>
                    <a:pt x="26702" y="1782537"/>
                  </a:lnTo>
                  <a:lnTo>
                    <a:pt x="40053" y="1774226"/>
                  </a:lnTo>
                  <a:lnTo>
                    <a:pt x="53404" y="1765750"/>
                  </a:lnTo>
                  <a:lnTo>
                    <a:pt x="66755" y="1757106"/>
                  </a:lnTo>
                  <a:lnTo>
                    <a:pt x="80106" y="1748291"/>
                  </a:lnTo>
                  <a:lnTo>
                    <a:pt x="93457" y="1739301"/>
                  </a:lnTo>
                  <a:lnTo>
                    <a:pt x="106808" y="1730132"/>
                  </a:lnTo>
                  <a:lnTo>
                    <a:pt x="120159" y="1720781"/>
                  </a:lnTo>
                  <a:lnTo>
                    <a:pt x="133510" y="1711244"/>
                  </a:lnTo>
                  <a:lnTo>
                    <a:pt x="146861" y="1701519"/>
                  </a:lnTo>
                  <a:lnTo>
                    <a:pt x="160212" y="1691600"/>
                  </a:lnTo>
                  <a:lnTo>
                    <a:pt x="173563" y="1681484"/>
                  </a:lnTo>
                  <a:lnTo>
                    <a:pt x="186914" y="1671168"/>
                  </a:lnTo>
                  <a:lnTo>
                    <a:pt x="200266" y="1660647"/>
                  </a:lnTo>
                  <a:lnTo>
                    <a:pt x="213617" y="1649917"/>
                  </a:lnTo>
                  <a:lnTo>
                    <a:pt x="226968" y="1638974"/>
                  </a:lnTo>
                  <a:lnTo>
                    <a:pt x="240319" y="1627814"/>
                  </a:lnTo>
                  <a:lnTo>
                    <a:pt x="253670" y="1616432"/>
                  </a:lnTo>
                  <a:lnTo>
                    <a:pt x="267021" y="1604825"/>
                  </a:lnTo>
                  <a:lnTo>
                    <a:pt x="280372" y="1592987"/>
                  </a:lnTo>
                  <a:lnTo>
                    <a:pt x="293723" y="1580914"/>
                  </a:lnTo>
                  <a:lnTo>
                    <a:pt x="307074" y="1568603"/>
                  </a:lnTo>
                  <a:lnTo>
                    <a:pt x="320425" y="1556052"/>
                  </a:lnTo>
                  <a:lnTo>
                    <a:pt x="333776" y="1543260"/>
                  </a:lnTo>
                  <a:lnTo>
                    <a:pt x="347127" y="1530228"/>
                  </a:lnTo>
                  <a:lnTo>
                    <a:pt x="360478" y="1516955"/>
                  </a:lnTo>
                  <a:lnTo>
                    <a:pt x="373829" y="1503442"/>
                  </a:lnTo>
                  <a:lnTo>
                    <a:pt x="387180" y="1489688"/>
                  </a:lnTo>
                  <a:lnTo>
                    <a:pt x="400532" y="1475696"/>
                  </a:lnTo>
                  <a:lnTo>
                    <a:pt x="413883" y="1461466"/>
                  </a:lnTo>
                  <a:lnTo>
                    <a:pt x="427234" y="1446998"/>
                  </a:lnTo>
                  <a:lnTo>
                    <a:pt x="440585" y="1432296"/>
                  </a:lnTo>
                  <a:lnTo>
                    <a:pt x="453936" y="1417361"/>
                  </a:lnTo>
                  <a:lnTo>
                    <a:pt x="467287" y="1402196"/>
                  </a:lnTo>
                  <a:lnTo>
                    <a:pt x="480638" y="1386803"/>
                  </a:lnTo>
                  <a:lnTo>
                    <a:pt x="493989" y="1371186"/>
                  </a:lnTo>
                  <a:lnTo>
                    <a:pt x="507340" y="1355349"/>
                  </a:lnTo>
                  <a:lnTo>
                    <a:pt x="520691" y="1339294"/>
                  </a:lnTo>
                  <a:lnTo>
                    <a:pt x="534042" y="1323028"/>
                  </a:lnTo>
                  <a:lnTo>
                    <a:pt x="547393" y="1306555"/>
                  </a:lnTo>
                  <a:lnTo>
                    <a:pt x="560744" y="1289880"/>
                  </a:lnTo>
                  <a:lnTo>
                    <a:pt x="574095" y="1273009"/>
                  </a:lnTo>
                  <a:lnTo>
                    <a:pt x="587446" y="1255949"/>
                  </a:lnTo>
                  <a:lnTo>
                    <a:pt x="600798" y="1238707"/>
                  </a:lnTo>
                  <a:lnTo>
                    <a:pt x="614149" y="1221289"/>
                  </a:lnTo>
                  <a:lnTo>
                    <a:pt x="627500" y="1203705"/>
                  </a:lnTo>
                  <a:lnTo>
                    <a:pt x="640851" y="1185962"/>
                  </a:lnTo>
                  <a:lnTo>
                    <a:pt x="654202" y="1168070"/>
                  </a:lnTo>
                  <a:lnTo>
                    <a:pt x="667553" y="1150039"/>
                  </a:lnTo>
                  <a:lnTo>
                    <a:pt x="680904" y="1131877"/>
                  </a:lnTo>
                  <a:lnTo>
                    <a:pt x="694255" y="1113597"/>
                  </a:lnTo>
                  <a:lnTo>
                    <a:pt x="707606" y="1095210"/>
                  </a:lnTo>
                  <a:lnTo>
                    <a:pt x="720957" y="1076727"/>
                  </a:lnTo>
                  <a:lnTo>
                    <a:pt x="734308" y="1058162"/>
                  </a:lnTo>
                  <a:lnTo>
                    <a:pt x="747659" y="1039527"/>
                  </a:lnTo>
                  <a:lnTo>
                    <a:pt x="761010" y="1020837"/>
                  </a:lnTo>
                  <a:lnTo>
                    <a:pt x="774361" y="1002105"/>
                  </a:lnTo>
                  <a:lnTo>
                    <a:pt x="787712" y="983346"/>
                  </a:lnTo>
                  <a:lnTo>
                    <a:pt x="801064" y="964577"/>
                  </a:lnTo>
                  <a:lnTo>
                    <a:pt x="814415" y="945813"/>
                  </a:lnTo>
                  <a:lnTo>
                    <a:pt x="827766" y="927072"/>
                  </a:lnTo>
                  <a:lnTo>
                    <a:pt x="841117" y="908370"/>
                  </a:lnTo>
                  <a:lnTo>
                    <a:pt x="854468" y="889726"/>
                  </a:lnTo>
                  <a:lnTo>
                    <a:pt x="867819" y="871157"/>
                  </a:lnTo>
                  <a:lnTo>
                    <a:pt x="881170" y="852684"/>
                  </a:lnTo>
                  <a:lnTo>
                    <a:pt x="894521" y="834326"/>
                  </a:lnTo>
                  <a:lnTo>
                    <a:pt x="907872" y="816103"/>
                  </a:lnTo>
                  <a:lnTo>
                    <a:pt x="921223" y="798035"/>
                  </a:lnTo>
                  <a:lnTo>
                    <a:pt x="934574" y="780144"/>
                  </a:lnTo>
                  <a:lnTo>
                    <a:pt x="947925" y="762451"/>
                  </a:lnTo>
                  <a:lnTo>
                    <a:pt x="961276" y="744978"/>
                  </a:lnTo>
                  <a:lnTo>
                    <a:pt x="974627" y="727748"/>
                  </a:lnTo>
                  <a:lnTo>
                    <a:pt x="987978" y="710783"/>
                  </a:lnTo>
                  <a:lnTo>
                    <a:pt x="1001330" y="694106"/>
                  </a:lnTo>
                  <a:lnTo>
                    <a:pt x="1014681" y="677741"/>
                  </a:lnTo>
                  <a:lnTo>
                    <a:pt x="1028032" y="661711"/>
                  </a:lnTo>
                  <a:lnTo>
                    <a:pt x="1041383" y="646040"/>
                  </a:lnTo>
                  <a:lnTo>
                    <a:pt x="1054734" y="630753"/>
                  </a:lnTo>
                  <a:lnTo>
                    <a:pt x="1068085" y="615873"/>
                  </a:lnTo>
                  <a:lnTo>
                    <a:pt x="1081436" y="601424"/>
                  </a:lnTo>
                  <a:lnTo>
                    <a:pt x="1094787" y="587431"/>
                  </a:lnTo>
                  <a:lnTo>
                    <a:pt x="1108138" y="573918"/>
                  </a:lnTo>
                  <a:lnTo>
                    <a:pt x="1121489" y="560905"/>
                  </a:lnTo>
                  <a:lnTo>
                    <a:pt x="1134840" y="548395"/>
                  </a:lnTo>
                  <a:lnTo>
                    <a:pt x="1148191" y="536389"/>
                  </a:lnTo>
                  <a:lnTo>
                    <a:pt x="1161542" y="524884"/>
                  </a:lnTo>
                  <a:lnTo>
                    <a:pt x="1174893" y="513879"/>
                  </a:lnTo>
                  <a:lnTo>
                    <a:pt x="1188244" y="503370"/>
                  </a:lnTo>
                  <a:lnTo>
                    <a:pt x="1201596" y="493354"/>
                  </a:lnTo>
                  <a:lnTo>
                    <a:pt x="1214947" y="483825"/>
                  </a:lnTo>
                  <a:lnTo>
                    <a:pt x="1228298" y="474778"/>
                  </a:lnTo>
                  <a:lnTo>
                    <a:pt x="1241649" y="466208"/>
                  </a:lnTo>
                  <a:lnTo>
                    <a:pt x="1255000" y="458107"/>
                  </a:lnTo>
                  <a:lnTo>
                    <a:pt x="1268351" y="450468"/>
                  </a:lnTo>
                  <a:lnTo>
                    <a:pt x="1281702" y="443284"/>
                  </a:lnTo>
                  <a:lnTo>
                    <a:pt x="1295053" y="436544"/>
                  </a:lnTo>
                  <a:lnTo>
                    <a:pt x="1308404" y="430241"/>
                  </a:lnTo>
                  <a:lnTo>
                    <a:pt x="1321755" y="424364"/>
                  </a:lnTo>
                  <a:lnTo>
                    <a:pt x="1335106" y="418903"/>
                  </a:lnTo>
                  <a:lnTo>
                    <a:pt x="1348457" y="413848"/>
                  </a:lnTo>
                  <a:lnTo>
                    <a:pt x="1361808" y="409186"/>
                  </a:lnTo>
                  <a:lnTo>
                    <a:pt x="1375159" y="404907"/>
                  </a:lnTo>
                  <a:lnTo>
                    <a:pt x="1388510" y="400999"/>
                  </a:lnTo>
                  <a:lnTo>
                    <a:pt x="1401862" y="397449"/>
                  </a:lnTo>
                  <a:lnTo>
                    <a:pt x="1415213" y="394245"/>
                  </a:lnTo>
                  <a:lnTo>
                    <a:pt x="1428564" y="391373"/>
                  </a:lnTo>
                  <a:lnTo>
                    <a:pt x="1441915" y="388820"/>
                  </a:lnTo>
                  <a:lnTo>
                    <a:pt x="1455266" y="386573"/>
                  </a:lnTo>
                  <a:lnTo>
                    <a:pt x="1468617" y="384617"/>
                  </a:lnTo>
                  <a:lnTo>
                    <a:pt x="1481968" y="382940"/>
                  </a:lnTo>
                  <a:lnTo>
                    <a:pt x="1495319" y="381526"/>
                  </a:lnTo>
                  <a:lnTo>
                    <a:pt x="1508670" y="380362"/>
                  </a:lnTo>
                  <a:lnTo>
                    <a:pt x="1522021" y="379432"/>
                  </a:lnTo>
                  <a:lnTo>
                    <a:pt x="1535372" y="378722"/>
                  </a:lnTo>
                  <a:lnTo>
                    <a:pt x="1548723" y="378218"/>
                  </a:lnTo>
                  <a:lnTo>
                    <a:pt x="1562074" y="377905"/>
                  </a:lnTo>
                  <a:lnTo>
                    <a:pt x="1575425" y="377767"/>
                  </a:lnTo>
                  <a:lnTo>
                    <a:pt x="1588776" y="377791"/>
                  </a:lnTo>
                  <a:lnTo>
                    <a:pt x="1602128" y="377960"/>
                  </a:lnTo>
                  <a:lnTo>
                    <a:pt x="1615479" y="378260"/>
                  </a:lnTo>
                  <a:lnTo>
                    <a:pt x="1628830" y="378675"/>
                  </a:lnTo>
                  <a:lnTo>
                    <a:pt x="1642181" y="379191"/>
                  </a:lnTo>
                  <a:lnTo>
                    <a:pt x="1655532" y="379793"/>
                  </a:lnTo>
                  <a:lnTo>
                    <a:pt x="1668883" y="380466"/>
                  </a:lnTo>
                  <a:lnTo>
                    <a:pt x="1682234" y="381194"/>
                  </a:lnTo>
                  <a:lnTo>
                    <a:pt x="1695585" y="381963"/>
                  </a:lnTo>
                  <a:lnTo>
                    <a:pt x="1708936" y="382757"/>
                  </a:lnTo>
                  <a:lnTo>
                    <a:pt x="1722287" y="383562"/>
                  </a:lnTo>
                  <a:lnTo>
                    <a:pt x="1735638" y="384362"/>
                  </a:lnTo>
                  <a:lnTo>
                    <a:pt x="1748989" y="385143"/>
                  </a:lnTo>
                  <a:lnTo>
                    <a:pt x="1762340" y="385890"/>
                  </a:lnTo>
                  <a:lnTo>
                    <a:pt x="1775691" y="386588"/>
                  </a:lnTo>
                  <a:lnTo>
                    <a:pt x="1789042" y="387222"/>
                  </a:lnTo>
                  <a:lnTo>
                    <a:pt x="1802394" y="387788"/>
                  </a:lnTo>
                  <a:lnTo>
                    <a:pt x="1815745" y="388285"/>
                  </a:lnTo>
                  <a:lnTo>
                    <a:pt x="1829096" y="388716"/>
                  </a:lnTo>
                  <a:lnTo>
                    <a:pt x="1842447" y="389079"/>
                  </a:lnTo>
                  <a:lnTo>
                    <a:pt x="1855798" y="389377"/>
                  </a:lnTo>
                  <a:lnTo>
                    <a:pt x="1869149" y="389609"/>
                  </a:lnTo>
                  <a:lnTo>
                    <a:pt x="1882500" y="389777"/>
                  </a:lnTo>
                  <a:lnTo>
                    <a:pt x="1895851" y="389882"/>
                  </a:lnTo>
                  <a:lnTo>
                    <a:pt x="1909202" y="389923"/>
                  </a:lnTo>
                  <a:lnTo>
                    <a:pt x="1922553" y="389902"/>
                  </a:lnTo>
                  <a:lnTo>
                    <a:pt x="1935904" y="389819"/>
                  </a:lnTo>
                  <a:lnTo>
                    <a:pt x="1949255" y="389675"/>
                  </a:lnTo>
                  <a:lnTo>
                    <a:pt x="1962606" y="389471"/>
                  </a:lnTo>
                  <a:lnTo>
                    <a:pt x="1975957" y="389207"/>
                  </a:lnTo>
                  <a:lnTo>
                    <a:pt x="1989309" y="388884"/>
                  </a:lnTo>
                  <a:lnTo>
                    <a:pt x="2002660" y="388503"/>
                  </a:lnTo>
                  <a:lnTo>
                    <a:pt x="2016011" y="388064"/>
                  </a:lnTo>
                  <a:lnTo>
                    <a:pt x="2029362" y="387569"/>
                  </a:lnTo>
                  <a:lnTo>
                    <a:pt x="2042713" y="387016"/>
                  </a:lnTo>
                  <a:lnTo>
                    <a:pt x="2056064" y="386409"/>
                  </a:lnTo>
                  <a:lnTo>
                    <a:pt x="2069415" y="385746"/>
                  </a:lnTo>
                  <a:lnTo>
                    <a:pt x="2082766" y="385028"/>
                  </a:lnTo>
                  <a:lnTo>
                    <a:pt x="2096117" y="384257"/>
                  </a:lnTo>
                  <a:lnTo>
                    <a:pt x="2109468" y="383432"/>
                  </a:lnTo>
                  <a:lnTo>
                    <a:pt x="2122819" y="382555"/>
                  </a:lnTo>
                  <a:lnTo>
                    <a:pt x="2136170" y="381626"/>
                  </a:lnTo>
                  <a:lnTo>
                    <a:pt x="2149521" y="380645"/>
                  </a:lnTo>
                  <a:lnTo>
                    <a:pt x="2162872" y="379614"/>
                  </a:lnTo>
                  <a:lnTo>
                    <a:pt x="2176223" y="378533"/>
                  </a:lnTo>
                  <a:lnTo>
                    <a:pt x="2189575" y="377402"/>
                  </a:lnTo>
                  <a:lnTo>
                    <a:pt x="2202926" y="376222"/>
                  </a:lnTo>
                  <a:lnTo>
                    <a:pt x="2216277" y="374994"/>
                  </a:lnTo>
                  <a:lnTo>
                    <a:pt x="2229628" y="373718"/>
                  </a:lnTo>
                  <a:lnTo>
                    <a:pt x="2242979" y="372395"/>
                  </a:lnTo>
                  <a:lnTo>
                    <a:pt x="2256330" y="371025"/>
                  </a:lnTo>
                  <a:lnTo>
                    <a:pt x="2269681" y="369610"/>
                  </a:lnTo>
                  <a:lnTo>
                    <a:pt x="2283032" y="368149"/>
                  </a:lnTo>
                  <a:lnTo>
                    <a:pt x="2296383" y="366643"/>
                  </a:lnTo>
                  <a:lnTo>
                    <a:pt x="2309734" y="365093"/>
                  </a:lnTo>
                  <a:lnTo>
                    <a:pt x="2323085" y="363500"/>
                  </a:lnTo>
                  <a:lnTo>
                    <a:pt x="2336436" y="361864"/>
                  </a:lnTo>
                  <a:lnTo>
                    <a:pt x="2349787" y="360185"/>
                  </a:lnTo>
                  <a:lnTo>
                    <a:pt x="2363138" y="358464"/>
                  </a:lnTo>
                  <a:lnTo>
                    <a:pt x="2376489" y="356702"/>
                  </a:lnTo>
                  <a:lnTo>
                    <a:pt x="2389841" y="354900"/>
                  </a:lnTo>
                  <a:lnTo>
                    <a:pt x="2403192" y="353058"/>
                  </a:lnTo>
                  <a:lnTo>
                    <a:pt x="2416543" y="351176"/>
                  </a:lnTo>
                  <a:lnTo>
                    <a:pt x="2429894" y="349255"/>
                  </a:lnTo>
                  <a:lnTo>
                    <a:pt x="2443245" y="347296"/>
                  </a:lnTo>
                  <a:lnTo>
                    <a:pt x="2456596" y="345299"/>
                  </a:lnTo>
                  <a:lnTo>
                    <a:pt x="2469947" y="343265"/>
                  </a:lnTo>
                  <a:lnTo>
                    <a:pt x="2483298" y="341195"/>
                  </a:lnTo>
                  <a:lnTo>
                    <a:pt x="2496649" y="339089"/>
                  </a:lnTo>
                  <a:lnTo>
                    <a:pt x="2510000" y="336947"/>
                  </a:lnTo>
                  <a:lnTo>
                    <a:pt x="2523351" y="334771"/>
                  </a:lnTo>
                  <a:lnTo>
                    <a:pt x="2536702" y="332560"/>
                  </a:lnTo>
                  <a:lnTo>
                    <a:pt x="2550053" y="330316"/>
                  </a:lnTo>
                  <a:lnTo>
                    <a:pt x="2563404" y="328039"/>
                  </a:lnTo>
                  <a:lnTo>
                    <a:pt x="2576755" y="325730"/>
                  </a:lnTo>
                  <a:lnTo>
                    <a:pt x="2590107" y="323389"/>
                  </a:lnTo>
                  <a:lnTo>
                    <a:pt x="2603458" y="321017"/>
                  </a:lnTo>
                  <a:lnTo>
                    <a:pt x="2616809" y="318614"/>
                  </a:lnTo>
                  <a:lnTo>
                    <a:pt x="2630160" y="316182"/>
                  </a:lnTo>
                  <a:lnTo>
                    <a:pt x="2643511" y="313720"/>
                  </a:lnTo>
                  <a:lnTo>
                    <a:pt x="2656862" y="311230"/>
                  </a:lnTo>
                  <a:lnTo>
                    <a:pt x="2670213" y="308711"/>
                  </a:lnTo>
                  <a:lnTo>
                    <a:pt x="2683564" y="306165"/>
                  </a:lnTo>
                  <a:lnTo>
                    <a:pt x="2696915" y="303592"/>
                  </a:lnTo>
                  <a:lnTo>
                    <a:pt x="2710266" y="300993"/>
                  </a:lnTo>
                  <a:lnTo>
                    <a:pt x="2723617" y="298369"/>
                  </a:lnTo>
                  <a:lnTo>
                    <a:pt x="2736968" y="295719"/>
                  </a:lnTo>
                  <a:lnTo>
                    <a:pt x="2750319" y="293045"/>
                  </a:lnTo>
                  <a:lnTo>
                    <a:pt x="2763670" y="290348"/>
                  </a:lnTo>
                  <a:lnTo>
                    <a:pt x="2777021" y="287627"/>
                  </a:lnTo>
                  <a:lnTo>
                    <a:pt x="2790373" y="284884"/>
                  </a:lnTo>
                  <a:lnTo>
                    <a:pt x="2803724" y="282120"/>
                  </a:lnTo>
                  <a:lnTo>
                    <a:pt x="2817075" y="279334"/>
                  </a:lnTo>
                  <a:lnTo>
                    <a:pt x="2830426" y="276528"/>
                  </a:lnTo>
                  <a:lnTo>
                    <a:pt x="2843777" y="273701"/>
                  </a:lnTo>
                  <a:lnTo>
                    <a:pt x="2857128" y="270856"/>
                  </a:lnTo>
                  <a:lnTo>
                    <a:pt x="2870479" y="267993"/>
                  </a:lnTo>
                  <a:lnTo>
                    <a:pt x="2883830" y="265111"/>
                  </a:lnTo>
                  <a:lnTo>
                    <a:pt x="2897181" y="262213"/>
                  </a:lnTo>
                  <a:lnTo>
                    <a:pt x="2910532" y="259298"/>
                  </a:lnTo>
                  <a:lnTo>
                    <a:pt x="2923883" y="256367"/>
                  </a:lnTo>
                  <a:lnTo>
                    <a:pt x="2937234" y="253421"/>
                  </a:lnTo>
                  <a:lnTo>
                    <a:pt x="2950585" y="250461"/>
                  </a:lnTo>
                  <a:lnTo>
                    <a:pt x="2963936" y="247487"/>
                  </a:lnTo>
                  <a:lnTo>
                    <a:pt x="2977287" y="244500"/>
                  </a:lnTo>
                  <a:lnTo>
                    <a:pt x="2990639" y="241501"/>
                  </a:lnTo>
                  <a:lnTo>
                    <a:pt x="3003990" y="238490"/>
                  </a:lnTo>
                  <a:lnTo>
                    <a:pt x="3017341" y="235468"/>
                  </a:lnTo>
                  <a:lnTo>
                    <a:pt x="3030692" y="232436"/>
                  </a:lnTo>
                  <a:lnTo>
                    <a:pt x="3044043" y="229395"/>
                  </a:lnTo>
                  <a:lnTo>
                    <a:pt x="3057394" y="226345"/>
                  </a:lnTo>
                  <a:lnTo>
                    <a:pt x="3070745" y="223287"/>
                  </a:lnTo>
                  <a:lnTo>
                    <a:pt x="3084096" y="220221"/>
                  </a:lnTo>
                  <a:lnTo>
                    <a:pt x="3097447" y="217149"/>
                  </a:lnTo>
                  <a:lnTo>
                    <a:pt x="3110798" y="214072"/>
                  </a:lnTo>
                  <a:lnTo>
                    <a:pt x="3124149" y="210989"/>
                  </a:lnTo>
                  <a:lnTo>
                    <a:pt x="3137500" y="207901"/>
                  </a:lnTo>
                  <a:lnTo>
                    <a:pt x="3150851" y="204809"/>
                  </a:lnTo>
                  <a:lnTo>
                    <a:pt x="3164202" y="201712"/>
                  </a:lnTo>
                  <a:lnTo>
                    <a:pt x="3177553" y="198610"/>
                  </a:lnTo>
                  <a:lnTo>
                    <a:pt x="3190905" y="195503"/>
                  </a:lnTo>
                  <a:lnTo>
                    <a:pt x="3204256" y="192391"/>
                  </a:lnTo>
                  <a:lnTo>
                    <a:pt x="3217607" y="189275"/>
                  </a:lnTo>
                  <a:lnTo>
                    <a:pt x="3230958" y="186154"/>
                  </a:lnTo>
                  <a:lnTo>
                    <a:pt x="3244309" y="183027"/>
                  </a:lnTo>
                  <a:lnTo>
                    <a:pt x="3257660" y="179896"/>
                  </a:lnTo>
                  <a:lnTo>
                    <a:pt x="3271011" y="176761"/>
                  </a:lnTo>
                  <a:lnTo>
                    <a:pt x="3284362" y="173620"/>
                  </a:lnTo>
                  <a:lnTo>
                    <a:pt x="3297713" y="170474"/>
                  </a:lnTo>
                  <a:lnTo>
                    <a:pt x="3311064" y="167324"/>
                  </a:lnTo>
                  <a:lnTo>
                    <a:pt x="3324415" y="164169"/>
                  </a:lnTo>
                  <a:lnTo>
                    <a:pt x="3337766" y="161008"/>
                  </a:lnTo>
                  <a:lnTo>
                    <a:pt x="3351117" y="157843"/>
                  </a:lnTo>
                  <a:lnTo>
                    <a:pt x="3364468" y="154673"/>
                  </a:lnTo>
                  <a:lnTo>
                    <a:pt x="3377819" y="151498"/>
                  </a:lnTo>
                  <a:lnTo>
                    <a:pt x="3391171" y="148318"/>
                  </a:lnTo>
                  <a:lnTo>
                    <a:pt x="3404522" y="145133"/>
                  </a:lnTo>
                  <a:lnTo>
                    <a:pt x="3417873" y="141944"/>
                  </a:lnTo>
                  <a:lnTo>
                    <a:pt x="3431224" y="138749"/>
                  </a:lnTo>
                  <a:lnTo>
                    <a:pt x="3444575" y="135549"/>
                  </a:lnTo>
                  <a:lnTo>
                    <a:pt x="3457926" y="132345"/>
                  </a:lnTo>
                  <a:lnTo>
                    <a:pt x="3471277" y="129135"/>
                  </a:lnTo>
                  <a:lnTo>
                    <a:pt x="3484628" y="125921"/>
                  </a:lnTo>
                  <a:lnTo>
                    <a:pt x="3497979" y="122701"/>
                  </a:lnTo>
                  <a:lnTo>
                    <a:pt x="3511330" y="119476"/>
                  </a:lnTo>
                  <a:lnTo>
                    <a:pt x="3524681" y="116247"/>
                  </a:lnTo>
                  <a:lnTo>
                    <a:pt x="3538032" y="113012"/>
                  </a:lnTo>
                  <a:lnTo>
                    <a:pt x="3551383" y="109773"/>
                  </a:lnTo>
                  <a:lnTo>
                    <a:pt x="3564734" y="106528"/>
                  </a:lnTo>
                  <a:lnTo>
                    <a:pt x="3578085" y="103278"/>
                  </a:lnTo>
                  <a:lnTo>
                    <a:pt x="3591437" y="100024"/>
                  </a:lnTo>
                  <a:lnTo>
                    <a:pt x="3604788" y="96764"/>
                  </a:lnTo>
                  <a:lnTo>
                    <a:pt x="3618139" y="93499"/>
                  </a:lnTo>
                  <a:lnTo>
                    <a:pt x="3631490" y="90229"/>
                  </a:lnTo>
                  <a:lnTo>
                    <a:pt x="3644841" y="86954"/>
                  </a:lnTo>
                  <a:lnTo>
                    <a:pt x="3658192" y="83674"/>
                  </a:lnTo>
                  <a:lnTo>
                    <a:pt x="3671543" y="80389"/>
                  </a:lnTo>
                  <a:lnTo>
                    <a:pt x="3684894" y="77099"/>
                  </a:lnTo>
                  <a:lnTo>
                    <a:pt x="3698245" y="73804"/>
                  </a:lnTo>
                  <a:lnTo>
                    <a:pt x="3711596" y="70503"/>
                  </a:lnTo>
                  <a:lnTo>
                    <a:pt x="3724947" y="67198"/>
                  </a:lnTo>
                  <a:lnTo>
                    <a:pt x="3738298" y="63887"/>
                  </a:lnTo>
                  <a:lnTo>
                    <a:pt x="3751649" y="60571"/>
                  </a:lnTo>
                  <a:lnTo>
                    <a:pt x="3765000" y="57250"/>
                  </a:lnTo>
                  <a:lnTo>
                    <a:pt x="3778352" y="53924"/>
                  </a:lnTo>
                  <a:lnTo>
                    <a:pt x="3791703" y="50593"/>
                  </a:lnTo>
                  <a:lnTo>
                    <a:pt x="3805054" y="47257"/>
                  </a:lnTo>
                  <a:lnTo>
                    <a:pt x="3818405" y="43915"/>
                  </a:lnTo>
                  <a:lnTo>
                    <a:pt x="3831756" y="40568"/>
                  </a:lnTo>
                  <a:lnTo>
                    <a:pt x="3845107" y="37216"/>
                  </a:lnTo>
                  <a:lnTo>
                    <a:pt x="3858458" y="33859"/>
                  </a:lnTo>
                  <a:lnTo>
                    <a:pt x="3871809" y="30497"/>
                  </a:lnTo>
                  <a:lnTo>
                    <a:pt x="3885160" y="27129"/>
                  </a:lnTo>
                  <a:lnTo>
                    <a:pt x="3898511" y="23756"/>
                  </a:lnTo>
                  <a:lnTo>
                    <a:pt x="3911862" y="20378"/>
                  </a:lnTo>
                  <a:lnTo>
                    <a:pt x="3925213" y="16995"/>
                  </a:lnTo>
                  <a:lnTo>
                    <a:pt x="3938564" y="13606"/>
                  </a:lnTo>
                  <a:lnTo>
                    <a:pt x="3951915" y="10213"/>
                  </a:lnTo>
                  <a:lnTo>
                    <a:pt x="3965266" y="6813"/>
                  </a:lnTo>
                  <a:lnTo>
                    <a:pt x="3978618" y="3409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012852" y="475515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5012852" y="3498589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4"/>
            <p:cNvSpPr/>
            <p:nvPr/>
          </p:nvSpPr>
          <p:spPr>
            <a:xfrm>
              <a:off x="4772554" y="579478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4772554" y="5070333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4772554" y="434588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4772554" y="3621431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1.6</a:t>
              </a:r>
            </a:p>
          </p:txBody>
        </p:sp>
        <p:sp>
          <p:nvSpPr>
            <p:cNvPr id="148" name="pl148"/>
            <p:cNvSpPr/>
            <p:nvPr/>
          </p:nvSpPr>
          <p:spPr>
            <a:xfrm>
              <a:off x="4978058" y="58418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978058" y="51173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978058" y="43929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978058" y="36684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886720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053669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220618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>
              <a:off x="5815671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6982620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40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8149569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50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6653364" y="6562733"/>
              <a:ext cx="71094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</a:t>
              </a:r>
            </a:p>
          </p:txBody>
        </p:sp>
        <p:sp>
          <p:nvSpPr>
            <p:cNvPr id="159" name="tx159"/>
            <p:cNvSpPr/>
            <p:nvPr/>
          </p:nvSpPr>
          <p:spPr>
            <a:xfrm rot="-5400000">
              <a:off x="-565047" y="3181039"/>
              <a:ext cx="1526133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Weighted Odds Ratio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63337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702965" y="69589"/>
              <a:ext cx="437144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3429000"/>
              <a:ext cx="463337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702965" y="3429000"/>
              <a:ext cx="437144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641407" y="139178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41407" y="274349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1407" y="197283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41407" y="120217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41407" y="43152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0661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95797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5093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41407" y="235816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41407" y="1587507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41407" y="81685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6822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82336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78501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641407" y="139178"/>
              <a:ext cx="3991969" cy="2841995"/>
            </a:xfrm>
            <a:custGeom>
              <a:avLst/>
              <a:pathLst>
                <a:path w="3991969" h="2841995">
                  <a:moveTo>
                    <a:pt x="0" y="312586"/>
                  </a:moveTo>
                  <a:lnTo>
                    <a:pt x="13351" y="322592"/>
                  </a:lnTo>
                  <a:lnTo>
                    <a:pt x="26702" y="332550"/>
                  </a:lnTo>
                  <a:lnTo>
                    <a:pt x="40053" y="342457"/>
                  </a:lnTo>
                  <a:lnTo>
                    <a:pt x="53404" y="352315"/>
                  </a:lnTo>
                  <a:lnTo>
                    <a:pt x="66755" y="362122"/>
                  </a:lnTo>
                  <a:lnTo>
                    <a:pt x="80106" y="371878"/>
                  </a:lnTo>
                  <a:lnTo>
                    <a:pt x="93457" y="381582"/>
                  </a:lnTo>
                  <a:lnTo>
                    <a:pt x="106808" y="391233"/>
                  </a:lnTo>
                  <a:lnTo>
                    <a:pt x="120159" y="400830"/>
                  </a:lnTo>
                  <a:lnTo>
                    <a:pt x="133510" y="410374"/>
                  </a:lnTo>
                  <a:lnTo>
                    <a:pt x="146861" y="419863"/>
                  </a:lnTo>
                  <a:lnTo>
                    <a:pt x="160212" y="429295"/>
                  </a:lnTo>
                  <a:lnTo>
                    <a:pt x="173563" y="438671"/>
                  </a:lnTo>
                  <a:lnTo>
                    <a:pt x="186914" y="447989"/>
                  </a:lnTo>
                  <a:lnTo>
                    <a:pt x="200266" y="457247"/>
                  </a:lnTo>
                  <a:lnTo>
                    <a:pt x="213617" y="466446"/>
                  </a:lnTo>
                  <a:lnTo>
                    <a:pt x="226968" y="475583"/>
                  </a:lnTo>
                  <a:lnTo>
                    <a:pt x="240319" y="484657"/>
                  </a:lnTo>
                  <a:lnTo>
                    <a:pt x="253670" y="493667"/>
                  </a:lnTo>
                  <a:lnTo>
                    <a:pt x="267021" y="502611"/>
                  </a:lnTo>
                  <a:lnTo>
                    <a:pt x="280372" y="511488"/>
                  </a:lnTo>
                  <a:lnTo>
                    <a:pt x="293723" y="520296"/>
                  </a:lnTo>
                  <a:lnTo>
                    <a:pt x="307074" y="529033"/>
                  </a:lnTo>
                  <a:lnTo>
                    <a:pt x="320425" y="537697"/>
                  </a:lnTo>
                  <a:lnTo>
                    <a:pt x="333776" y="546285"/>
                  </a:lnTo>
                  <a:lnTo>
                    <a:pt x="347127" y="554797"/>
                  </a:lnTo>
                  <a:lnTo>
                    <a:pt x="360478" y="563228"/>
                  </a:lnTo>
                  <a:lnTo>
                    <a:pt x="373829" y="571577"/>
                  </a:lnTo>
                  <a:lnTo>
                    <a:pt x="387180" y="579840"/>
                  </a:lnTo>
                  <a:lnTo>
                    <a:pt x="400532" y="588015"/>
                  </a:lnTo>
                  <a:lnTo>
                    <a:pt x="413883" y="596098"/>
                  </a:lnTo>
                  <a:lnTo>
                    <a:pt x="427234" y="604084"/>
                  </a:lnTo>
                  <a:lnTo>
                    <a:pt x="440585" y="611965"/>
                  </a:lnTo>
                  <a:lnTo>
                    <a:pt x="453936" y="619732"/>
                  </a:lnTo>
                  <a:lnTo>
                    <a:pt x="467287" y="627374"/>
                  </a:lnTo>
                  <a:lnTo>
                    <a:pt x="480638" y="634883"/>
                  </a:lnTo>
                  <a:lnTo>
                    <a:pt x="493989" y="642248"/>
                  </a:lnTo>
                  <a:lnTo>
                    <a:pt x="507340" y="649460"/>
                  </a:lnTo>
                  <a:lnTo>
                    <a:pt x="520691" y="656511"/>
                  </a:lnTo>
                  <a:lnTo>
                    <a:pt x="534042" y="663389"/>
                  </a:lnTo>
                  <a:lnTo>
                    <a:pt x="547393" y="670087"/>
                  </a:lnTo>
                  <a:lnTo>
                    <a:pt x="560744" y="676594"/>
                  </a:lnTo>
                  <a:lnTo>
                    <a:pt x="574095" y="682901"/>
                  </a:lnTo>
                  <a:lnTo>
                    <a:pt x="587446" y="688998"/>
                  </a:lnTo>
                  <a:lnTo>
                    <a:pt x="600798" y="694877"/>
                  </a:lnTo>
                  <a:lnTo>
                    <a:pt x="614149" y="700527"/>
                  </a:lnTo>
                  <a:lnTo>
                    <a:pt x="627500" y="705939"/>
                  </a:lnTo>
                  <a:lnTo>
                    <a:pt x="640851" y="711104"/>
                  </a:lnTo>
                  <a:lnTo>
                    <a:pt x="654202" y="716012"/>
                  </a:lnTo>
                  <a:lnTo>
                    <a:pt x="667553" y="720655"/>
                  </a:lnTo>
                  <a:lnTo>
                    <a:pt x="680904" y="725023"/>
                  </a:lnTo>
                  <a:lnTo>
                    <a:pt x="694255" y="729106"/>
                  </a:lnTo>
                  <a:lnTo>
                    <a:pt x="707606" y="732897"/>
                  </a:lnTo>
                  <a:lnTo>
                    <a:pt x="720957" y="736386"/>
                  </a:lnTo>
                  <a:lnTo>
                    <a:pt x="734308" y="739564"/>
                  </a:lnTo>
                  <a:lnTo>
                    <a:pt x="747659" y="742423"/>
                  </a:lnTo>
                  <a:lnTo>
                    <a:pt x="761010" y="744956"/>
                  </a:lnTo>
                  <a:lnTo>
                    <a:pt x="774361" y="747154"/>
                  </a:lnTo>
                  <a:lnTo>
                    <a:pt x="787712" y="749011"/>
                  </a:lnTo>
                  <a:lnTo>
                    <a:pt x="801064" y="750519"/>
                  </a:lnTo>
                  <a:lnTo>
                    <a:pt x="814415" y="751672"/>
                  </a:lnTo>
                  <a:lnTo>
                    <a:pt x="827766" y="752465"/>
                  </a:lnTo>
                  <a:lnTo>
                    <a:pt x="841117" y="752894"/>
                  </a:lnTo>
                  <a:lnTo>
                    <a:pt x="854468" y="752954"/>
                  </a:lnTo>
                  <a:lnTo>
                    <a:pt x="867819" y="752642"/>
                  </a:lnTo>
                  <a:lnTo>
                    <a:pt x="881170" y="751958"/>
                  </a:lnTo>
                  <a:lnTo>
                    <a:pt x="894521" y="750900"/>
                  </a:lnTo>
                  <a:lnTo>
                    <a:pt x="907872" y="749471"/>
                  </a:lnTo>
                  <a:lnTo>
                    <a:pt x="921223" y="747672"/>
                  </a:lnTo>
                  <a:lnTo>
                    <a:pt x="934574" y="745508"/>
                  </a:lnTo>
                  <a:lnTo>
                    <a:pt x="947925" y="742986"/>
                  </a:lnTo>
                  <a:lnTo>
                    <a:pt x="961276" y="740114"/>
                  </a:lnTo>
                  <a:lnTo>
                    <a:pt x="974627" y="736901"/>
                  </a:lnTo>
                  <a:lnTo>
                    <a:pt x="987978" y="733361"/>
                  </a:lnTo>
                  <a:lnTo>
                    <a:pt x="1001330" y="729509"/>
                  </a:lnTo>
                  <a:lnTo>
                    <a:pt x="1014681" y="725361"/>
                  </a:lnTo>
                  <a:lnTo>
                    <a:pt x="1028032" y="720938"/>
                  </a:lnTo>
                  <a:lnTo>
                    <a:pt x="1041383" y="716262"/>
                  </a:lnTo>
                  <a:lnTo>
                    <a:pt x="1054734" y="711356"/>
                  </a:lnTo>
                  <a:lnTo>
                    <a:pt x="1068085" y="706247"/>
                  </a:lnTo>
                  <a:lnTo>
                    <a:pt x="1081436" y="700965"/>
                  </a:lnTo>
                  <a:lnTo>
                    <a:pt x="1094787" y="695541"/>
                  </a:lnTo>
                  <a:lnTo>
                    <a:pt x="1108138" y="690007"/>
                  </a:lnTo>
                  <a:lnTo>
                    <a:pt x="1121489" y="684399"/>
                  </a:lnTo>
                  <a:lnTo>
                    <a:pt x="1134840" y="678752"/>
                  </a:lnTo>
                  <a:lnTo>
                    <a:pt x="1148191" y="673106"/>
                  </a:lnTo>
                  <a:lnTo>
                    <a:pt x="1161542" y="667498"/>
                  </a:lnTo>
                  <a:lnTo>
                    <a:pt x="1174893" y="661970"/>
                  </a:lnTo>
                  <a:lnTo>
                    <a:pt x="1188244" y="656562"/>
                  </a:lnTo>
                  <a:lnTo>
                    <a:pt x="1201596" y="651315"/>
                  </a:lnTo>
                  <a:lnTo>
                    <a:pt x="1214947" y="646271"/>
                  </a:lnTo>
                  <a:lnTo>
                    <a:pt x="1228298" y="641472"/>
                  </a:lnTo>
                  <a:lnTo>
                    <a:pt x="1241649" y="636959"/>
                  </a:lnTo>
                  <a:lnTo>
                    <a:pt x="1255000" y="632774"/>
                  </a:lnTo>
                  <a:lnTo>
                    <a:pt x="1268351" y="628958"/>
                  </a:lnTo>
                  <a:lnTo>
                    <a:pt x="1281702" y="625550"/>
                  </a:lnTo>
                  <a:lnTo>
                    <a:pt x="1295053" y="622585"/>
                  </a:lnTo>
                  <a:lnTo>
                    <a:pt x="1308404" y="620077"/>
                  </a:lnTo>
                  <a:lnTo>
                    <a:pt x="1321755" y="618039"/>
                  </a:lnTo>
                  <a:lnTo>
                    <a:pt x="1335106" y="616477"/>
                  </a:lnTo>
                  <a:lnTo>
                    <a:pt x="1348457" y="615398"/>
                  </a:lnTo>
                  <a:lnTo>
                    <a:pt x="1361808" y="614805"/>
                  </a:lnTo>
                  <a:lnTo>
                    <a:pt x="1375159" y="614699"/>
                  </a:lnTo>
                  <a:lnTo>
                    <a:pt x="1388510" y="615078"/>
                  </a:lnTo>
                  <a:lnTo>
                    <a:pt x="1401862" y="615940"/>
                  </a:lnTo>
                  <a:lnTo>
                    <a:pt x="1415213" y="617279"/>
                  </a:lnTo>
                  <a:lnTo>
                    <a:pt x="1428564" y="619091"/>
                  </a:lnTo>
                  <a:lnTo>
                    <a:pt x="1441915" y="621366"/>
                  </a:lnTo>
                  <a:lnTo>
                    <a:pt x="1455266" y="624097"/>
                  </a:lnTo>
                  <a:lnTo>
                    <a:pt x="1468617" y="627272"/>
                  </a:lnTo>
                  <a:lnTo>
                    <a:pt x="1481968" y="630881"/>
                  </a:lnTo>
                  <a:lnTo>
                    <a:pt x="1495319" y="634911"/>
                  </a:lnTo>
                  <a:lnTo>
                    <a:pt x="1508670" y="639349"/>
                  </a:lnTo>
                  <a:lnTo>
                    <a:pt x="1522021" y="644181"/>
                  </a:lnTo>
                  <a:lnTo>
                    <a:pt x="1535372" y="649394"/>
                  </a:lnTo>
                  <a:lnTo>
                    <a:pt x="1548723" y="654970"/>
                  </a:lnTo>
                  <a:lnTo>
                    <a:pt x="1562074" y="660896"/>
                  </a:lnTo>
                  <a:lnTo>
                    <a:pt x="1575425" y="667154"/>
                  </a:lnTo>
                  <a:lnTo>
                    <a:pt x="1588776" y="673727"/>
                  </a:lnTo>
                  <a:lnTo>
                    <a:pt x="1602128" y="668823"/>
                  </a:lnTo>
                  <a:lnTo>
                    <a:pt x="1615479" y="647759"/>
                  </a:lnTo>
                  <a:lnTo>
                    <a:pt x="1628830" y="626666"/>
                  </a:lnTo>
                  <a:lnTo>
                    <a:pt x="1642181" y="605564"/>
                  </a:lnTo>
                  <a:lnTo>
                    <a:pt x="1655532" y="584476"/>
                  </a:lnTo>
                  <a:lnTo>
                    <a:pt x="1668883" y="563423"/>
                  </a:lnTo>
                  <a:lnTo>
                    <a:pt x="1682234" y="542428"/>
                  </a:lnTo>
                  <a:lnTo>
                    <a:pt x="1695585" y="521514"/>
                  </a:lnTo>
                  <a:lnTo>
                    <a:pt x="1708936" y="500707"/>
                  </a:lnTo>
                  <a:lnTo>
                    <a:pt x="1722287" y="480030"/>
                  </a:lnTo>
                  <a:lnTo>
                    <a:pt x="1735638" y="459511"/>
                  </a:lnTo>
                  <a:lnTo>
                    <a:pt x="1748989" y="439174"/>
                  </a:lnTo>
                  <a:lnTo>
                    <a:pt x="1762340" y="419047"/>
                  </a:lnTo>
                  <a:lnTo>
                    <a:pt x="1775691" y="399158"/>
                  </a:lnTo>
                  <a:lnTo>
                    <a:pt x="1789042" y="379534"/>
                  </a:lnTo>
                  <a:lnTo>
                    <a:pt x="1802394" y="360205"/>
                  </a:lnTo>
                  <a:lnTo>
                    <a:pt x="1815745" y="341199"/>
                  </a:lnTo>
                  <a:lnTo>
                    <a:pt x="1829096" y="322546"/>
                  </a:lnTo>
                  <a:lnTo>
                    <a:pt x="1842447" y="304276"/>
                  </a:lnTo>
                  <a:lnTo>
                    <a:pt x="1855798" y="286419"/>
                  </a:lnTo>
                  <a:lnTo>
                    <a:pt x="1869149" y="269006"/>
                  </a:lnTo>
                  <a:lnTo>
                    <a:pt x="1882500" y="252068"/>
                  </a:lnTo>
                  <a:lnTo>
                    <a:pt x="1895851" y="235635"/>
                  </a:lnTo>
                  <a:lnTo>
                    <a:pt x="1909202" y="219740"/>
                  </a:lnTo>
                  <a:lnTo>
                    <a:pt x="1922553" y="204413"/>
                  </a:lnTo>
                  <a:lnTo>
                    <a:pt x="1935904" y="189678"/>
                  </a:lnTo>
                  <a:lnTo>
                    <a:pt x="1949255" y="175536"/>
                  </a:lnTo>
                  <a:lnTo>
                    <a:pt x="1962606" y="161986"/>
                  </a:lnTo>
                  <a:lnTo>
                    <a:pt x="1975957" y="149024"/>
                  </a:lnTo>
                  <a:lnTo>
                    <a:pt x="1989309" y="136649"/>
                  </a:lnTo>
                  <a:lnTo>
                    <a:pt x="2002660" y="124856"/>
                  </a:lnTo>
                  <a:lnTo>
                    <a:pt x="2016011" y="113642"/>
                  </a:lnTo>
                  <a:lnTo>
                    <a:pt x="2029362" y="103003"/>
                  </a:lnTo>
                  <a:lnTo>
                    <a:pt x="2042713" y="92932"/>
                  </a:lnTo>
                  <a:lnTo>
                    <a:pt x="2056064" y="83426"/>
                  </a:lnTo>
                  <a:lnTo>
                    <a:pt x="2069415" y="74478"/>
                  </a:lnTo>
                  <a:lnTo>
                    <a:pt x="2082766" y="66082"/>
                  </a:lnTo>
                  <a:lnTo>
                    <a:pt x="2096117" y="58231"/>
                  </a:lnTo>
                  <a:lnTo>
                    <a:pt x="2109468" y="50919"/>
                  </a:lnTo>
                  <a:lnTo>
                    <a:pt x="2122819" y="44137"/>
                  </a:lnTo>
                  <a:lnTo>
                    <a:pt x="2136170" y="37879"/>
                  </a:lnTo>
                  <a:lnTo>
                    <a:pt x="2149521" y="32137"/>
                  </a:lnTo>
                  <a:lnTo>
                    <a:pt x="2162872" y="26900"/>
                  </a:lnTo>
                  <a:lnTo>
                    <a:pt x="2176223" y="22162"/>
                  </a:lnTo>
                  <a:lnTo>
                    <a:pt x="2189575" y="17912"/>
                  </a:lnTo>
                  <a:lnTo>
                    <a:pt x="2202926" y="14142"/>
                  </a:lnTo>
                  <a:lnTo>
                    <a:pt x="2216277" y="10840"/>
                  </a:lnTo>
                  <a:lnTo>
                    <a:pt x="2229628" y="7999"/>
                  </a:lnTo>
                  <a:lnTo>
                    <a:pt x="2242979" y="5606"/>
                  </a:lnTo>
                  <a:lnTo>
                    <a:pt x="2256330" y="3652"/>
                  </a:lnTo>
                  <a:lnTo>
                    <a:pt x="2269681" y="2125"/>
                  </a:lnTo>
                  <a:lnTo>
                    <a:pt x="2283032" y="1015"/>
                  </a:lnTo>
                  <a:lnTo>
                    <a:pt x="2296383" y="310"/>
                  </a:lnTo>
                  <a:lnTo>
                    <a:pt x="2309734" y="0"/>
                  </a:lnTo>
                  <a:lnTo>
                    <a:pt x="2323085" y="71"/>
                  </a:lnTo>
                  <a:lnTo>
                    <a:pt x="2336436" y="512"/>
                  </a:lnTo>
                  <a:lnTo>
                    <a:pt x="2349787" y="1312"/>
                  </a:lnTo>
                  <a:lnTo>
                    <a:pt x="2363138" y="2458"/>
                  </a:lnTo>
                  <a:lnTo>
                    <a:pt x="2376489" y="3939"/>
                  </a:lnTo>
                  <a:lnTo>
                    <a:pt x="2389841" y="5740"/>
                  </a:lnTo>
                  <a:lnTo>
                    <a:pt x="2403192" y="7851"/>
                  </a:lnTo>
                  <a:lnTo>
                    <a:pt x="2416543" y="10258"/>
                  </a:lnTo>
                  <a:lnTo>
                    <a:pt x="2429894" y="12949"/>
                  </a:lnTo>
                  <a:lnTo>
                    <a:pt x="2443245" y="15911"/>
                  </a:lnTo>
                  <a:lnTo>
                    <a:pt x="2456596" y="19131"/>
                  </a:lnTo>
                  <a:lnTo>
                    <a:pt x="2469947" y="22598"/>
                  </a:lnTo>
                  <a:lnTo>
                    <a:pt x="2483298" y="26297"/>
                  </a:lnTo>
                  <a:lnTo>
                    <a:pt x="2496649" y="30216"/>
                  </a:lnTo>
                  <a:lnTo>
                    <a:pt x="2510000" y="34343"/>
                  </a:lnTo>
                  <a:lnTo>
                    <a:pt x="2523351" y="38664"/>
                  </a:lnTo>
                  <a:lnTo>
                    <a:pt x="2536702" y="43168"/>
                  </a:lnTo>
                  <a:lnTo>
                    <a:pt x="2550053" y="47842"/>
                  </a:lnTo>
                  <a:lnTo>
                    <a:pt x="2563404" y="52672"/>
                  </a:lnTo>
                  <a:lnTo>
                    <a:pt x="2576755" y="57648"/>
                  </a:lnTo>
                  <a:lnTo>
                    <a:pt x="2590107" y="62756"/>
                  </a:lnTo>
                  <a:lnTo>
                    <a:pt x="2603458" y="67985"/>
                  </a:lnTo>
                  <a:lnTo>
                    <a:pt x="2616809" y="73323"/>
                  </a:lnTo>
                  <a:lnTo>
                    <a:pt x="2630160" y="78757"/>
                  </a:lnTo>
                  <a:lnTo>
                    <a:pt x="2643511" y="84277"/>
                  </a:lnTo>
                  <a:lnTo>
                    <a:pt x="2656862" y="89872"/>
                  </a:lnTo>
                  <a:lnTo>
                    <a:pt x="2670213" y="95529"/>
                  </a:lnTo>
                  <a:lnTo>
                    <a:pt x="2683564" y="101238"/>
                  </a:lnTo>
                  <a:lnTo>
                    <a:pt x="2696915" y="106989"/>
                  </a:lnTo>
                  <a:lnTo>
                    <a:pt x="2710266" y="112770"/>
                  </a:lnTo>
                  <a:lnTo>
                    <a:pt x="2723617" y="118573"/>
                  </a:lnTo>
                  <a:lnTo>
                    <a:pt x="2736968" y="124387"/>
                  </a:lnTo>
                  <a:lnTo>
                    <a:pt x="2750319" y="130203"/>
                  </a:lnTo>
                  <a:lnTo>
                    <a:pt x="2763670" y="136011"/>
                  </a:lnTo>
                  <a:lnTo>
                    <a:pt x="2777021" y="141803"/>
                  </a:lnTo>
                  <a:lnTo>
                    <a:pt x="2790373" y="147569"/>
                  </a:lnTo>
                  <a:lnTo>
                    <a:pt x="2803724" y="153303"/>
                  </a:lnTo>
                  <a:lnTo>
                    <a:pt x="2817075" y="158995"/>
                  </a:lnTo>
                  <a:lnTo>
                    <a:pt x="2830426" y="164638"/>
                  </a:lnTo>
                  <a:lnTo>
                    <a:pt x="2843777" y="170226"/>
                  </a:lnTo>
                  <a:lnTo>
                    <a:pt x="2857128" y="175751"/>
                  </a:lnTo>
                  <a:lnTo>
                    <a:pt x="2870479" y="181207"/>
                  </a:lnTo>
                  <a:lnTo>
                    <a:pt x="2883830" y="186588"/>
                  </a:lnTo>
                  <a:lnTo>
                    <a:pt x="2897181" y="191888"/>
                  </a:lnTo>
                  <a:lnTo>
                    <a:pt x="2910532" y="197101"/>
                  </a:lnTo>
                  <a:lnTo>
                    <a:pt x="2923883" y="202224"/>
                  </a:lnTo>
                  <a:lnTo>
                    <a:pt x="2937234" y="207250"/>
                  </a:lnTo>
                  <a:lnTo>
                    <a:pt x="2950585" y="212175"/>
                  </a:lnTo>
                  <a:lnTo>
                    <a:pt x="2963936" y="216997"/>
                  </a:lnTo>
                  <a:lnTo>
                    <a:pt x="2977287" y="221710"/>
                  </a:lnTo>
                  <a:lnTo>
                    <a:pt x="2990639" y="226312"/>
                  </a:lnTo>
                  <a:lnTo>
                    <a:pt x="3003990" y="230800"/>
                  </a:lnTo>
                  <a:lnTo>
                    <a:pt x="3017341" y="235171"/>
                  </a:lnTo>
                  <a:lnTo>
                    <a:pt x="3030692" y="239423"/>
                  </a:lnTo>
                  <a:lnTo>
                    <a:pt x="3044043" y="243553"/>
                  </a:lnTo>
                  <a:lnTo>
                    <a:pt x="3057394" y="247561"/>
                  </a:lnTo>
                  <a:lnTo>
                    <a:pt x="3070745" y="251444"/>
                  </a:lnTo>
                  <a:lnTo>
                    <a:pt x="3084096" y="255201"/>
                  </a:lnTo>
                  <a:lnTo>
                    <a:pt x="3097447" y="258832"/>
                  </a:lnTo>
                  <a:lnTo>
                    <a:pt x="3110798" y="262335"/>
                  </a:lnTo>
                  <a:lnTo>
                    <a:pt x="3124149" y="265710"/>
                  </a:lnTo>
                  <a:lnTo>
                    <a:pt x="3137500" y="268957"/>
                  </a:lnTo>
                  <a:lnTo>
                    <a:pt x="3150851" y="272080"/>
                  </a:lnTo>
                  <a:lnTo>
                    <a:pt x="3164202" y="275081"/>
                  </a:lnTo>
                  <a:lnTo>
                    <a:pt x="3177553" y="277964"/>
                  </a:lnTo>
                  <a:lnTo>
                    <a:pt x="3190905" y="280731"/>
                  </a:lnTo>
                  <a:lnTo>
                    <a:pt x="3204256" y="283386"/>
                  </a:lnTo>
                  <a:lnTo>
                    <a:pt x="3217607" y="285930"/>
                  </a:lnTo>
                  <a:lnTo>
                    <a:pt x="3230958" y="288368"/>
                  </a:lnTo>
                  <a:lnTo>
                    <a:pt x="3244309" y="290702"/>
                  </a:lnTo>
                  <a:lnTo>
                    <a:pt x="3257660" y="292934"/>
                  </a:lnTo>
                  <a:lnTo>
                    <a:pt x="3271011" y="295068"/>
                  </a:lnTo>
                  <a:lnTo>
                    <a:pt x="3284362" y="297105"/>
                  </a:lnTo>
                  <a:lnTo>
                    <a:pt x="3297713" y="299048"/>
                  </a:lnTo>
                  <a:lnTo>
                    <a:pt x="3311064" y="300900"/>
                  </a:lnTo>
                  <a:lnTo>
                    <a:pt x="3324415" y="302663"/>
                  </a:lnTo>
                  <a:lnTo>
                    <a:pt x="3337766" y="304340"/>
                  </a:lnTo>
                  <a:lnTo>
                    <a:pt x="3351117" y="305932"/>
                  </a:lnTo>
                  <a:lnTo>
                    <a:pt x="3364468" y="307442"/>
                  </a:lnTo>
                  <a:lnTo>
                    <a:pt x="3377819" y="308872"/>
                  </a:lnTo>
                  <a:lnTo>
                    <a:pt x="3391171" y="310223"/>
                  </a:lnTo>
                  <a:lnTo>
                    <a:pt x="3404522" y="311499"/>
                  </a:lnTo>
                  <a:lnTo>
                    <a:pt x="3417873" y="312701"/>
                  </a:lnTo>
                  <a:lnTo>
                    <a:pt x="3431224" y="313831"/>
                  </a:lnTo>
                  <a:lnTo>
                    <a:pt x="3444575" y="314891"/>
                  </a:lnTo>
                  <a:lnTo>
                    <a:pt x="3457926" y="315883"/>
                  </a:lnTo>
                  <a:lnTo>
                    <a:pt x="3471277" y="316808"/>
                  </a:lnTo>
                  <a:lnTo>
                    <a:pt x="3484628" y="317668"/>
                  </a:lnTo>
                  <a:lnTo>
                    <a:pt x="3497979" y="318465"/>
                  </a:lnTo>
                  <a:lnTo>
                    <a:pt x="3511330" y="319200"/>
                  </a:lnTo>
                  <a:lnTo>
                    <a:pt x="3524681" y="319876"/>
                  </a:lnTo>
                  <a:lnTo>
                    <a:pt x="3538032" y="320493"/>
                  </a:lnTo>
                  <a:lnTo>
                    <a:pt x="3551383" y="321053"/>
                  </a:lnTo>
                  <a:lnTo>
                    <a:pt x="3564734" y="321557"/>
                  </a:lnTo>
                  <a:lnTo>
                    <a:pt x="3578085" y="322008"/>
                  </a:lnTo>
                  <a:lnTo>
                    <a:pt x="3591437" y="322406"/>
                  </a:lnTo>
                  <a:lnTo>
                    <a:pt x="3604788" y="322752"/>
                  </a:lnTo>
                  <a:lnTo>
                    <a:pt x="3618139" y="323048"/>
                  </a:lnTo>
                  <a:lnTo>
                    <a:pt x="3631490" y="323295"/>
                  </a:lnTo>
                  <a:lnTo>
                    <a:pt x="3644841" y="323495"/>
                  </a:lnTo>
                  <a:lnTo>
                    <a:pt x="3658192" y="323648"/>
                  </a:lnTo>
                  <a:lnTo>
                    <a:pt x="3671543" y="323755"/>
                  </a:lnTo>
                  <a:lnTo>
                    <a:pt x="3684894" y="323819"/>
                  </a:lnTo>
                  <a:lnTo>
                    <a:pt x="3698245" y="323839"/>
                  </a:lnTo>
                  <a:lnTo>
                    <a:pt x="3711596" y="323817"/>
                  </a:lnTo>
                  <a:lnTo>
                    <a:pt x="3724947" y="323754"/>
                  </a:lnTo>
                  <a:lnTo>
                    <a:pt x="3738298" y="323650"/>
                  </a:lnTo>
                  <a:lnTo>
                    <a:pt x="3751649" y="323508"/>
                  </a:lnTo>
                  <a:lnTo>
                    <a:pt x="3765000" y="323327"/>
                  </a:lnTo>
                  <a:lnTo>
                    <a:pt x="3778352" y="323109"/>
                  </a:lnTo>
                  <a:lnTo>
                    <a:pt x="3791703" y="322854"/>
                  </a:lnTo>
                  <a:lnTo>
                    <a:pt x="3805054" y="322564"/>
                  </a:lnTo>
                  <a:lnTo>
                    <a:pt x="3818405" y="322239"/>
                  </a:lnTo>
                  <a:lnTo>
                    <a:pt x="3831756" y="321880"/>
                  </a:lnTo>
                  <a:lnTo>
                    <a:pt x="3845107" y="321487"/>
                  </a:lnTo>
                  <a:lnTo>
                    <a:pt x="3858458" y="321063"/>
                  </a:lnTo>
                  <a:lnTo>
                    <a:pt x="3871809" y="320606"/>
                  </a:lnTo>
                  <a:lnTo>
                    <a:pt x="3885160" y="320118"/>
                  </a:lnTo>
                  <a:lnTo>
                    <a:pt x="3898511" y="319600"/>
                  </a:lnTo>
                  <a:lnTo>
                    <a:pt x="3911862" y="319052"/>
                  </a:lnTo>
                  <a:lnTo>
                    <a:pt x="3925213" y="318476"/>
                  </a:lnTo>
                  <a:lnTo>
                    <a:pt x="3938564" y="317871"/>
                  </a:lnTo>
                  <a:lnTo>
                    <a:pt x="3951915" y="317238"/>
                  </a:lnTo>
                  <a:lnTo>
                    <a:pt x="3965266" y="316578"/>
                  </a:lnTo>
                  <a:lnTo>
                    <a:pt x="3978618" y="315891"/>
                  </a:lnTo>
                  <a:lnTo>
                    <a:pt x="3991969" y="315178"/>
                  </a:lnTo>
                  <a:lnTo>
                    <a:pt x="3991969" y="2205828"/>
                  </a:lnTo>
                  <a:lnTo>
                    <a:pt x="3978618" y="2197005"/>
                  </a:lnTo>
                  <a:lnTo>
                    <a:pt x="3965266" y="2188144"/>
                  </a:lnTo>
                  <a:lnTo>
                    <a:pt x="3951915" y="2179245"/>
                  </a:lnTo>
                  <a:lnTo>
                    <a:pt x="3938564" y="2170308"/>
                  </a:lnTo>
                  <a:lnTo>
                    <a:pt x="3925213" y="2161334"/>
                  </a:lnTo>
                  <a:lnTo>
                    <a:pt x="3911862" y="2152322"/>
                  </a:lnTo>
                  <a:lnTo>
                    <a:pt x="3898511" y="2143272"/>
                  </a:lnTo>
                  <a:lnTo>
                    <a:pt x="3885160" y="2134186"/>
                  </a:lnTo>
                  <a:lnTo>
                    <a:pt x="3871809" y="2125063"/>
                  </a:lnTo>
                  <a:lnTo>
                    <a:pt x="3858458" y="2115904"/>
                  </a:lnTo>
                  <a:lnTo>
                    <a:pt x="3845107" y="2106709"/>
                  </a:lnTo>
                  <a:lnTo>
                    <a:pt x="3831756" y="2097478"/>
                  </a:lnTo>
                  <a:lnTo>
                    <a:pt x="3818405" y="2088211"/>
                  </a:lnTo>
                  <a:lnTo>
                    <a:pt x="3805054" y="2078910"/>
                  </a:lnTo>
                  <a:lnTo>
                    <a:pt x="3791703" y="2069574"/>
                  </a:lnTo>
                  <a:lnTo>
                    <a:pt x="3778352" y="2060204"/>
                  </a:lnTo>
                  <a:lnTo>
                    <a:pt x="3765000" y="2050800"/>
                  </a:lnTo>
                  <a:lnTo>
                    <a:pt x="3751649" y="2041362"/>
                  </a:lnTo>
                  <a:lnTo>
                    <a:pt x="3738298" y="2031892"/>
                  </a:lnTo>
                  <a:lnTo>
                    <a:pt x="3724947" y="2022389"/>
                  </a:lnTo>
                  <a:lnTo>
                    <a:pt x="3711596" y="2012855"/>
                  </a:lnTo>
                  <a:lnTo>
                    <a:pt x="3698245" y="2003289"/>
                  </a:lnTo>
                  <a:lnTo>
                    <a:pt x="3684894" y="1993693"/>
                  </a:lnTo>
                  <a:lnTo>
                    <a:pt x="3671543" y="1984066"/>
                  </a:lnTo>
                  <a:lnTo>
                    <a:pt x="3658192" y="1974410"/>
                  </a:lnTo>
                  <a:lnTo>
                    <a:pt x="3644841" y="1964726"/>
                  </a:lnTo>
                  <a:lnTo>
                    <a:pt x="3631490" y="1955013"/>
                  </a:lnTo>
                  <a:lnTo>
                    <a:pt x="3618139" y="1945273"/>
                  </a:lnTo>
                  <a:lnTo>
                    <a:pt x="3604788" y="1935506"/>
                  </a:lnTo>
                  <a:lnTo>
                    <a:pt x="3591437" y="1925713"/>
                  </a:lnTo>
                  <a:lnTo>
                    <a:pt x="3578085" y="1915896"/>
                  </a:lnTo>
                  <a:lnTo>
                    <a:pt x="3564734" y="1906054"/>
                  </a:lnTo>
                  <a:lnTo>
                    <a:pt x="3551383" y="1896189"/>
                  </a:lnTo>
                  <a:lnTo>
                    <a:pt x="3538032" y="1886302"/>
                  </a:lnTo>
                  <a:lnTo>
                    <a:pt x="3524681" y="1876393"/>
                  </a:lnTo>
                  <a:lnTo>
                    <a:pt x="3511330" y="1866465"/>
                  </a:lnTo>
                  <a:lnTo>
                    <a:pt x="3497979" y="1856517"/>
                  </a:lnTo>
                  <a:lnTo>
                    <a:pt x="3484628" y="1846550"/>
                  </a:lnTo>
                  <a:lnTo>
                    <a:pt x="3471277" y="1836567"/>
                  </a:lnTo>
                  <a:lnTo>
                    <a:pt x="3457926" y="1826568"/>
                  </a:lnTo>
                  <a:lnTo>
                    <a:pt x="3444575" y="1816555"/>
                  </a:lnTo>
                  <a:lnTo>
                    <a:pt x="3431224" y="1806528"/>
                  </a:lnTo>
                  <a:lnTo>
                    <a:pt x="3417873" y="1796490"/>
                  </a:lnTo>
                  <a:lnTo>
                    <a:pt x="3404522" y="1786440"/>
                  </a:lnTo>
                  <a:lnTo>
                    <a:pt x="3391171" y="1776382"/>
                  </a:lnTo>
                  <a:lnTo>
                    <a:pt x="3377819" y="1766316"/>
                  </a:lnTo>
                  <a:lnTo>
                    <a:pt x="3364468" y="1756243"/>
                  </a:lnTo>
                  <a:lnTo>
                    <a:pt x="3351117" y="1746167"/>
                  </a:lnTo>
                  <a:lnTo>
                    <a:pt x="3337766" y="1736087"/>
                  </a:lnTo>
                  <a:lnTo>
                    <a:pt x="3324415" y="1726006"/>
                  </a:lnTo>
                  <a:lnTo>
                    <a:pt x="3311064" y="1715926"/>
                  </a:lnTo>
                  <a:lnTo>
                    <a:pt x="3297713" y="1705847"/>
                  </a:lnTo>
                  <a:lnTo>
                    <a:pt x="3284362" y="1695773"/>
                  </a:lnTo>
                  <a:lnTo>
                    <a:pt x="3271011" y="1685706"/>
                  </a:lnTo>
                  <a:lnTo>
                    <a:pt x="3257660" y="1675646"/>
                  </a:lnTo>
                  <a:lnTo>
                    <a:pt x="3244309" y="1665596"/>
                  </a:lnTo>
                  <a:lnTo>
                    <a:pt x="3230958" y="1655559"/>
                  </a:lnTo>
                  <a:lnTo>
                    <a:pt x="3217607" y="1645536"/>
                  </a:lnTo>
                  <a:lnTo>
                    <a:pt x="3204256" y="1635529"/>
                  </a:lnTo>
                  <a:lnTo>
                    <a:pt x="3190905" y="1625541"/>
                  </a:lnTo>
                  <a:lnTo>
                    <a:pt x="3177553" y="1615575"/>
                  </a:lnTo>
                  <a:lnTo>
                    <a:pt x="3164202" y="1605632"/>
                  </a:lnTo>
                  <a:lnTo>
                    <a:pt x="3150851" y="1595715"/>
                  </a:lnTo>
                  <a:lnTo>
                    <a:pt x="3137500" y="1585826"/>
                  </a:lnTo>
                  <a:lnTo>
                    <a:pt x="3124149" y="1575969"/>
                  </a:lnTo>
                  <a:lnTo>
                    <a:pt x="3110798" y="1566145"/>
                  </a:lnTo>
                  <a:lnTo>
                    <a:pt x="3097447" y="1556359"/>
                  </a:lnTo>
                  <a:lnTo>
                    <a:pt x="3084096" y="1546614"/>
                  </a:lnTo>
                  <a:lnTo>
                    <a:pt x="3070745" y="1536914"/>
                  </a:lnTo>
                  <a:lnTo>
                    <a:pt x="3057394" y="1527264"/>
                  </a:lnTo>
                  <a:lnTo>
                    <a:pt x="3044043" y="1517666"/>
                  </a:lnTo>
                  <a:lnTo>
                    <a:pt x="3030692" y="1508125"/>
                  </a:lnTo>
                  <a:lnTo>
                    <a:pt x="3017341" y="1498644"/>
                  </a:lnTo>
                  <a:lnTo>
                    <a:pt x="3003990" y="1489225"/>
                  </a:lnTo>
                  <a:lnTo>
                    <a:pt x="2990639" y="1479873"/>
                  </a:lnTo>
                  <a:lnTo>
                    <a:pt x="2977287" y="1470590"/>
                  </a:lnTo>
                  <a:lnTo>
                    <a:pt x="2963936" y="1461378"/>
                  </a:lnTo>
                  <a:lnTo>
                    <a:pt x="2950585" y="1452241"/>
                  </a:lnTo>
                  <a:lnTo>
                    <a:pt x="2937234" y="1443180"/>
                  </a:lnTo>
                  <a:lnTo>
                    <a:pt x="2923883" y="1434198"/>
                  </a:lnTo>
                  <a:lnTo>
                    <a:pt x="2910532" y="1425297"/>
                  </a:lnTo>
                  <a:lnTo>
                    <a:pt x="2897181" y="1416479"/>
                  </a:lnTo>
                  <a:lnTo>
                    <a:pt x="2883830" y="1407745"/>
                  </a:lnTo>
                  <a:lnTo>
                    <a:pt x="2870479" y="1399096"/>
                  </a:lnTo>
                  <a:lnTo>
                    <a:pt x="2857128" y="1390533"/>
                  </a:lnTo>
                  <a:lnTo>
                    <a:pt x="2843777" y="1382058"/>
                  </a:lnTo>
                  <a:lnTo>
                    <a:pt x="2830426" y="1373670"/>
                  </a:lnTo>
                  <a:lnTo>
                    <a:pt x="2817075" y="1365371"/>
                  </a:lnTo>
                  <a:lnTo>
                    <a:pt x="2803724" y="1357160"/>
                  </a:lnTo>
                  <a:lnTo>
                    <a:pt x="2790373" y="1349038"/>
                  </a:lnTo>
                  <a:lnTo>
                    <a:pt x="2777021" y="1341003"/>
                  </a:lnTo>
                  <a:lnTo>
                    <a:pt x="2763670" y="1333057"/>
                  </a:lnTo>
                  <a:lnTo>
                    <a:pt x="2750319" y="1325197"/>
                  </a:lnTo>
                  <a:lnTo>
                    <a:pt x="2736968" y="1317422"/>
                  </a:lnTo>
                  <a:lnTo>
                    <a:pt x="2723617" y="1309733"/>
                  </a:lnTo>
                  <a:lnTo>
                    <a:pt x="2710266" y="1302126"/>
                  </a:lnTo>
                  <a:lnTo>
                    <a:pt x="2696915" y="1294602"/>
                  </a:lnTo>
                  <a:lnTo>
                    <a:pt x="2683564" y="1287157"/>
                  </a:lnTo>
                  <a:lnTo>
                    <a:pt x="2670213" y="1279790"/>
                  </a:lnTo>
                  <a:lnTo>
                    <a:pt x="2656862" y="1272499"/>
                  </a:lnTo>
                  <a:lnTo>
                    <a:pt x="2643511" y="1265282"/>
                  </a:lnTo>
                  <a:lnTo>
                    <a:pt x="2630160" y="1258136"/>
                  </a:lnTo>
                  <a:lnTo>
                    <a:pt x="2616809" y="1251058"/>
                  </a:lnTo>
                  <a:lnTo>
                    <a:pt x="2603458" y="1244047"/>
                  </a:lnTo>
                  <a:lnTo>
                    <a:pt x="2590107" y="1237098"/>
                  </a:lnTo>
                  <a:lnTo>
                    <a:pt x="2576755" y="1230209"/>
                  </a:lnTo>
                  <a:lnTo>
                    <a:pt x="2563404" y="1223377"/>
                  </a:lnTo>
                  <a:lnTo>
                    <a:pt x="2550053" y="1216598"/>
                  </a:lnTo>
                  <a:lnTo>
                    <a:pt x="2536702" y="1209870"/>
                  </a:lnTo>
                  <a:lnTo>
                    <a:pt x="2523351" y="1203189"/>
                  </a:lnTo>
                  <a:lnTo>
                    <a:pt x="2510000" y="1196551"/>
                  </a:lnTo>
                  <a:lnTo>
                    <a:pt x="2496649" y="1189953"/>
                  </a:lnTo>
                  <a:lnTo>
                    <a:pt x="2483298" y="1183391"/>
                  </a:lnTo>
                  <a:lnTo>
                    <a:pt x="2469947" y="1176862"/>
                  </a:lnTo>
                  <a:lnTo>
                    <a:pt x="2456596" y="1170361"/>
                  </a:lnTo>
                  <a:lnTo>
                    <a:pt x="2443245" y="1163885"/>
                  </a:lnTo>
                  <a:lnTo>
                    <a:pt x="2429894" y="1157431"/>
                  </a:lnTo>
                  <a:lnTo>
                    <a:pt x="2416543" y="1150993"/>
                  </a:lnTo>
                  <a:lnTo>
                    <a:pt x="2403192" y="1144569"/>
                  </a:lnTo>
                  <a:lnTo>
                    <a:pt x="2389841" y="1138155"/>
                  </a:lnTo>
                  <a:lnTo>
                    <a:pt x="2376489" y="1131745"/>
                  </a:lnTo>
                  <a:lnTo>
                    <a:pt x="2363138" y="1125337"/>
                  </a:lnTo>
                  <a:lnTo>
                    <a:pt x="2349787" y="1118927"/>
                  </a:lnTo>
                  <a:lnTo>
                    <a:pt x="2336436" y="1112510"/>
                  </a:lnTo>
                  <a:lnTo>
                    <a:pt x="2323085" y="1106083"/>
                  </a:lnTo>
                  <a:lnTo>
                    <a:pt x="2309734" y="1099641"/>
                  </a:lnTo>
                  <a:lnTo>
                    <a:pt x="2296383" y="1093180"/>
                  </a:lnTo>
                  <a:lnTo>
                    <a:pt x="2283032" y="1086697"/>
                  </a:lnTo>
                  <a:lnTo>
                    <a:pt x="2269681" y="1080188"/>
                  </a:lnTo>
                  <a:lnTo>
                    <a:pt x="2256330" y="1073648"/>
                  </a:lnTo>
                  <a:lnTo>
                    <a:pt x="2242979" y="1067073"/>
                  </a:lnTo>
                  <a:lnTo>
                    <a:pt x="2229628" y="1060460"/>
                  </a:lnTo>
                  <a:lnTo>
                    <a:pt x="2216277" y="1053804"/>
                  </a:lnTo>
                  <a:lnTo>
                    <a:pt x="2202926" y="1047102"/>
                  </a:lnTo>
                  <a:lnTo>
                    <a:pt x="2189575" y="1040349"/>
                  </a:lnTo>
                  <a:lnTo>
                    <a:pt x="2176223" y="1033542"/>
                  </a:lnTo>
                  <a:lnTo>
                    <a:pt x="2162872" y="1026677"/>
                  </a:lnTo>
                  <a:lnTo>
                    <a:pt x="2149521" y="1019749"/>
                  </a:lnTo>
                  <a:lnTo>
                    <a:pt x="2136170" y="1012755"/>
                  </a:lnTo>
                  <a:lnTo>
                    <a:pt x="2122819" y="1005691"/>
                  </a:lnTo>
                  <a:lnTo>
                    <a:pt x="2109468" y="998554"/>
                  </a:lnTo>
                  <a:lnTo>
                    <a:pt x="2096117" y="991338"/>
                  </a:lnTo>
                  <a:lnTo>
                    <a:pt x="2082766" y="984040"/>
                  </a:lnTo>
                  <a:lnTo>
                    <a:pt x="2069415" y="976657"/>
                  </a:lnTo>
                  <a:lnTo>
                    <a:pt x="2056064" y="969185"/>
                  </a:lnTo>
                  <a:lnTo>
                    <a:pt x="2042713" y="961619"/>
                  </a:lnTo>
                  <a:lnTo>
                    <a:pt x="2029362" y="953955"/>
                  </a:lnTo>
                  <a:lnTo>
                    <a:pt x="2016011" y="946191"/>
                  </a:lnTo>
                  <a:lnTo>
                    <a:pt x="2002660" y="938322"/>
                  </a:lnTo>
                  <a:lnTo>
                    <a:pt x="1989309" y="930344"/>
                  </a:lnTo>
                  <a:lnTo>
                    <a:pt x="1975957" y="922254"/>
                  </a:lnTo>
                  <a:lnTo>
                    <a:pt x="1962606" y="914047"/>
                  </a:lnTo>
                  <a:lnTo>
                    <a:pt x="1949255" y="905720"/>
                  </a:lnTo>
                  <a:lnTo>
                    <a:pt x="1935904" y="897269"/>
                  </a:lnTo>
                  <a:lnTo>
                    <a:pt x="1922553" y="888690"/>
                  </a:lnTo>
                  <a:lnTo>
                    <a:pt x="1909202" y="879982"/>
                  </a:lnTo>
                  <a:lnTo>
                    <a:pt x="1895851" y="871154"/>
                  </a:lnTo>
                  <a:lnTo>
                    <a:pt x="1882500" y="862224"/>
                  </a:lnTo>
                  <a:lnTo>
                    <a:pt x="1869149" y="853205"/>
                  </a:lnTo>
                  <a:lnTo>
                    <a:pt x="1855798" y="844115"/>
                  </a:lnTo>
                  <a:lnTo>
                    <a:pt x="1842447" y="834969"/>
                  </a:lnTo>
                  <a:lnTo>
                    <a:pt x="1829096" y="825784"/>
                  </a:lnTo>
                  <a:lnTo>
                    <a:pt x="1815745" y="816577"/>
                  </a:lnTo>
                  <a:lnTo>
                    <a:pt x="1802394" y="807365"/>
                  </a:lnTo>
                  <a:lnTo>
                    <a:pt x="1789042" y="798164"/>
                  </a:lnTo>
                  <a:lnTo>
                    <a:pt x="1775691" y="788994"/>
                  </a:lnTo>
                  <a:lnTo>
                    <a:pt x="1762340" y="779870"/>
                  </a:lnTo>
                  <a:lnTo>
                    <a:pt x="1748989" y="770811"/>
                  </a:lnTo>
                  <a:lnTo>
                    <a:pt x="1735638" y="761834"/>
                  </a:lnTo>
                  <a:lnTo>
                    <a:pt x="1722287" y="752958"/>
                  </a:lnTo>
                  <a:lnTo>
                    <a:pt x="1708936" y="744201"/>
                  </a:lnTo>
                  <a:lnTo>
                    <a:pt x="1695585" y="735581"/>
                  </a:lnTo>
                  <a:lnTo>
                    <a:pt x="1682234" y="727115"/>
                  </a:lnTo>
                  <a:lnTo>
                    <a:pt x="1668883" y="718823"/>
                  </a:lnTo>
                  <a:lnTo>
                    <a:pt x="1655532" y="710723"/>
                  </a:lnTo>
                  <a:lnTo>
                    <a:pt x="1642181" y="702832"/>
                  </a:lnTo>
                  <a:lnTo>
                    <a:pt x="1628830" y="695169"/>
                  </a:lnTo>
                  <a:lnTo>
                    <a:pt x="1615479" y="687752"/>
                  </a:lnTo>
                  <a:lnTo>
                    <a:pt x="1602128" y="680599"/>
                  </a:lnTo>
                  <a:lnTo>
                    <a:pt x="1588776" y="689839"/>
                  </a:lnTo>
                  <a:lnTo>
                    <a:pt x="1575425" y="710787"/>
                  </a:lnTo>
                  <a:lnTo>
                    <a:pt x="1562074" y="731649"/>
                  </a:lnTo>
                  <a:lnTo>
                    <a:pt x="1548723" y="752409"/>
                  </a:lnTo>
                  <a:lnTo>
                    <a:pt x="1535372" y="773050"/>
                  </a:lnTo>
                  <a:lnTo>
                    <a:pt x="1522021" y="793557"/>
                  </a:lnTo>
                  <a:lnTo>
                    <a:pt x="1508670" y="813915"/>
                  </a:lnTo>
                  <a:lnTo>
                    <a:pt x="1495319" y="834110"/>
                  </a:lnTo>
                  <a:lnTo>
                    <a:pt x="1481968" y="854130"/>
                  </a:lnTo>
                  <a:lnTo>
                    <a:pt x="1468617" y="873964"/>
                  </a:lnTo>
                  <a:lnTo>
                    <a:pt x="1455266" y="893601"/>
                  </a:lnTo>
                  <a:lnTo>
                    <a:pt x="1441915" y="913032"/>
                  </a:lnTo>
                  <a:lnTo>
                    <a:pt x="1428564" y="932248"/>
                  </a:lnTo>
                  <a:lnTo>
                    <a:pt x="1415213" y="951242"/>
                  </a:lnTo>
                  <a:lnTo>
                    <a:pt x="1401862" y="970009"/>
                  </a:lnTo>
                  <a:lnTo>
                    <a:pt x="1388510" y="988544"/>
                  </a:lnTo>
                  <a:lnTo>
                    <a:pt x="1375159" y="1006843"/>
                  </a:lnTo>
                  <a:lnTo>
                    <a:pt x="1361808" y="1024904"/>
                  </a:lnTo>
                  <a:lnTo>
                    <a:pt x="1348457" y="1042728"/>
                  </a:lnTo>
                  <a:lnTo>
                    <a:pt x="1335106" y="1060315"/>
                  </a:lnTo>
                  <a:lnTo>
                    <a:pt x="1321755" y="1077669"/>
                  </a:lnTo>
                  <a:lnTo>
                    <a:pt x="1308404" y="1094794"/>
                  </a:lnTo>
                  <a:lnTo>
                    <a:pt x="1295053" y="1111696"/>
                  </a:lnTo>
                  <a:lnTo>
                    <a:pt x="1281702" y="1128385"/>
                  </a:lnTo>
                  <a:lnTo>
                    <a:pt x="1268351" y="1144873"/>
                  </a:lnTo>
                  <a:lnTo>
                    <a:pt x="1255000" y="1161185"/>
                  </a:lnTo>
                  <a:lnTo>
                    <a:pt x="1241649" y="1177351"/>
                  </a:lnTo>
                  <a:lnTo>
                    <a:pt x="1228298" y="1193401"/>
                  </a:lnTo>
                  <a:lnTo>
                    <a:pt x="1214947" y="1209363"/>
                  </a:lnTo>
                  <a:lnTo>
                    <a:pt x="1201596" y="1225267"/>
                  </a:lnTo>
                  <a:lnTo>
                    <a:pt x="1188244" y="1241143"/>
                  </a:lnTo>
                  <a:lnTo>
                    <a:pt x="1174893" y="1257017"/>
                  </a:lnTo>
                  <a:lnTo>
                    <a:pt x="1161542" y="1272917"/>
                  </a:lnTo>
                  <a:lnTo>
                    <a:pt x="1148191" y="1288870"/>
                  </a:lnTo>
                  <a:lnTo>
                    <a:pt x="1134840" y="1304900"/>
                  </a:lnTo>
                  <a:lnTo>
                    <a:pt x="1121489" y="1321033"/>
                  </a:lnTo>
                  <a:lnTo>
                    <a:pt x="1108138" y="1337290"/>
                  </a:lnTo>
                  <a:lnTo>
                    <a:pt x="1094787" y="1353692"/>
                  </a:lnTo>
                  <a:lnTo>
                    <a:pt x="1081436" y="1370259"/>
                  </a:lnTo>
                  <a:lnTo>
                    <a:pt x="1068085" y="1387008"/>
                  </a:lnTo>
                  <a:lnTo>
                    <a:pt x="1054734" y="1403954"/>
                  </a:lnTo>
                  <a:lnTo>
                    <a:pt x="1041383" y="1421110"/>
                  </a:lnTo>
                  <a:lnTo>
                    <a:pt x="1028032" y="1438488"/>
                  </a:lnTo>
                  <a:lnTo>
                    <a:pt x="1014681" y="1456097"/>
                  </a:lnTo>
                  <a:lnTo>
                    <a:pt x="1001330" y="1473941"/>
                  </a:lnTo>
                  <a:lnTo>
                    <a:pt x="987978" y="1492027"/>
                  </a:lnTo>
                  <a:lnTo>
                    <a:pt x="974627" y="1510356"/>
                  </a:lnTo>
                  <a:lnTo>
                    <a:pt x="961276" y="1528928"/>
                  </a:lnTo>
                  <a:lnTo>
                    <a:pt x="947925" y="1547740"/>
                  </a:lnTo>
                  <a:lnTo>
                    <a:pt x="934574" y="1566790"/>
                  </a:lnTo>
                  <a:lnTo>
                    <a:pt x="921223" y="1586070"/>
                  </a:lnTo>
                  <a:lnTo>
                    <a:pt x="907872" y="1605575"/>
                  </a:lnTo>
                  <a:lnTo>
                    <a:pt x="894521" y="1625293"/>
                  </a:lnTo>
                  <a:lnTo>
                    <a:pt x="881170" y="1645217"/>
                  </a:lnTo>
                  <a:lnTo>
                    <a:pt x="867819" y="1665333"/>
                  </a:lnTo>
                  <a:lnTo>
                    <a:pt x="854468" y="1685629"/>
                  </a:lnTo>
                  <a:lnTo>
                    <a:pt x="841117" y="1706093"/>
                  </a:lnTo>
                  <a:lnTo>
                    <a:pt x="827766" y="1726710"/>
                  </a:lnTo>
                  <a:lnTo>
                    <a:pt x="814415" y="1747466"/>
                  </a:lnTo>
                  <a:lnTo>
                    <a:pt x="801064" y="1768345"/>
                  </a:lnTo>
                  <a:lnTo>
                    <a:pt x="787712" y="1789332"/>
                  </a:lnTo>
                  <a:lnTo>
                    <a:pt x="774361" y="1810411"/>
                  </a:lnTo>
                  <a:lnTo>
                    <a:pt x="761010" y="1831568"/>
                  </a:lnTo>
                  <a:lnTo>
                    <a:pt x="747659" y="1852787"/>
                  </a:lnTo>
                  <a:lnTo>
                    <a:pt x="734308" y="1874051"/>
                  </a:lnTo>
                  <a:lnTo>
                    <a:pt x="720957" y="1895346"/>
                  </a:lnTo>
                  <a:lnTo>
                    <a:pt x="707606" y="1916657"/>
                  </a:lnTo>
                  <a:lnTo>
                    <a:pt x="694255" y="1937968"/>
                  </a:lnTo>
                  <a:lnTo>
                    <a:pt x="680904" y="1959266"/>
                  </a:lnTo>
                  <a:lnTo>
                    <a:pt x="667553" y="1980536"/>
                  </a:lnTo>
                  <a:lnTo>
                    <a:pt x="654202" y="2001764"/>
                  </a:lnTo>
                  <a:lnTo>
                    <a:pt x="640851" y="2022937"/>
                  </a:lnTo>
                  <a:lnTo>
                    <a:pt x="627500" y="2044043"/>
                  </a:lnTo>
                  <a:lnTo>
                    <a:pt x="614149" y="2065068"/>
                  </a:lnTo>
                  <a:lnTo>
                    <a:pt x="600798" y="2086001"/>
                  </a:lnTo>
                  <a:lnTo>
                    <a:pt x="587446" y="2106831"/>
                  </a:lnTo>
                  <a:lnTo>
                    <a:pt x="574095" y="2127547"/>
                  </a:lnTo>
                  <a:lnTo>
                    <a:pt x="560744" y="2148137"/>
                  </a:lnTo>
                  <a:lnTo>
                    <a:pt x="547393" y="2168593"/>
                  </a:lnTo>
                  <a:lnTo>
                    <a:pt x="534042" y="2188905"/>
                  </a:lnTo>
                  <a:lnTo>
                    <a:pt x="520691" y="2209064"/>
                  </a:lnTo>
                  <a:lnTo>
                    <a:pt x="507340" y="2229061"/>
                  </a:lnTo>
                  <a:lnTo>
                    <a:pt x="493989" y="2248888"/>
                  </a:lnTo>
                  <a:lnTo>
                    <a:pt x="480638" y="2268538"/>
                  </a:lnTo>
                  <a:lnTo>
                    <a:pt x="467287" y="2288004"/>
                  </a:lnTo>
                  <a:lnTo>
                    <a:pt x="453936" y="2307279"/>
                  </a:lnTo>
                  <a:lnTo>
                    <a:pt x="440585" y="2326357"/>
                  </a:lnTo>
                  <a:lnTo>
                    <a:pt x="427234" y="2345232"/>
                  </a:lnTo>
                  <a:lnTo>
                    <a:pt x="413883" y="2363898"/>
                  </a:lnTo>
                  <a:lnTo>
                    <a:pt x="400532" y="2382352"/>
                  </a:lnTo>
                  <a:lnTo>
                    <a:pt x="387180" y="2400592"/>
                  </a:lnTo>
                  <a:lnTo>
                    <a:pt x="373829" y="2418619"/>
                  </a:lnTo>
                  <a:lnTo>
                    <a:pt x="360478" y="2436434"/>
                  </a:lnTo>
                  <a:lnTo>
                    <a:pt x="347127" y="2454037"/>
                  </a:lnTo>
                  <a:lnTo>
                    <a:pt x="333776" y="2471429"/>
                  </a:lnTo>
                  <a:lnTo>
                    <a:pt x="320425" y="2488611"/>
                  </a:lnTo>
                  <a:lnTo>
                    <a:pt x="307074" y="2505585"/>
                  </a:lnTo>
                  <a:lnTo>
                    <a:pt x="293723" y="2522350"/>
                  </a:lnTo>
                  <a:lnTo>
                    <a:pt x="280372" y="2538910"/>
                  </a:lnTo>
                  <a:lnTo>
                    <a:pt x="267021" y="2555265"/>
                  </a:lnTo>
                  <a:lnTo>
                    <a:pt x="253670" y="2571416"/>
                  </a:lnTo>
                  <a:lnTo>
                    <a:pt x="240319" y="2587366"/>
                  </a:lnTo>
                  <a:lnTo>
                    <a:pt x="226968" y="2603115"/>
                  </a:lnTo>
                  <a:lnTo>
                    <a:pt x="213617" y="2618667"/>
                  </a:lnTo>
                  <a:lnTo>
                    <a:pt x="200266" y="2634021"/>
                  </a:lnTo>
                  <a:lnTo>
                    <a:pt x="186914" y="2649181"/>
                  </a:lnTo>
                  <a:lnTo>
                    <a:pt x="173563" y="2664147"/>
                  </a:lnTo>
                  <a:lnTo>
                    <a:pt x="160212" y="2678922"/>
                  </a:lnTo>
                  <a:lnTo>
                    <a:pt x="146861" y="2693508"/>
                  </a:lnTo>
                  <a:lnTo>
                    <a:pt x="133510" y="2707906"/>
                  </a:lnTo>
                  <a:lnTo>
                    <a:pt x="120159" y="2722118"/>
                  </a:lnTo>
                  <a:lnTo>
                    <a:pt x="106808" y="2736147"/>
                  </a:lnTo>
                  <a:lnTo>
                    <a:pt x="93457" y="2749994"/>
                  </a:lnTo>
                  <a:lnTo>
                    <a:pt x="80106" y="2763661"/>
                  </a:lnTo>
                  <a:lnTo>
                    <a:pt x="66755" y="2777150"/>
                  </a:lnTo>
                  <a:lnTo>
                    <a:pt x="53404" y="2790463"/>
                  </a:lnTo>
                  <a:lnTo>
                    <a:pt x="40053" y="2803603"/>
                  </a:lnTo>
                  <a:lnTo>
                    <a:pt x="26702" y="2816570"/>
                  </a:lnTo>
                  <a:lnTo>
                    <a:pt x="13351" y="2829367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41407" y="139178"/>
              <a:ext cx="3991969" cy="752954"/>
            </a:xfrm>
            <a:custGeom>
              <a:avLst/>
              <a:pathLst>
                <a:path w="3991969" h="752954">
                  <a:moveTo>
                    <a:pt x="0" y="312586"/>
                  </a:moveTo>
                  <a:lnTo>
                    <a:pt x="13351" y="322592"/>
                  </a:lnTo>
                  <a:lnTo>
                    <a:pt x="26702" y="332550"/>
                  </a:lnTo>
                  <a:lnTo>
                    <a:pt x="40053" y="342457"/>
                  </a:lnTo>
                  <a:lnTo>
                    <a:pt x="53404" y="352315"/>
                  </a:lnTo>
                  <a:lnTo>
                    <a:pt x="66755" y="362122"/>
                  </a:lnTo>
                  <a:lnTo>
                    <a:pt x="80106" y="371878"/>
                  </a:lnTo>
                  <a:lnTo>
                    <a:pt x="93457" y="381582"/>
                  </a:lnTo>
                  <a:lnTo>
                    <a:pt x="106808" y="391233"/>
                  </a:lnTo>
                  <a:lnTo>
                    <a:pt x="120159" y="400830"/>
                  </a:lnTo>
                  <a:lnTo>
                    <a:pt x="133510" y="410374"/>
                  </a:lnTo>
                  <a:lnTo>
                    <a:pt x="146861" y="419863"/>
                  </a:lnTo>
                  <a:lnTo>
                    <a:pt x="160212" y="429295"/>
                  </a:lnTo>
                  <a:lnTo>
                    <a:pt x="173563" y="438671"/>
                  </a:lnTo>
                  <a:lnTo>
                    <a:pt x="186914" y="447989"/>
                  </a:lnTo>
                  <a:lnTo>
                    <a:pt x="200266" y="457247"/>
                  </a:lnTo>
                  <a:lnTo>
                    <a:pt x="213617" y="466446"/>
                  </a:lnTo>
                  <a:lnTo>
                    <a:pt x="226968" y="475583"/>
                  </a:lnTo>
                  <a:lnTo>
                    <a:pt x="240319" y="484657"/>
                  </a:lnTo>
                  <a:lnTo>
                    <a:pt x="253670" y="493667"/>
                  </a:lnTo>
                  <a:lnTo>
                    <a:pt x="267021" y="502611"/>
                  </a:lnTo>
                  <a:lnTo>
                    <a:pt x="280372" y="511488"/>
                  </a:lnTo>
                  <a:lnTo>
                    <a:pt x="293723" y="520296"/>
                  </a:lnTo>
                  <a:lnTo>
                    <a:pt x="307074" y="529033"/>
                  </a:lnTo>
                  <a:lnTo>
                    <a:pt x="320425" y="537697"/>
                  </a:lnTo>
                  <a:lnTo>
                    <a:pt x="333776" y="546285"/>
                  </a:lnTo>
                  <a:lnTo>
                    <a:pt x="347127" y="554797"/>
                  </a:lnTo>
                  <a:lnTo>
                    <a:pt x="360478" y="563228"/>
                  </a:lnTo>
                  <a:lnTo>
                    <a:pt x="373829" y="571577"/>
                  </a:lnTo>
                  <a:lnTo>
                    <a:pt x="387180" y="579840"/>
                  </a:lnTo>
                  <a:lnTo>
                    <a:pt x="400532" y="588015"/>
                  </a:lnTo>
                  <a:lnTo>
                    <a:pt x="413883" y="596098"/>
                  </a:lnTo>
                  <a:lnTo>
                    <a:pt x="427234" y="604084"/>
                  </a:lnTo>
                  <a:lnTo>
                    <a:pt x="440585" y="611965"/>
                  </a:lnTo>
                  <a:lnTo>
                    <a:pt x="453936" y="619732"/>
                  </a:lnTo>
                  <a:lnTo>
                    <a:pt x="467287" y="627374"/>
                  </a:lnTo>
                  <a:lnTo>
                    <a:pt x="480638" y="634883"/>
                  </a:lnTo>
                  <a:lnTo>
                    <a:pt x="493989" y="642248"/>
                  </a:lnTo>
                  <a:lnTo>
                    <a:pt x="507340" y="649460"/>
                  </a:lnTo>
                  <a:lnTo>
                    <a:pt x="520691" y="656511"/>
                  </a:lnTo>
                  <a:lnTo>
                    <a:pt x="534042" y="663389"/>
                  </a:lnTo>
                  <a:lnTo>
                    <a:pt x="547393" y="670087"/>
                  </a:lnTo>
                  <a:lnTo>
                    <a:pt x="560744" y="676594"/>
                  </a:lnTo>
                  <a:lnTo>
                    <a:pt x="574095" y="682901"/>
                  </a:lnTo>
                  <a:lnTo>
                    <a:pt x="587446" y="688998"/>
                  </a:lnTo>
                  <a:lnTo>
                    <a:pt x="600798" y="694877"/>
                  </a:lnTo>
                  <a:lnTo>
                    <a:pt x="614149" y="700527"/>
                  </a:lnTo>
                  <a:lnTo>
                    <a:pt x="627500" y="705939"/>
                  </a:lnTo>
                  <a:lnTo>
                    <a:pt x="640851" y="711104"/>
                  </a:lnTo>
                  <a:lnTo>
                    <a:pt x="654202" y="716012"/>
                  </a:lnTo>
                  <a:lnTo>
                    <a:pt x="667553" y="720655"/>
                  </a:lnTo>
                  <a:lnTo>
                    <a:pt x="680904" y="725023"/>
                  </a:lnTo>
                  <a:lnTo>
                    <a:pt x="694255" y="729106"/>
                  </a:lnTo>
                  <a:lnTo>
                    <a:pt x="707606" y="732897"/>
                  </a:lnTo>
                  <a:lnTo>
                    <a:pt x="720957" y="736386"/>
                  </a:lnTo>
                  <a:lnTo>
                    <a:pt x="734308" y="739564"/>
                  </a:lnTo>
                  <a:lnTo>
                    <a:pt x="747659" y="742423"/>
                  </a:lnTo>
                  <a:lnTo>
                    <a:pt x="761010" y="744956"/>
                  </a:lnTo>
                  <a:lnTo>
                    <a:pt x="774361" y="747154"/>
                  </a:lnTo>
                  <a:lnTo>
                    <a:pt x="787712" y="749011"/>
                  </a:lnTo>
                  <a:lnTo>
                    <a:pt x="801064" y="750519"/>
                  </a:lnTo>
                  <a:lnTo>
                    <a:pt x="814415" y="751672"/>
                  </a:lnTo>
                  <a:lnTo>
                    <a:pt x="827766" y="752465"/>
                  </a:lnTo>
                  <a:lnTo>
                    <a:pt x="841117" y="752894"/>
                  </a:lnTo>
                  <a:lnTo>
                    <a:pt x="854468" y="752954"/>
                  </a:lnTo>
                  <a:lnTo>
                    <a:pt x="867819" y="752642"/>
                  </a:lnTo>
                  <a:lnTo>
                    <a:pt x="881170" y="751958"/>
                  </a:lnTo>
                  <a:lnTo>
                    <a:pt x="894521" y="750900"/>
                  </a:lnTo>
                  <a:lnTo>
                    <a:pt x="907872" y="749471"/>
                  </a:lnTo>
                  <a:lnTo>
                    <a:pt x="921223" y="747672"/>
                  </a:lnTo>
                  <a:lnTo>
                    <a:pt x="934574" y="745508"/>
                  </a:lnTo>
                  <a:lnTo>
                    <a:pt x="947925" y="742986"/>
                  </a:lnTo>
                  <a:lnTo>
                    <a:pt x="961276" y="740114"/>
                  </a:lnTo>
                  <a:lnTo>
                    <a:pt x="974627" y="736901"/>
                  </a:lnTo>
                  <a:lnTo>
                    <a:pt x="987978" y="733361"/>
                  </a:lnTo>
                  <a:lnTo>
                    <a:pt x="1001330" y="729509"/>
                  </a:lnTo>
                  <a:lnTo>
                    <a:pt x="1014681" y="725361"/>
                  </a:lnTo>
                  <a:lnTo>
                    <a:pt x="1028032" y="720938"/>
                  </a:lnTo>
                  <a:lnTo>
                    <a:pt x="1041383" y="716262"/>
                  </a:lnTo>
                  <a:lnTo>
                    <a:pt x="1054734" y="711356"/>
                  </a:lnTo>
                  <a:lnTo>
                    <a:pt x="1068085" y="706247"/>
                  </a:lnTo>
                  <a:lnTo>
                    <a:pt x="1081436" y="700965"/>
                  </a:lnTo>
                  <a:lnTo>
                    <a:pt x="1094787" y="695541"/>
                  </a:lnTo>
                  <a:lnTo>
                    <a:pt x="1108138" y="690007"/>
                  </a:lnTo>
                  <a:lnTo>
                    <a:pt x="1121489" y="684399"/>
                  </a:lnTo>
                  <a:lnTo>
                    <a:pt x="1134840" y="678752"/>
                  </a:lnTo>
                  <a:lnTo>
                    <a:pt x="1148191" y="673106"/>
                  </a:lnTo>
                  <a:lnTo>
                    <a:pt x="1161542" y="667498"/>
                  </a:lnTo>
                  <a:lnTo>
                    <a:pt x="1174893" y="661970"/>
                  </a:lnTo>
                  <a:lnTo>
                    <a:pt x="1188244" y="656562"/>
                  </a:lnTo>
                  <a:lnTo>
                    <a:pt x="1201596" y="651315"/>
                  </a:lnTo>
                  <a:lnTo>
                    <a:pt x="1214947" y="646271"/>
                  </a:lnTo>
                  <a:lnTo>
                    <a:pt x="1228298" y="641472"/>
                  </a:lnTo>
                  <a:lnTo>
                    <a:pt x="1241649" y="636959"/>
                  </a:lnTo>
                  <a:lnTo>
                    <a:pt x="1255000" y="632774"/>
                  </a:lnTo>
                  <a:lnTo>
                    <a:pt x="1268351" y="628958"/>
                  </a:lnTo>
                  <a:lnTo>
                    <a:pt x="1281702" y="625550"/>
                  </a:lnTo>
                  <a:lnTo>
                    <a:pt x="1295053" y="622585"/>
                  </a:lnTo>
                  <a:lnTo>
                    <a:pt x="1308404" y="620077"/>
                  </a:lnTo>
                  <a:lnTo>
                    <a:pt x="1321755" y="618039"/>
                  </a:lnTo>
                  <a:lnTo>
                    <a:pt x="1335106" y="616477"/>
                  </a:lnTo>
                  <a:lnTo>
                    <a:pt x="1348457" y="615398"/>
                  </a:lnTo>
                  <a:lnTo>
                    <a:pt x="1361808" y="614805"/>
                  </a:lnTo>
                  <a:lnTo>
                    <a:pt x="1375159" y="614699"/>
                  </a:lnTo>
                  <a:lnTo>
                    <a:pt x="1388510" y="615078"/>
                  </a:lnTo>
                  <a:lnTo>
                    <a:pt x="1401862" y="615940"/>
                  </a:lnTo>
                  <a:lnTo>
                    <a:pt x="1415213" y="617279"/>
                  </a:lnTo>
                  <a:lnTo>
                    <a:pt x="1428564" y="619091"/>
                  </a:lnTo>
                  <a:lnTo>
                    <a:pt x="1441915" y="621366"/>
                  </a:lnTo>
                  <a:lnTo>
                    <a:pt x="1455266" y="624097"/>
                  </a:lnTo>
                  <a:lnTo>
                    <a:pt x="1468617" y="627272"/>
                  </a:lnTo>
                  <a:lnTo>
                    <a:pt x="1481968" y="630881"/>
                  </a:lnTo>
                  <a:lnTo>
                    <a:pt x="1495319" y="634911"/>
                  </a:lnTo>
                  <a:lnTo>
                    <a:pt x="1508670" y="639349"/>
                  </a:lnTo>
                  <a:lnTo>
                    <a:pt x="1522021" y="644181"/>
                  </a:lnTo>
                  <a:lnTo>
                    <a:pt x="1535372" y="649394"/>
                  </a:lnTo>
                  <a:lnTo>
                    <a:pt x="1548723" y="654970"/>
                  </a:lnTo>
                  <a:lnTo>
                    <a:pt x="1562074" y="660896"/>
                  </a:lnTo>
                  <a:lnTo>
                    <a:pt x="1575425" y="667154"/>
                  </a:lnTo>
                  <a:lnTo>
                    <a:pt x="1588776" y="673727"/>
                  </a:lnTo>
                  <a:lnTo>
                    <a:pt x="1602128" y="668823"/>
                  </a:lnTo>
                  <a:lnTo>
                    <a:pt x="1615479" y="647759"/>
                  </a:lnTo>
                  <a:lnTo>
                    <a:pt x="1628830" y="626666"/>
                  </a:lnTo>
                  <a:lnTo>
                    <a:pt x="1642181" y="605564"/>
                  </a:lnTo>
                  <a:lnTo>
                    <a:pt x="1655532" y="584476"/>
                  </a:lnTo>
                  <a:lnTo>
                    <a:pt x="1668883" y="563423"/>
                  </a:lnTo>
                  <a:lnTo>
                    <a:pt x="1682234" y="542428"/>
                  </a:lnTo>
                  <a:lnTo>
                    <a:pt x="1695585" y="521514"/>
                  </a:lnTo>
                  <a:lnTo>
                    <a:pt x="1708936" y="500707"/>
                  </a:lnTo>
                  <a:lnTo>
                    <a:pt x="1722287" y="480030"/>
                  </a:lnTo>
                  <a:lnTo>
                    <a:pt x="1735638" y="459511"/>
                  </a:lnTo>
                  <a:lnTo>
                    <a:pt x="1748989" y="439174"/>
                  </a:lnTo>
                  <a:lnTo>
                    <a:pt x="1762340" y="419047"/>
                  </a:lnTo>
                  <a:lnTo>
                    <a:pt x="1775691" y="399158"/>
                  </a:lnTo>
                  <a:lnTo>
                    <a:pt x="1789042" y="379534"/>
                  </a:lnTo>
                  <a:lnTo>
                    <a:pt x="1802394" y="360205"/>
                  </a:lnTo>
                  <a:lnTo>
                    <a:pt x="1815745" y="341199"/>
                  </a:lnTo>
                  <a:lnTo>
                    <a:pt x="1829096" y="322546"/>
                  </a:lnTo>
                  <a:lnTo>
                    <a:pt x="1842447" y="304276"/>
                  </a:lnTo>
                  <a:lnTo>
                    <a:pt x="1855798" y="286419"/>
                  </a:lnTo>
                  <a:lnTo>
                    <a:pt x="1869149" y="269006"/>
                  </a:lnTo>
                  <a:lnTo>
                    <a:pt x="1882500" y="252068"/>
                  </a:lnTo>
                  <a:lnTo>
                    <a:pt x="1895851" y="235635"/>
                  </a:lnTo>
                  <a:lnTo>
                    <a:pt x="1909202" y="219740"/>
                  </a:lnTo>
                  <a:lnTo>
                    <a:pt x="1922553" y="204413"/>
                  </a:lnTo>
                  <a:lnTo>
                    <a:pt x="1935904" y="189678"/>
                  </a:lnTo>
                  <a:lnTo>
                    <a:pt x="1949255" y="175536"/>
                  </a:lnTo>
                  <a:lnTo>
                    <a:pt x="1962606" y="161986"/>
                  </a:lnTo>
                  <a:lnTo>
                    <a:pt x="1975957" y="149024"/>
                  </a:lnTo>
                  <a:lnTo>
                    <a:pt x="1989309" y="136649"/>
                  </a:lnTo>
                  <a:lnTo>
                    <a:pt x="2002660" y="124856"/>
                  </a:lnTo>
                  <a:lnTo>
                    <a:pt x="2016011" y="113642"/>
                  </a:lnTo>
                  <a:lnTo>
                    <a:pt x="2029362" y="103003"/>
                  </a:lnTo>
                  <a:lnTo>
                    <a:pt x="2042713" y="92932"/>
                  </a:lnTo>
                  <a:lnTo>
                    <a:pt x="2056064" y="83426"/>
                  </a:lnTo>
                  <a:lnTo>
                    <a:pt x="2069415" y="74478"/>
                  </a:lnTo>
                  <a:lnTo>
                    <a:pt x="2082766" y="66082"/>
                  </a:lnTo>
                  <a:lnTo>
                    <a:pt x="2096117" y="58231"/>
                  </a:lnTo>
                  <a:lnTo>
                    <a:pt x="2109468" y="50919"/>
                  </a:lnTo>
                  <a:lnTo>
                    <a:pt x="2122819" y="44137"/>
                  </a:lnTo>
                  <a:lnTo>
                    <a:pt x="2136170" y="37879"/>
                  </a:lnTo>
                  <a:lnTo>
                    <a:pt x="2149521" y="32137"/>
                  </a:lnTo>
                  <a:lnTo>
                    <a:pt x="2162872" y="26900"/>
                  </a:lnTo>
                  <a:lnTo>
                    <a:pt x="2176223" y="22162"/>
                  </a:lnTo>
                  <a:lnTo>
                    <a:pt x="2189575" y="17912"/>
                  </a:lnTo>
                  <a:lnTo>
                    <a:pt x="2202926" y="14142"/>
                  </a:lnTo>
                  <a:lnTo>
                    <a:pt x="2216277" y="10840"/>
                  </a:lnTo>
                  <a:lnTo>
                    <a:pt x="2229628" y="7999"/>
                  </a:lnTo>
                  <a:lnTo>
                    <a:pt x="2242979" y="5606"/>
                  </a:lnTo>
                  <a:lnTo>
                    <a:pt x="2256330" y="3652"/>
                  </a:lnTo>
                  <a:lnTo>
                    <a:pt x="2269681" y="2125"/>
                  </a:lnTo>
                  <a:lnTo>
                    <a:pt x="2283032" y="1015"/>
                  </a:lnTo>
                  <a:lnTo>
                    <a:pt x="2296383" y="310"/>
                  </a:lnTo>
                  <a:lnTo>
                    <a:pt x="2309734" y="0"/>
                  </a:lnTo>
                  <a:lnTo>
                    <a:pt x="2309734" y="0"/>
                  </a:lnTo>
                  <a:lnTo>
                    <a:pt x="2323085" y="71"/>
                  </a:lnTo>
                  <a:lnTo>
                    <a:pt x="2336436" y="512"/>
                  </a:lnTo>
                  <a:lnTo>
                    <a:pt x="2349787" y="1312"/>
                  </a:lnTo>
                  <a:lnTo>
                    <a:pt x="2363138" y="2458"/>
                  </a:lnTo>
                  <a:lnTo>
                    <a:pt x="2376489" y="3939"/>
                  </a:lnTo>
                  <a:lnTo>
                    <a:pt x="2389841" y="5740"/>
                  </a:lnTo>
                  <a:lnTo>
                    <a:pt x="2403192" y="7851"/>
                  </a:lnTo>
                  <a:lnTo>
                    <a:pt x="2416543" y="10258"/>
                  </a:lnTo>
                  <a:lnTo>
                    <a:pt x="2429894" y="12949"/>
                  </a:lnTo>
                  <a:lnTo>
                    <a:pt x="2443245" y="15911"/>
                  </a:lnTo>
                  <a:lnTo>
                    <a:pt x="2456596" y="19131"/>
                  </a:lnTo>
                  <a:lnTo>
                    <a:pt x="2469947" y="22598"/>
                  </a:lnTo>
                  <a:lnTo>
                    <a:pt x="2483298" y="26297"/>
                  </a:lnTo>
                  <a:lnTo>
                    <a:pt x="2496649" y="30216"/>
                  </a:lnTo>
                  <a:lnTo>
                    <a:pt x="2510000" y="34343"/>
                  </a:lnTo>
                  <a:lnTo>
                    <a:pt x="2523351" y="38664"/>
                  </a:lnTo>
                  <a:lnTo>
                    <a:pt x="2536702" y="43168"/>
                  </a:lnTo>
                  <a:lnTo>
                    <a:pt x="2550053" y="47842"/>
                  </a:lnTo>
                  <a:lnTo>
                    <a:pt x="2563404" y="52672"/>
                  </a:lnTo>
                  <a:lnTo>
                    <a:pt x="2576755" y="57648"/>
                  </a:lnTo>
                  <a:lnTo>
                    <a:pt x="2590107" y="62756"/>
                  </a:lnTo>
                  <a:lnTo>
                    <a:pt x="2603458" y="67985"/>
                  </a:lnTo>
                  <a:lnTo>
                    <a:pt x="2616809" y="73323"/>
                  </a:lnTo>
                  <a:lnTo>
                    <a:pt x="2630160" y="78757"/>
                  </a:lnTo>
                  <a:lnTo>
                    <a:pt x="2643511" y="84277"/>
                  </a:lnTo>
                  <a:lnTo>
                    <a:pt x="2656862" y="89872"/>
                  </a:lnTo>
                  <a:lnTo>
                    <a:pt x="2670213" y="95529"/>
                  </a:lnTo>
                  <a:lnTo>
                    <a:pt x="2683564" y="101238"/>
                  </a:lnTo>
                  <a:lnTo>
                    <a:pt x="2696915" y="106989"/>
                  </a:lnTo>
                  <a:lnTo>
                    <a:pt x="2710266" y="112770"/>
                  </a:lnTo>
                  <a:lnTo>
                    <a:pt x="2723617" y="118573"/>
                  </a:lnTo>
                  <a:lnTo>
                    <a:pt x="2736968" y="124387"/>
                  </a:lnTo>
                  <a:lnTo>
                    <a:pt x="2750319" y="130203"/>
                  </a:lnTo>
                  <a:lnTo>
                    <a:pt x="2763670" y="136011"/>
                  </a:lnTo>
                  <a:lnTo>
                    <a:pt x="2777021" y="141803"/>
                  </a:lnTo>
                  <a:lnTo>
                    <a:pt x="2790373" y="147569"/>
                  </a:lnTo>
                  <a:lnTo>
                    <a:pt x="2803724" y="153303"/>
                  </a:lnTo>
                  <a:lnTo>
                    <a:pt x="2817075" y="158995"/>
                  </a:lnTo>
                  <a:lnTo>
                    <a:pt x="2830426" y="164638"/>
                  </a:lnTo>
                  <a:lnTo>
                    <a:pt x="2843777" y="170226"/>
                  </a:lnTo>
                  <a:lnTo>
                    <a:pt x="2857128" y="175751"/>
                  </a:lnTo>
                  <a:lnTo>
                    <a:pt x="2870479" y="181207"/>
                  </a:lnTo>
                  <a:lnTo>
                    <a:pt x="2883830" y="186588"/>
                  </a:lnTo>
                  <a:lnTo>
                    <a:pt x="2897181" y="191888"/>
                  </a:lnTo>
                  <a:lnTo>
                    <a:pt x="2910532" y="197101"/>
                  </a:lnTo>
                  <a:lnTo>
                    <a:pt x="2923883" y="202224"/>
                  </a:lnTo>
                  <a:lnTo>
                    <a:pt x="2937234" y="207250"/>
                  </a:lnTo>
                  <a:lnTo>
                    <a:pt x="2950585" y="212175"/>
                  </a:lnTo>
                  <a:lnTo>
                    <a:pt x="2963936" y="216997"/>
                  </a:lnTo>
                  <a:lnTo>
                    <a:pt x="2977287" y="221710"/>
                  </a:lnTo>
                  <a:lnTo>
                    <a:pt x="2990639" y="226312"/>
                  </a:lnTo>
                  <a:lnTo>
                    <a:pt x="3003990" y="230800"/>
                  </a:lnTo>
                  <a:lnTo>
                    <a:pt x="3017341" y="235171"/>
                  </a:lnTo>
                  <a:lnTo>
                    <a:pt x="3030692" y="239423"/>
                  </a:lnTo>
                  <a:lnTo>
                    <a:pt x="3044043" y="243553"/>
                  </a:lnTo>
                  <a:lnTo>
                    <a:pt x="3057394" y="247561"/>
                  </a:lnTo>
                  <a:lnTo>
                    <a:pt x="3070745" y="251444"/>
                  </a:lnTo>
                  <a:lnTo>
                    <a:pt x="3084096" y="255201"/>
                  </a:lnTo>
                  <a:lnTo>
                    <a:pt x="3097447" y="258832"/>
                  </a:lnTo>
                  <a:lnTo>
                    <a:pt x="3110798" y="262335"/>
                  </a:lnTo>
                  <a:lnTo>
                    <a:pt x="3124149" y="265710"/>
                  </a:lnTo>
                  <a:lnTo>
                    <a:pt x="3137500" y="268957"/>
                  </a:lnTo>
                  <a:lnTo>
                    <a:pt x="3150851" y="272080"/>
                  </a:lnTo>
                  <a:lnTo>
                    <a:pt x="3164202" y="275081"/>
                  </a:lnTo>
                  <a:lnTo>
                    <a:pt x="3177553" y="277964"/>
                  </a:lnTo>
                  <a:lnTo>
                    <a:pt x="3190905" y="280731"/>
                  </a:lnTo>
                  <a:lnTo>
                    <a:pt x="3204256" y="283386"/>
                  </a:lnTo>
                  <a:lnTo>
                    <a:pt x="3217607" y="285930"/>
                  </a:lnTo>
                  <a:lnTo>
                    <a:pt x="3230958" y="288368"/>
                  </a:lnTo>
                  <a:lnTo>
                    <a:pt x="3244309" y="290702"/>
                  </a:lnTo>
                  <a:lnTo>
                    <a:pt x="3257660" y="292934"/>
                  </a:lnTo>
                  <a:lnTo>
                    <a:pt x="3271011" y="295068"/>
                  </a:lnTo>
                  <a:lnTo>
                    <a:pt x="3284362" y="297105"/>
                  </a:lnTo>
                  <a:lnTo>
                    <a:pt x="3297713" y="299048"/>
                  </a:lnTo>
                  <a:lnTo>
                    <a:pt x="3311064" y="300900"/>
                  </a:lnTo>
                  <a:lnTo>
                    <a:pt x="3324415" y="302663"/>
                  </a:lnTo>
                  <a:lnTo>
                    <a:pt x="3337766" y="304340"/>
                  </a:lnTo>
                  <a:lnTo>
                    <a:pt x="3351117" y="305932"/>
                  </a:lnTo>
                  <a:lnTo>
                    <a:pt x="3364468" y="307442"/>
                  </a:lnTo>
                  <a:lnTo>
                    <a:pt x="3377819" y="308872"/>
                  </a:lnTo>
                  <a:lnTo>
                    <a:pt x="3391171" y="310223"/>
                  </a:lnTo>
                  <a:lnTo>
                    <a:pt x="3404522" y="311499"/>
                  </a:lnTo>
                  <a:lnTo>
                    <a:pt x="3417873" y="312701"/>
                  </a:lnTo>
                  <a:lnTo>
                    <a:pt x="3431224" y="313831"/>
                  </a:lnTo>
                  <a:lnTo>
                    <a:pt x="3444575" y="314891"/>
                  </a:lnTo>
                  <a:lnTo>
                    <a:pt x="3457926" y="315883"/>
                  </a:lnTo>
                  <a:lnTo>
                    <a:pt x="3471277" y="316808"/>
                  </a:lnTo>
                  <a:lnTo>
                    <a:pt x="3484628" y="317668"/>
                  </a:lnTo>
                  <a:lnTo>
                    <a:pt x="3497979" y="318465"/>
                  </a:lnTo>
                  <a:lnTo>
                    <a:pt x="3511330" y="319200"/>
                  </a:lnTo>
                  <a:lnTo>
                    <a:pt x="3524681" y="319876"/>
                  </a:lnTo>
                  <a:lnTo>
                    <a:pt x="3538032" y="320493"/>
                  </a:lnTo>
                  <a:lnTo>
                    <a:pt x="3551383" y="321053"/>
                  </a:lnTo>
                  <a:lnTo>
                    <a:pt x="3564734" y="321557"/>
                  </a:lnTo>
                  <a:lnTo>
                    <a:pt x="3578085" y="322008"/>
                  </a:lnTo>
                  <a:lnTo>
                    <a:pt x="3591437" y="322406"/>
                  </a:lnTo>
                  <a:lnTo>
                    <a:pt x="3604788" y="322752"/>
                  </a:lnTo>
                  <a:lnTo>
                    <a:pt x="3618139" y="323048"/>
                  </a:lnTo>
                  <a:lnTo>
                    <a:pt x="3631490" y="323295"/>
                  </a:lnTo>
                  <a:lnTo>
                    <a:pt x="3644841" y="323495"/>
                  </a:lnTo>
                  <a:lnTo>
                    <a:pt x="3658192" y="323648"/>
                  </a:lnTo>
                  <a:lnTo>
                    <a:pt x="3671543" y="323755"/>
                  </a:lnTo>
                  <a:lnTo>
                    <a:pt x="3684894" y="323819"/>
                  </a:lnTo>
                  <a:lnTo>
                    <a:pt x="3698245" y="323839"/>
                  </a:lnTo>
                  <a:lnTo>
                    <a:pt x="3711596" y="323817"/>
                  </a:lnTo>
                  <a:lnTo>
                    <a:pt x="3724947" y="323754"/>
                  </a:lnTo>
                  <a:lnTo>
                    <a:pt x="3738298" y="323650"/>
                  </a:lnTo>
                  <a:lnTo>
                    <a:pt x="3751649" y="323508"/>
                  </a:lnTo>
                  <a:lnTo>
                    <a:pt x="3765000" y="323327"/>
                  </a:lnTo>
                  <a:lnTo>
                    <a:pt x="3778352" y="323109"/>
                  </a:lnTo>
                  <a:lnTo>
                    <a:pt x="3791703" y="322854"/>
                  </a:lnTo>
                  <a:lnTo>
                    <a:pt x="3805054" y="322564"/>
                  </a:lnTo>
                  <a:lnTo>
                    <a:pt x="3818405" y="322239"/>
                  </a:lnTo>
                  <a:lnTo>
                    <a:pt x="3831756" y="321880"/>
                  </a:lnTo>
                  <a:lnTo>
                    <a:pt x="3845107" y="321487"/>
                  </a:lnTo>
                  <a:lnTo>
                    <a:pt x="3858458" y="321063"/>
                  </a:lnTo>
                  <a:lnTo>
                    <a:pt x="3871809" y="320606"/>
                  </a:lnTo>
                  <a:lnTo>
                    <a:pt x="3885160" y="320118"/>
                  </a:lnTo>
                  <a:lnTo>
                    <a:pt x="3898511" y="319600"/>
                  </a:lnTo>
                  <a:lnTo>
                    <a:pt x="3911862" y="319052"/>
                  </a:lnTo>
                  <a:lnTo>
                    <a:pt x="3925213" y="318476"/>
                  </a:lnTo>
                  <a:lnTo>
                    <a:pt x="3938564" y="317871"/>
                  </a:lnTo>
                  <a:lnTo>
                    <a:pt x="3951915" y="317238"/>
                  </a:lnTo>
                  <a:lnTo>
                    <a:pt x="3965266" y="316578"/>
                  </a:lnTo>
                  <a:lnTo>
                    <a:pt x="3978618" y="315891"/>
                  </a:lnTo>
                  <a:lnTo>
                    <a:pt x="3991969" y="315178"/>
                  </a:lnTo>
                  <a:lnTo>
                    <a:pt x="3991969" y="3151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41407" y="819777"/>
              <a:ext cx="3991969" cy="2161396"/>
            </a:xfrm>
            <a:custGeom>
              <a:avLst/>
              <a:pathLst>
                <a:path w="3991969" h="2161396">
                  <a:moveTo>
                    <a:pt x="3991969" y="1525228"/>
                  </a:moveTo>
                  <a:lnTo>
                    <a:pt x="3978618" y="1516406"/>
                  </a:lnTo>
                  <a:lnTo>
                    <a:pt x="3965266" y="1507545"/>
                  </a:lnTo>
                  <a:lnTo>
                    <a:pt x="3951915" y="1498646"/>
                  </a:lnTo>
                  <a:lnTo>
                    <a:pt x="3938564" y="1489709"/>
                  </a:lnTo>
                  <a:lnTo>
                    <a:pt x="3925213" y="1480734"/>
                  </a:lnTo>
                  <a:lnTo>
                    <a:pt x="3911862" y="1471722"/>
                  </a:lnTo>
                  <a:lnTo>
                    <a:pt x="3898511" y="1462673"/>
                  </a:lnTo>
                  <a:lnTo>
                    <a:pt x="3885160" y="1453587"/>
                  </a:lnTo>
                  <a:lnTo>
                    <a:pt x="3871809" y="1444464"/>
                  </a:lnTo>
                  <a:lnTo>
                    <a:pt x="3858458" y="1435305"/>
                  </a:lnTo>
                  <a:lnTo>
                    <a:pt x="3845107" y="1426109"/>
                  </a:lnTo>
                  <a:lnTo>
                    <a:pt x="3831756" y="1416878"/>
                  </a:lnTo>
                  <a:lnTo>
                    <a:pt x="3818405" y="1407612"/>
                  </a:lnTo>
                  <a:lnTo>
                    <a:pt x="3805054" y="1398310"/>
                  </a:lnTo>
                  <a:lnTo>
                    <a:pt x="3791703" y="1388974"/>
                  </a:lnTo>
                  <a:lnTo>
                    <a:pt x="3778352" y="1379604"/>
                  </a:lnTo>
                  <a:lnTo>
                    <a:pt x="3765000" y="1370200"/>
                  </a:lnTo>
                  <a:lnTo>
                    <a:pt x="3751649" y="1360763"/>
                  </a:lnTo>
                  <a:lnTo>
                    <a:pt x="3738298" y="1351292"/>
                  </a:lnTo>
                  <a:lnTo>
                    <a:pt x="3724947" y="1341790"/>
                  </a:lnTo>
                  <a:lnTo>
                    <a:pt x="3711596" y="1332255"/>
                  </a:lnTo>
                  <a:lnTo>
                    <a:pt x="3698245" y="1322689"/>
                  </a:lnTo>
                  <a:lnTo>
                    <a:pt x="3684894" y="1313093"/>
                  </a:lnTo>
                  <a:lnTo>
                    <a:pt x="3671543" y="1303467"/>
                  </a:lnTo>
                  <a:lnTo>
                    <a:pt x="3658192" y="1293811"/>
                  </a:lnTo>
                  <a:lnTo>
                    <a:pt x="3644841" y="1284126"/>
                  </a:lnTo>
                  <a:lnTo>
                    <a:pt x="3631490" y="1274413"/>
                  </a:lnTo>
                  <a:lnTo>
                    <a:pt x="3618139" y="1264673"/>
                  </a:lnTo>
                  <a:lnTo>
                    <a:pt x="3604788" y="1254906"/>
                  </a:lnTo>
                  <a:lnTo>
                    <a:pt x="3591437" y="1245114"/>
                  </a:lnTo>
                  <a:lnTo>
                    <a:pt x="3578085" y="1235296"/>
                  </a:lnTo>
                  <a:lnTo>
                    <a:pt x="3564734" y="1225454"/>
                  </a:lnTo>
                  <a:lnTo>
                    <a:pt x="3551383" y="1215589"/>
                  </a:lnTo>
                  <a:lnTo>
                    <a:pt x="3538032" y="1205702"/>
                  </a:lnTo>
                  <a:lnTo>
                    <a:pt x="3524681" y="1195794"/>
                  </a:lnTo>
                  <a:lnTo>
                    <a:pt x="3511330" y="1185865"/>
                  </a:lnTo>
                  <a:lnTo>
                    <a:pt x="3497979" y="1175917"/>
                  </a:lnTo>
                  <a:lnTo>
                    <a:pt x="3484628" y="1165951"/>
                  </a:lnTo>
                  <a:lnTo>
                    <a:pt x="3471277" y="1155968"/>
                  </a:lnTo>
                  <a:lnTo>
                    <a:pt x="3457926" y="1145969"/>
                  </a:lnTo>
                  <a:lnTo>
                    <a:pt x="3444575" y="1135955"/>
                  </a:lnTo>
                  <a:lnTo>
                    <a:pt x="3431224" y="1125929"/>
                  </a:lnTo>
                  <a:lnTo>
                    <a:pt x="3417873" y="1115890"/>
                  </a:lnTo>
                  <a:lnTo>
                    <a:pt x="3404522" y="1105841"/>
                  </a:lnTo>
                  <a:lnTo>
                    <a:pt x="3391171" y="1095782"/>
                  </a:lnTo>
                  <a:lnTo>
                    <a:pt x="3377819" y="1085716"/>
                  </a:lnTo>
                  <a:lnTo>
                    <a:pt x="3364468" y="1075644"/>
                  </a:lnTo>
                  <a:lnTo>
                    <a:pt x="3351117" y="1065567"/>
                  </a:lnTo>
                  <a:lnTo>
                    <a:pt x="3337766" y="1055487"/>
                  </a:lnTo>
                  <a:lnTo>
                    <a:pt x="3324415" y="1045406"/>
                  </a:lnTo>
                  <a:lnTo>
                    <a:pt x="3311064" y="1035326"/>
                  </a:lnTo>
                  <a:lnTo>
                    <a:pt x="3297713" y="1025248"/>
                  </a:lnTo>
                  <a:lnTo>
                    <a:pt x="3284362" y="1015174"/>
                  </a:lnTo>
                  <a:lnTo>
                    <a:pt x="3271011" y="1005106"/>
                  </a:lnTo>
                  <a:lnTo>
                    <a:pt x="3257660" y="995046"/>
                  </a:lnTo>
                  <a:lnTo>
                    <a:pt x="3244309" y="984997"/>
                  </a:lnTo>
                  <a:lnTo>
                    <a:pt x="3230958" y="974959"/>
                  </a:lnTo>
                  <a:lnTo>
                    <a:pt x="3217607" y="964936"/>
                  </a:lnTo>
                  <a:lnTo>
                    <a:pt x="3204256" y="954930"/>
                  </a:lnTo>
                  <a:lnTo>
                    <a:pt x="3190905" y="944942"/>
                  </a:lnTo>
                  <a:lnTo>
                    <a:pt x="3177553" y="934975"/>
                  </a:lnTo>
                  <a:lnTo>
                    <a:pt x="3164202" y="925032"/>
                  </a:lnTo>
                  <a:lnTo>
                    <a:pt x="3150851" y="915115"/>
                  </a:lnTo>
                  <a:lnTo>
                    <a:pt x="3137500" y="905227"/>
                  </a:lnTo>
                  <a:lnTo>
                    <a:pt x="3124149" y="895369"/>
                  </a:lnTo>
                  <a:lnTo>
                    <a:pt x="3110798" y="885545"/>
                  </a:lnTo>
                  <a:lnTo>
                    <a:pt x="3097447" y="875759"/>
                  </a:lnTo>
                  <a:lnTo>
                    <a:pt x="3084096" y="866014"/>
                  </a:lnTo>
                  <a:lnTo>
                    <a:pt x="3070745" y="856315"/>
                  </a:lnTo>
                  <a:lnTo>
                    <a:pt x="3057394" y="846664"/>
                  </a:lnTo>
                  <a:lnTo>
                    <a:pt x="3044043" y="837067"/>
                  </a:lnTo>
                  <a:lnTo>
                    <a:pt x="3030692" y="827526"/>
                  </a:lnTo>
                  <a:lnTo>
                    <a:pt x="3017341" y="818044"/>
                  </a:lnTo>
                  <a:lnTo>
                    <a:pt x="3003990" y="808626"/>
                  </a:lnTo>
                  <a:lnTo>
                    <a:pt x="2990639" y="799273"/>
                  </a:lnTo>
                  <a:lnTo>
                    <a:pt x="2977287" y="789990"/>
                  </a:lnTo>
                  <a:lnTo>
                    <a:pt x="2963936" y="780778"/>
                  </a:lnTo>
                  <a:lnTo>
                    <a:pt x="2950585" y="771641"/>
                  </a:lnTo>
                  <a:lnTo>
                    <a:pt x="2937234" y="762581"/>
                  </a:lnTo>
                  <a:lnTo>
                    <a:pt x="2923883" y="753599"/>
                  </a:lnTo>
                  <a:lnTo>
                    <a:pt x="2910532" y="744698"/>
                  </a:lnTo>
                  <a:lnTo>
                    <a:pt x="2897181" y="735879"/>
                  </a:lnTo>
                  <a:lnTo>
                    <a:pt x="2883830" y="727145"/>
                  </a:lnTo>
                  <a:lnTo>
                    <a:pt x="2870479" y="718496"/>
                  </a:lnTo>
                  <a:lnTo>
                    <a:pt x="2857128" y="709933"/>
                  </a:lnTo>
                  <a:lnTo>
                    <a:pt x="2843777" y="701458"/>
                  </a:lnTo>
                  <a:lnTo>
                    <a:pt x="2830426" y="693071"/>
                  </a:lnTo>
                  <a:lnTo>
                    <a:pt x="2817075" y="684771"/>
                  </a:lnTo>
                  <a:lnTo>
                    <a:pt x="2803724" y="676561"/>
                  </a:lnTo>
                  <a:lnTo>
                    <a:pt x="2790373" y="668438"/>
                  </a:lnTo>
                  <a:lnTo>
                    <a:pt x="2777021" y="660404"/>
                  </a:lnTo>
                  <a:lnTo>
                    <a:pt x="2763670" y="652457"/>
                  </a:lnTo>
                  <a:lnTo>
                    <a:pt x="2750319" y="644597"/>
                  </a:lnTo>
                  <a:lnTo>
                    <a:pt x="2736968" y="636823"/>
                  </a:lnTo>
                  <a:lnTo>
                    <a:pt x="2723617" y="629133"/>
                  </a:lnTo>
                  <a:lnTo>
                    <a:pt x="2710266" y="621527"/>
                  </a:lnTo>
                  <a:lnTo>
                    <a:pt x="2696915" y="614002"/>
                  </a:lnTo>
                  <a:lnTo>
                    <a:pt x="2683564" y="606557"/>
                  </a:lnTo>
                  <a:lnTo>
                    <a:pt x="2670213" y="599191"/>
                  </a:lnTo>
                  <a:lnTo>
                    <a:pt x="2656862" y="591900"/>
                  </a:lnTo>
                  <a:lnTo>
                    <a:pt x="2643511" y="584682"/>
                  </a:lnTo>
                  <a:lnTo>
                    <a:pt x="2630160" y="577536"/>
                  </a:lnTo>
                  <a:lnTo>
                    <a:pt x="2616809" y="570459"/>
                  </a:lnTo>
                  <a:lnTo>
                    <a:pt x="2603458" y="563447"/>
                  </a:lnTo>
                  <a:lnTo>
                    <a:pt x="2590107" y="556498"/>
                  </a:lnTo>
                  <a:lnTo>
                    <a:pt x="2576755" y="549609"/>
                  </a:lnTo>
                  <a:lnTo>
                    <a:pt x="2563404" y="542777"/>
                  </a:lnTo>
                  <a:lnTo>
                    <a:pt x="2550053" y="535999"/>
                  </a:lnTo>
                  <a:lnTo>
                    <a:pt x="2536702" y="529271"/>
                  </a:lnTo>
                  <a:lnTo>
                    <a:pt x="2523351" y="522589"/>
                  </a:lnTo>
                  <a:lnTo>
                    <a:pt x="2510000" y="515951"/>
                  </a:lnTo>
                  <a:lnTo>
                    <a:pt x="2496649" y="509353"/>
                  </a:lnTo>
                  <a:lnTo>
                    <a:pt x="2483298" y="502792"/>
                  </a:lnTo>
                  <a:lnTo>
                    <a:pt x="2469947" y="496262"/>
                  </a:lnTo>
                  <a:lnTo>
                    <a:pt x="2456596" y="489761"/>
                  </a:lnTo>
                  <a:lnTo>
                    <a:pt x="2443245" y="483286"/>
                  </a:lnTo>
                  <a:lnTo>
                    <a:pt x="2429894" y="476831"/>
                  </a:lnTo>
                  <a:lnTo>
                    <a:pt x="2416543" y="470394"/>
                  </a:lnTo>
                  <a:lnTo>
                    <a:pt x="2403192" y="463970"/>
                  </a:lnTo>
                  <a:lnTo>
                    <a:pt x="2389841" y="457555"/>
                  </a:lnTo>
                  <a:lnTo>
                    <a:pt x="2376489" y="451146"/>
                  </a:lnTo>
                  <a:lnTo>
                    <a:pt x="2363138" y="444738"/>
                  </a:lnTo>
                  <a:lnTo>
                    <a:pt x="2349787" y="438327"/>
                  </a:lnTo>
                  <a:lnTo>
                    <a:pt x="2336436" y="431911"/>
                  </a:lnTo>
                  <a:lnTo>
                    <a:pt x="2323085" y="425483"/>
                  </a:lnTo>
                  <a:lnTo>
                    <a:pt x="2309734" y="419041"/>
                  </a:lnTo>
                  <a:lnTo>
                    <a:pt x="2296383" y="412581"/>
                  </a:lnTo>
                  <a:lnTo>
                    <a:pt x="2283032" y="406098"/>
                  </a:lnTo>
                  <a:lnTo>
                    <a:pt x="2269681" y="399588"/>
                  </a:lnTo>
                  <a:lnTo>
                    <a:pt x="2256330" y="393048"/>
                  </a:lnTo>
                  <a:lnTo>
                    <a:pt x="2242979" y="386473"/>
                  </a:lnTo>
                  <a:lnTo>
                    <a:pt x="2229628" y="379860"/>
                  </a:lnTo>
                  <a:lnTo>
                    <a:pt x="2216277" y="373204"/>
                  </a:lnTo>
                  <a:lnTo>
                    <a:pt x="2202926" y="366502"/>
                  </a:lnTo>
                  <a:lnTo>
                    <a:pt x="2189575" y="359749"/>
                  </a:lnTo>
                  <a:lnTo>
                    <a:pt x="2176223" y="352942"/>
                  </a:lnTo>
                  <a:lnTo>
                    <a:pt x="2162872" y="346077"/>
                  </a:lnTo>
                  <a:lnTo>
                    <a:pt x="2149521" y="339150"/>
                  </a:lnTo>
                  <a:lnTo>
                    <a:pt x="2136170" y="332156"/>
                  </a:lnTo>
                  <a:lnTo>
                    <a:pt x="2122819" y="325092"/>
                  </a:lnTo>
                  <a:lnTo>
                    <a:pt x="2109468" y="317954"/>
                  </a:lnTo>
                  <a:lnTo>
                    <a:pt x="2096117" y="310738"/>
                  </a:lnTo>
                  <a:lnTo>
                    <a:pt x="2082766" y="303441"/>
                  </a:lnTo>
                  <a:lnTo>
                    <a:pt x="2069415" y="296058"/>
                  </a:lnTo>
                  <a:lnTo>
                    <a:pt x="2056064" y="288585"/>
                  </a:lnTo>
                  <a:lnTo>
                    <a:pt x="2042713" y="281019"/>
                  </a:lnTo>
                  <a:lnTo>
                    <a:pt x="2029362" y="273356"/>
                  </a:lnTo>
                  <a:lnTo>
                    <a:pt x="2016011" y="265592"/>
                  </a:lnTo>
                  <a:lnTo>
                    <a:pt x="2002660" y="257722"/>
                  </a:lnTo>
                  <a:lnTo>
                    <a:pt x="1989309" y="249744"/>
                  </a:lnTo>
                  <a:lnTo>
                    <a:pt x="1975957" y="241654"/>
                  </a:lnTo>
                  <a:lnTo>
                    <a:pt x="1962606" y="233447"/>
                  </a:lnTo>
                  <a:lnTo>
                    <a:pt x="1949255" y="225120"/>
                  </a:lnTo>
                  <a:lnTo>
                    <a:pt x="1935904" y="216669"/>
                  </a:lnTo>
                  <a:lnTo>
                    <a:pt x="1922553" y="208090"/>
                  </a:lnTo>
                  <a:lnTo>
                    <a:pt x="1909202" y="199382"/>
                  </a:lnTo>
                  <a:lnTo>
                    <a:pt x="1895851" y="190555"/>
                  </a:lnTo>
                  <a:lnTo>
                    <a:pt x="1882500" y="181624"/>
                  </a:lnTo>
                  <a:lnTo>
                    <a:pt x="1869149" y="172605"/>
                  </a:lnTo>
                  <a:lnTo>
                    <a:pt x="1855798" y="163515"/>
                  </a:lnTo>
                  <a:lnTo>
                    <a:pt x="1842447" y="154369"/>
                  </a:lnTo>
                  <a:lnTo>
                    <a:pt x="1829096" y="145184"/>
                  </a:lnTo>
                  <a:lnTo>
                    <a:pt x="1815745" y="135977"/>
                  </a:lnTo>
                  <a:lnTo>
                    <a:pt x="1802394" y="126765"/>
                  </a:lnTo>
                  <a:lnTo>
                    <a:pt x="1789042" y="117565"/>
                  </a:lnTo>
                  <a:lnTo>
                    <a:pt x="1775691" y="108394"/>
                  </a:lnTo>
                  <a:lnTo>
                    <a:pt x="1762340" y="99270"/>
                  </a:lnTo>
                  <a:lnTo>
                    <a:pt x="1748989" y="90211"/>
                  </a:lnTo>
                  <a:lnTo>
                    <a:pt x="1735638" y="81234"/>
                  </a:lnTo>
                  <a:lnTo>
                    <a:pt x="1722287" y="72359"/>
                  </a:lnTo>
                  <a:lnTo>
                    <a:pt x="1708936" y="63601"/>
                  </a:lnTo>
                  <a:lnTo>
                    <a:pt x="1695585" y="54981"/>
                  </a:lnTo>
                  <a:lnTo>
                    <a:pt x="1682234" y="46516"/>
                  </a:lnTo>
                  <a:lnTo>
                    <a:pt x="1668883" y="38224"/>
                  </a:lnTo>
                  <a:lnTo>
                    <a:pt x="1655532" y="30123"/>
                  </a:lnTo>
                  <a:lnTo>
                    <a:pt x="1642181" y="22233"/>
                  </a:lnTo>
                  <a:lnTo>
                    <a:pt x="1628830" y="14570"/>
                  </a:lnTo>
                  <a:lnTo>
                    <a:pt x="1615479" y="7153"/>
                  </a:lnTo>
                  <a:lnTo>
                    <a:pt x="1602128" y="0"/>
                  </a:lnTo>
                  <a:lnTo>
                    <a:pt x="1588776" y="9239"/>
                  </a:lnTo>
                  <a:lnTo>
                    <a:pt x="1575425" y="30187"/>
                  </a:lnTo>
                  <a:lnTo>
                    <a:pt x="1562074" y="51050"/>
                  </a:lnTo>
                  <a:lnTo>
                    <a:pt x="1548723" y="71810"/>
                  </a:lnTo>
                  <a:lnTo>
                    <a:pt x="1535372" y="92451"/>
                  </a:lnTo>
                  <a:lnTo>
                    <a:pt x="1522021" y="112957"/>
                  </a:lnTo>
                  <a:lnTo>
                    <a:pt x="1508670" y="133315"/>
                  </a:lnTo>
                  <a:lnTo>
                    <a:pt x="1495319" y="153510"/>
                  </a:lnTo>
                  <a:lnTo>
                    <a:pt x="1481968" y="173531"/>
                  </a:lnTo>
                  <a:lnTo>
                    <a:pt x="1468617" y="193365"/>
                  </a:lnTo>
                  <a:lnTo>
                    <a:pt x="1455266" y="213002"/>
                  </a:lnTo>
                  <a:lnTo>
                    <a:pt x="1441915" y="232432"/>
                  </a:lnTo>
                  <a:lnTo>
                    <a:pt x="1428564" y="251648"/>
                  </a:lnTo>
                  <a:lnTo>
                    <a:pt x="1415213" y="270643"/>
                  </a:lnTo>
                  <a:lnTo>
                    <a:pt x="1401862" y="289410"/>
                  </a:lnTo>
                  <a:lnTo>
                    <a:pt x="1388510" y="307944"/>
                  </a:lnTo>
                  <a:lnTo>
                    <a:pt x="1375159" y="326243"/>
                  </a:lnTo>
                  <a:lnTo>
                    <a:pt x="1361808" y="344304"/>
                  </a:lnTo>
                  <a:lnTo>
                    <a:pt x="1348457" y="362128"/>
                  </a:lnTo>
                  <a:lnTo>
                    <a:pt x="1335106" y="379716"/>
                  </a:lnTo>
                  <a:lnTo>
                    <a:pt x="1321755" y="397069"/>
                  </a:lnTo>
                  <a:lnTo>
                    <a:pt x="1308404" y="414194"/>
                  </a:lnTo>
                  <a:lnTo>
                    <a:pt x="1295053" y="431097"/>
                  </a:lnTo>
                  <a:lnTo>
                    <a:pt x="1281702" y="447786"/>
                  </a:lnTo>
                  <a:lnTo>
                    <a:pt x="1268351" y="464274"/>
                  </a:lnTo>
                  <a:lnTo>
                    <a:pt x="1255000" y="480586"/>
                  </a:lnTo>
                  <a:lnTo>
                    <a:pt x="1241649" y="496752"/>
                  </a:lnTo>
                  <a:lnTo>
                    <a:pt x="1228298" y="512801"/>
                  </a:lnTo>
                  <a:lnTo>
                    <a:pt x="1214947" y="528763"/>
                  </a:lnTo>
                  <a:lnTo>
                    <a:pt x="1201596" y="544668"/>
                  </a:lnTo>
                  <a:lnTo>
                    <a:pt x="1188244" y="560543"/>
                  </a:lnTo>
                  <a:lnTo>
                    <a:pt x="1174893" y="576417"/>
                  </a:lnTo>
                  <a:lnTo>
                    <a:pt x="1161542" y="592317"/>
                  </a:lnTo>
                  <a:lnTo>
                    <a:pt x="1148191" y="608270"/>
                  </a:lnTo>
                  <a:lnTo>
                    <a:pt x="1134840" y="624301"/>
                  </a:lnTo>
                  <a:lnTo>
                    <a:pt x="1121489" y="640433"/>
                  </a:lnTo>
                  <a:lnTo>
                    <a:pt x="1108138" y="656690"/>
                  </a:lnTo>
                  <a:lnTo>
                    <a:pt x="1094787" y="673092"/>
                  </a:lnTo>
                  <a:lnTo>
                    <a:pt x="1081436" y="689659"/>
                  </a:lnTo>
                  <a:lnTo>
                    <a:pt x="1068085" y="706408"/>
                  </a:lnTo>
                  <a:lnTo>
                    <a:pt x="1054734" y="723354"/>
                  </a:lnTo>
                  <a:lnTo>
                    <a:pt x="1041383" y="740511"/>
                  </a:lnTo>
                  <a:lnTo>
                    <a:pt x="1028032" y="757889"/>
                  </a:lnTo>
                  <a:lnTo>
                    <a:pt x="1014681" y="775497"/>
                  </a:lnTo>
                  <a:lnTo>
                    <a:pt x="1001330" y="793342"/>
                  </a:lnTo>
                  <a:lnTo>
                    <a:pt x="987978" y="811428"/>
                  </a:lnTo>
                  <a:lnTo>
                    <a:pt x="974627" y="829756"/>
                  </a:lnTo>
                  <a:lnTo>
                    <a:pt x="961276" y="848328"/>
                  </a:lnTo>
                  <a:lnTo>
                    <a:pt x="947925" y="867141"/>
                  </a:lnTo>
                  <a:lnTo>
                    <a:pt x="934574" y="886190"/>
                  </a:lnTo>
                  <a:lnTo>
                    <a:pt x="921223" y="905471"/>
                  </a:lnTo>
                  <a:lnTo>
                    <a:pt x="907872" y="924975"/>
                  </a:lnTo>
                  <a:lnTo>
                    <a:pt x="894521" y="944694"/>
                  </a:lnTo>
                  <a:lnTo>
                    <a:pt x="881170" y="964617"/>
                  </a:lnTo>
                  <a:lnTo>
                    <a:pt x="867819" y="984733"/>
                  </a:lnTo>
                  <a:lnTo>
                    <a:pt x="854468" y="1005030"/>
                  </a:lnTo>
                  <a:lnTo>
                    <a:pt x="841117" y="1025494"/>
                  </a:lnTo>
                  <a:lnTo>
                    <a:pt x="827766" y="1046110"/>
                  </a:lnTo>
                  <a:lnTo>
                    <a:pt x="814415" y="1066866"/>
                  </a:lnTo>
                  <a:lnTo>
                    <a:pt x="801064" y="1087745"/>
                  </a:lnTo>
                  <a:lnTo>
                    <a:pt x="787712" y="1108732"/>
                  </a:lnTo>
                  <a:lnTo>
                    <a:pt x="774361" y="1129812"/>
                  </a:lnTo>
                  <a:lnTo>
                    <a:pt x="761010" y="1150969"/>
                  </a:lnTo>
                  <a:lnTo>
                    <a:pt x="747659" y="1172187"/>
                  </a:lnTo>
                  <a:lnTo>
                    <a:pt x="734308" y="1193452"/>
                  </a:lnTo>
                  <a:lnTo>
                    <a:pt x="720957" y="1214747"/>
                  </a:lnTo>
                  <a:lnTo>
                    <a:pt x="707606" y="1236057"/>
                  </a:lnTo>
                  <a:lnTo>
                    <a:pt x="694255" y="1257369"/>
                  </a:lnTo>
                  <a:lnTo>
                    <a:pt x="680904" y="1278666"/>
                  </a:lnTo>
                  <a:lnTo>
                    <a:pt x="667553" y="1299936"/>
                  </a:lnTo>
                  <a:lnTo>
                    <a:pt x="654202" y="1321164"/>
                  </a:lnTo>
                  <a:lnTo>
                    <a:pt x="640851" y="1342338"/>
                  </a:lnTo>
                  <a:lnTo>
                    <a:pt x="627500" y="1363443"/>
                  </a:lnTo>
                  <a:lnTo>
                    <a:pt x="614149" y="1384468"/>
                  </a:lnTo>
                  <a:lnTo>
                    <a:pt x="600798" y="1405402"/>
                  </a:lnTo>
                  <a:lnTo>
                    <a:pt x="587446" y="1426232"/>
                  </a:lnTo>
                  <a:lnTo>
                    <a:pt x="574095" y="1446947"/>
                  </a:lnTo>
                  <a:lnTo>
                    <a:pt x="560744" y="1467538"/>
                  </a:lnTo>
                  <a:lnTo>
                    <a:pt x="547393" y="1487994"/>
                  </a:lnTo>
                  <a:lnTo>
                    <a:pt x="534042" y="1508306"/>
                  </a:lnTo>
                  <a:lnTo>
                    <a:pt x="520691" y="1528464"/>
                  </a:lnTo>
                  <a:lnTo>
                    <a:pt x="507340" y="1548461"/>
                  </a:lnTo>
                  <a:lnTo>
                    <a:pt x="493989" y="1568288"/>
                  </a:lnTo>
                  <a:lnTo>
                    <a:pt x="480638" y="1587939"/>
                  </a:lnTo>
                  <a:lnTo>
                    <a:pt x="467287" y="1607404"/>
                  </a:lnTo>
                  <a:lnTo>
                    <a:pt x="453936" y="1626679"/>
                  </a:lnTo>
                  <a:lnTo>
                    <a:pt x="440585" y="1645757"/>
                  </a:lnTo>
                  <a:lnTo>
                    <a:pt x="427234" y="1664632"/>
                  </a:lnTo>
                  <a:lnTo>
                    <a:pt x="413883" y="1683298"/>
                  </a:lnTo>
                  <a:lnTo>
                    <a:pt x="400532" y="1701752"/>
                  </a:lnTo>
                  <a:lnTo>
                    <a:pt x="387180" y="1719993"/>
                  </a:lnTo>
                  <a:lnTo>
                    <a:pt x="373829" y="1738020"/>
                  </a:lnTo>
                  <a:lnTo>
                    <a:pt x="360478" y="1755835"/>
                  </a:lnTo>
                  <a:lnTo>
                    <a:pt x="347127" y="1773438"/>
                  </a:lnTo>
                  <a:lnTo>
                    <a:pt x="333776" y="1790830"/>
                  </a:lnTo>
                  <a:lnTo>
                    <a:pt x="320425" y="1808012"/>
                  </a:lnTo>
                  <a:lnTo>
                    <a:pt x="307074" y="1824985"/>
                  </a:lnTo>
                  <a:lnTo>
                    <a:pt x="293723" y="1841751"/>
                  </a:lnTo>
                  <a:lnTo>
                    <a:pt x="280372" y="1858310"/>
                  </a:lnTo>
                  <a:lnTo>
                    <a:pt x="267021" y="1874665"/>
                  </a:lnTo>
                  <a:lnTo>
                    <a:pt x="253670" y="1890817"/>
                  </a:lnTo>
                  <a:lnTo>
                    <a:pt x="240319" y="1906766"/>
                  </a:lnTo>
                  <a:lnTo>
                    <a:pt x="226968" y="1922516"/>
                  </a:lnTo>
                  <a:lnTo>
                    <a:pt x="213617" y="1938067"/>
                  </a:lnTo>
                  <a:lnTo>
                    <a:pt x="200266" y="1953421"/>
                  </a:lnTo>
                  <a:lnTo>
                    <a:pt x="186914" y="1968581"/>
                  </a:lnTo>
                  <a:lnTo>
                    <a:pt x="173563" y="1983547"/>
                  </a:lnTo>
                  <a:lnTo>
                    <a:pt x="160212" y="1998322"/>
                  </a:lnTo>
                  <a:lnTo>
                    <a:pt x="146861" y="2012908"/>
                  </a:lnTo>
                  <a:lnTo>
                    <a:pt x="133510" y="2027306"/>
                  </a:lnTo>
                  <a:lnTo>
                    <a:pt x="120159" y="2041519"/>
                  </a:lnTo>
                  <a:lnTo>
                    <a:pt x="106808" y="2055547"/>
                  </a:lnTo>
                  <a:lnTo>
                    <a:pt x="93457" y="2069394"/>
                  </a:lnTo>
                  <a:lnTo>
                    <a:pt x="80106" y="2083061"/>
                  </a:lnTo>
                  <a:lnTo>
                    <a:pt x="66755" y="2096551"/>
                  </a:lnTo>
                  <a:lnTo>
                    <a:pt x="53404" y="2109864"/>
                  </a:lnTo>
                  <a:lnTo>
                    <a:pt x="40053" y="2123003"/>
                  </a:lnTo>
                  <a:lnTo>
                    <a:pt x="26702" y="2135970"/>
                  </a:lnTo>
                  <a:lnTo>
                    <a:pt x="13351" y="2148767"/>
                  </a:lnTo>
                  <a:lnTo>
                    <a:pt x="0" y="2161396"/>
                  </a:lnTo>
                  <a:lnTo>
                    <a:pt x="0" y="2161396"/>
                  </a:lnTo>
                  <a:lnTo>
                    <a:pt x="0" y="21613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41407" y="695763"/>
              <a:ext cx="3991969" cy="1424376"/>
            </a:xfrm>
            <a:custGeom>
              <a:avLst/>
              <a:pathLst>
                <a:path w="3991969" h="1424376">
                  <a:moveTo>
                    <a:pt x="0" y="1424376"/>
                  </a:moveTo>
                  <a:lnTo>
                    <a:pt x="13351" y="1414784"/>
                  </a:lnTo>
                  <a:lnTo>
                    <a:pt x="26702" y="1405141"/>
                  </a:lnTo>
                  <a:lnTo>
                    <a:pt x="40053" y="1395446"/>
                  </a:lnTo>
                  <a:lnTo>
                    <a:pt x="53404" y="1385698"/>
                  </a:lnTo>
                  <a:lnTo>
                    <a:pt x="66755" y="1375898"/>
                  </a:lnTo>
                  <a:lnTo>
                    <a:pt x="80106" y="1366045"/>
                  </a:lnTo>
                  <a:lnTo>
                    <a:pt x="93457" y="1356139"/>
                  </a:lnTo>
                  <a:lnTo>
                    <a:pt x="106808" y="1346180"/>
                  </a:lnTo>
                  <a:lnTo>
                    <a:pt x="120159" y="1336166"/>
                  </a:lnTo>
                  <a:lnTo>
                    <a:pt x="133510" y="1326099"/>
                  </a:lnTo>
                  <a:lnTo>
                    <a:pt x="146861" y="1315978"/>
                  </a:lnTo>
                  <a:lnTo>
                    <a:pt x="160212" y="1305802"/>
                  </a:lnTo>
                  <a:lnTo>
                    <a:pt x="173563" y="1295571"/>
                  </a:lnTo>
                  <a:lnTo>
                    <a:pt x="186914" y="1285286"/>
                  </a:lnTo>
                  <a:lnTo>
                    <a:pt x="200266" y="1274944"/>
                  </a:lnTo>
                  <a:lnTo>
                    <a:pt x="213617" y="1264547"/>
                  </a:lnTo>
                  <a:lnTo>
                    <a:pt x="226968" y="1254094"/>
                  </a:lnTo>
                  <a:lnTo>
                    <a:pt x="240319" y="1243584"/>
                  </a:lnTo>
                  <a:lnTo>
                    <a:pt x="253670" y="1233018"/>
                  </a:lnTo>
                  <a:lnTo>
                    <a:pt x="267021" y="1222395"/>
                  </a:lnTo>
                  <a:lnTo>
                    <a:pt x="280372" y="1211715"/>
                  </a:lnTo>
                  <a:lnTo>
                    <a:pt x="293723" y="1200977"/>
                  </a:lnTo>
                  <a:lnTo>
                    <a:pt x="307074" y="1190181"/>
                  </a:lnTo>
                  <a:lnTo>
                    <a:pt x="320425" y="1179327"/>
                  </a:lnTo>
                  <a:lnTo>
                    <a:pt x="333776" y="1168415"/>
                  </a:lnTo>
                  <a:lnTo>
                    <a:pt x="347127" y="1157443"/>
                  </a:lnTo>
                  <a:lnTo>
                    <a:pt x="360478" y="1146413"/>
                  </a:lnTo>
                  <a:lnTo>
                    <a:pt x="373829" y="1135323"/>
                  </a:lnTo>
                  <a:lnTo>
                    <a:pt x="387180" y="1124173"/>
                  </a:lnTo>
                  <a:lnTo>
                    <a:pt x="400532" y="1112963"/>
                  </a:lnTo>
                  <a:lnTo>
                    <a:pt x="413883" y="1101693"/>
                  </a:lnTo>
                  <a:lnTo>
                    <a:pt x="427234" y="1090362"/>
                  </a:lnTo>
                  <a:lnTo>
                    <a:pt x="440585" y="1078972"/>
                  </a:lnTo>
                  <a:lnTo>
                    <a:pt x="453936" y="1067524"/>
                  </a:lnTo>
                  <a:lnTo>
                    <a:pt x="467287" y="1056020"/>
                  </a:lnTo>
                  <a:lnTo>
                    <a:pt x="480638" y="1044461"/>
                  </a:lnTo>
                  <a:lnTo>
                    <a:pt x="493989" y="1032849"/>
                  </a:lnTo>
                  <a:lnTo>
                    <a:pt x="507340" y="1021185"/>
                  </a:lnTo>
                  <a:lnTo>
                    <a:pt x="520691" y="1009470"/>
                  </a:lnTo>
                  <a:lnTo>
                    <a:pt x="534042" y="997708"/>
                  </a:lnTo>
                  <a:lnTo>
                    <a:pt x="547393" y="985898"/>
                  </a:lnTo>
                  <a:lnTo>
                    <a:pt x="560744" y="974044"/>
                  </a:lnTo>
                  <a:lnTo>
                    <a:pt x="574095" y="962146"/>
                  </a:lnTo>
                  <a:lnTo>
                    <a:pt x="587446" y="950207"/>
                  </a:lnTo>
                  <a:lnTo>
                    <a:pt x="600798" y="938228"/>
                  </a:lnTo>
                  <a:lnTo>
                    <a:pt x="614149" y="926211"/>
                  </a:lnTo>
                  <a:lnTo>
                    <a:pt x="627500" y="914159"/>
                  </a:lnTo>
                  <a:lnTo>
                    <a:pt x="640851" y="902072"/>
                  </a:lnTo>
                  <a:lnTo>
                    <a:pt x="654202" y="889954"/>
                  </a:lnTo>
                  <a:lnTo>
                    <a:pt x="667553" y="877806"/>
                  </a:lnTo>
                  <a:lnTo>
                    <a:pt x="680904" y="865631"/>
                  </a:lnTo>
                  <a:lnTo>
                    <a:pt x="694255" y="853430"/>
                  </a:lnTo>
                  <a:lnTo>
                    <a:pt x="707606" y="841206"/>
                  </a:lnTo>
                  <a:lnTo>
                    <a:pt x="720957" y="828960"/>
                  </a:lnTo>
                  <a:lnTo>
                    <a:pt x="734308" y="816696"/>
                  </a:lnTo>
                  <a:lnTo>
                    <a:pt x="747659" y="804415"/>
                  </a:lnTo>
                  <a:lnTo>
                    <a:pt x="761010" y="792120"/>
                  </a:lnTo>
                  <a:lnTo>
                    <a:pt x="774361" y="779814"/>
                  </a:lnTo>
                  <a:lnTo>
                    <a:pt x="787712" y="767498"/>
                  </a:lnTo>
                  <a:lnTo>
                    <a:pt x="801064" y="755175"/>
                  </a:lnTo>
                  <a:lnTo>
                    <a:pt x="814415" y="742847"/>
                  </a:lnTo>
                  <a:lnTo>
                    <a:pt x="827766" y="730518"/>
                  </a:lnTo>
                  <a:lnTo>
                    <a:pt x="841117" y="718190"/>
                  </a:lnTo>
                  <a:lnTo>
                    <a:pt x="854468" y="705865"/>
                  </a:lnTo>
                  <a:lnTo>
                    <a:pt x="867819" y="693547"/>
                  </a:lnTo>
                  <a:lnTo>
                    <a:pt x="881170" y="681237"/>
                  </a:lnTo>
                  <a:lnTo>
                    <a:pt x="894521" y="668939"/>
                  </a:lnTo>
                  <a:lnTo>
                    <a:pt x="907872" y="656656"/>
                  </a:lnTo>
                  <a:lnTo>
                    <a:pt x="921223" y="644390"/>
                  </a:lnTo>
                  <a:lnTo>
                    <a:pt x="934574" y="632144"/>
                  </a:lnTo>
                  <a:lnTo>
                    <a:pt x="947925" y="619922"/>
                  </a:lnTo>
                  <a:lnTo>
                    <a:pt x="961276" y="607726"/>
                  </a:lnTo>
                  <a:lnTo>
                    <a:pt x="974627" y="595559"/>
                  </a:lnTo>
                  <a:lnTo>
                    <a:pt x="987978" y="583424"/>
                  </a:lnTo>
                  <a:lnTo>
                    <a:pt x="1001330" y="571325"/>
                  </a:lnTo>
                  <a:lnTo>
                    <a:pt x="1014681" y="559265"/>
                  </a:lnTo>
                  <a:lnTo>
                    <a:pt x="1028032" y="547247"/>
                  </a:lnTo>
                  <a:lnTo>
                    <a:pt x="1041383" y="535273"/>
                  </a:lnTo>
                  <a:lnTo>
                    <a:pt x="1054734" y="523348"/>
                  </a:lnTo>
                  <a:lnTo>
                    <a:pt x="1068085" y="511474"/>
                  </a:lnTo>
                  <a:lnTo>
                    <a:pt x="1081436" y="499656"/>
                  </a:lnTo>
                  <a:lnTo>
                    <a:pt x="1094787" y="487896"/>
                  </a:lnTo>
                  <a:lnTo>
                    <a:pt x="1108138" y="476198"/>
                  </a:lnTo>
                  <a:lnTo>
                    <a:pt x="1121489" y="464565"/>
                  </a:lnTo>
                  <a:lnTo>
                    <a:pt x="1134840" y="453000"/>
                  </a:lnTo>
                  <a:lnTo>
                    <a:pt x="1148191" y="441509"/>
                  </a:lnTo>
                  <a:lnTo>
                    <a:pt x="1161542" y="430093"/>
                  </a:lnTo>
                  <a:lnTo>
                    <a:pt x="1174893" y="418756"/>
                  </a:lnTo>
                  <a:lnTo>
                    <a:pt x="1188244" y="407502"/>
                  </a:lnTo>
                  <a:lnTo>
                    <a:pt x="1201596" y="396336"/>
                  </a:lnTo>
                  <a:lnTo>
                    <a:pt x="1214947" y="385259"/>
                  </a:lnTo>
                  <a:lnTo>
                    <a:pt x="1228298" y="374277"/>
                  </a:lnTo>
                  <a:lnTo>
                    <a:pt x="1241649" y="363393"/>
                  </a:lnTo>
                  <a:lnTo>
                    <a:pt x="1255000" y="352610"/>
                  </a:lnTo>
                  <a:lnTo>
                    <a:pt x="1268351" y="341933"/>
                  </a:lnTo>
                  <a:lnTo>
                    <a:pt x="1281702" y="331365"/>
                  </a:lnTo>
                  <a:lnTo>
                    <a:pt x="1295053" y="320910"/>
                  </a:lnTo>
                  <a:lnTo>
                    <a:pt x="1308404" y="310571"/>
                  </a:lnTo>
                  <a:lnTo>
                    <a:pt x="1321755" y="300350"/>
                  </a:lnTo>
                  <a:lnTo>
                    <a:pt x="1335106" y="290251"/>
                  </a:lnTo>
                  <a:lnTo>
                    <a:pt x="1348457" y="280276"/>
                  </a:lnTo>
                  <a:lnTo>
                    <a:pt x="1361808" y="270428"/>
                  </a:lnTo>
                  <a:lnTo>
                    <a:pt x="1375159" y="260710"/>
                  </a:lnTo>
                  <a:lnTo>
                    <a:pt x="1388510" y="251125"/>
                  </a:lnTo>
                  <a:lnTo>
                    <a:pt x="1401862" y="241675"/>
                  </a:lnTo>
                  <a:lnTo>
                    <a:pt x="1415213" y="232364"/>
                  </a:lnTo>
                  <a:lnTo>
                    <a:pt x="1428564" y="223195"/>
                  </a:lnTo>
                  <a:lnTo>
                    <a:pt x="1441915" y="214169"/>
                  </a:lnTo>
                  <a:lnTo>
                    <a:pt x="1455266" y="205290"/>
                  </a:lnTo>
                  <a:lnTo>
                    <a:pt x="1468617" y="196562"/>
                  </a:lnTo>
                  <a:lnTo>
                    <a:pt x="1481968" y="187986"/>
                  </a:lnTo>
                  <a:lnTo>
                    <a:pt x="1495319" y="179565"/>
                  </a:lnTo>
                  <a:lnTo>
                    <a:pt x="1508670" y="171303"/>
                  </a:lnTo>
                  <a:lnTo>
                    <a:pt x="1522021" y="163201"/>
                  </a:lnTo>
                  <a:lnTo>
                    <a:pt x="1535372" y="155264"/>
                  </a:lnTo>
                  <a:lnTo>
                    <a:pt x="1548723" y="147493"/>
                  </a:lnTo>
                  <a:lnTo>
                    <a:pt x="1562074" y="139892"/>
                  </a:lnTo>
                  <a:lnTo>
                    <a:pt x="1575425" y="132463"/>
                  </a:lnTo>
                  <a:lnTo>
                    <a:pt x="1588776" y="125208"/>
                  </a:lnTo>
                  <a:lnTo>
                    <a:pt x="1602128" y="118132"/>
                  </a:lnTo>
                  <a:lnTo>
                    <a:pt x="1615479" y="111235"/>
                  </a:lnTo>
                  <a:lnTo>
                    <a:pt x="1628830" y="104522"/>
                  </a:lnTo>
                  <a:lnTo>
                    <a:pt x="1642181" y="97994"/>
                  </a:lnTo>
                  <a:lnTo>
                    <a:pt x="1655532" y="91655"/>
                  </a:lnTo>
                  <a:lnTo>
                    <a:pt x="1668883" y="85506"/>
                  </a:lnTo>
                  <a:lnTo>
                    <a:pt x="1682234" y="79551"/>
                  </a:lnTo>
                  <a:lnTo>
                    <a:pt x="1695585" y="73792"/>
                  </a:lnTo>
                  <a:lnTo>
                    <a:pt x="1708936" y="68232"/>
                  </a:lnTo>
                  <a:lnTo>
                    <a:pt x="1722287" y="62873"/>
                  </a:lnTo>
                  <a:lnTo>
                    <a:pt x="1735638" y="57717"/>
                  </a:lnTo>
                  <a:lnTo>
                    <a:pt x="1748989" y="52767"/>
                  </a:lnTo>
                  <a:lnTo>
                    <a:pt x="1762340" y="48026"/>
                  </a:lnTo>
                  <a:lnTo>
                    <a:pt x="1775691" y="43496"/>
                  </a:lnTo>
                  <a:lnTo>
                    <a:pt x="1789042" y="39179"/>
                  </a:lnTo>
                  <a:lnTo>
                    <a:pt x="1802394" y="35078"/>
                  </a:lnTo>
                  <a:lnTo>
                    <a:pt x="1815745" y="31194"/>
                  </a:lnTo>
                  <a:lnTo>
                    <a:pt x="1829096" y="27531"/>
                  </a:lnTo>
                  <a:lnTo>
                    <a:pt x="1842447" y="24090"/>
                  </a:lnTo>
                  <a:lnTo>
                    <a:pt x="1855798" y="20873"/>
                  </a:lnTo>
                  <a:lnTo>
                    <a:pt x="1869149" y="17883"/>
                  </a:lnTo>
                  <a:lnTo>
                    <a:pt x="1882500" y="15122"/>
                  </a:lnTo>
                  <a:lnTo>
                    <a:pt x="1895851" y="12592"/>
                  </a:lnTo>
                  <a:lnTo>
                    <a:pt x="1909202" y="10294"/>
                  </a:lnTo>
                  <a:lnTo>
                    <a:pt x="1922553" y="8231"/>
                  </a:lnTo>
                  <a:lnTo>
                    <a:pt x="1935904" y="6403"/>
                  </a:lnTo>
                  <a:lnTo>
                    <a:pt x="1949255" y="4809"/>
                  </a:lnTo>
                  <a:lnTo>
                    <a:pt x="1962606" y="3447"/>
                  </a:lnTo>
                  <a:lnTo>
                    <a:pt x="1975957" y="2314"/>
                  </a:lnTo>
                  <a:lnTo>
                    <a:pt x="1989309" y="1408"/>
                  </a:lnTo>
                  <a:lnTo>
                    <a:pt x="2002660" y="726"/>
                  </a:lnTo>
                  <a:lnTo>
                    <a:pt x="2016011" y="265"/>
                  </a:lnTo>
                  <a:lnTo>
                    <a:pt x="2029362" y="24"/>
                  </a:lnTo>
                  <a:lnTo>
                    <a:pt x="2042713" y="0"/>
                  </a:lnTo>
                  <a:lnTo>
                    <a:pt x="2056064" y="189"/>
                  </a:lnTo>
                  <a:lnTo>
                    <a:pt x="2069415" y="590"/>
                  </a:lnTo>
                  <a:lnTo>
                    <a:pt x="2082766" y="1199"/>
                  </a:lnTo>
                  <a:lnTo>
                    <a:pt x="2096117" y="2014"/>
                  </a:lnTo>
                  <a:lnTo>
                    <a:pt x="2109468" y="3032"/>
                  </a:lnTo>
                  <a:lnTo>
                    <a:pt x="2122819" y="4251"/>
                  </a:lnTo>
                  <a:lnTo>
                    <a:pt x="2136170" y="5666"/>
                  </a:lnTo>
                  <a:lnTo>
                    <a:pt x="2149521" y="7276"/>
                  </a:lnTo>
                  <a:lnTo>
                    <a:pt x="2162872" y="9078"/>
                  </a:lnTo>
                  <a:lnTo>
                    <a:pt x="2176223" y="11068"/>
                  </a:lnTo>
                  <a:lnTo>
                    <a:pt x="2189575" y="13243"/>
                  </a:lnTo>
                  <a:lnTo>
                    <a:pt x="2202926" y="15601"/>
                  </a:lnTo>
                  <a:lnTo>
                    <a:pt x="2216277" y="18139"/>
                  </a:lnTo>
                  <a:lnTo>
                    <a:pt x="2229628" y="20853"/>
                  </a:lnTo>
                  <a:lnTo>
                    <a:pt x="2242979" y="23740"/>
                  </a:lnTo>
                  <a:lnTo>
                    <a:pt x="2256330" y="26797"/>
                  </a:lnTo>
                  <a:lnTo>
                    <a:pt x="2269681" y="30022"/>
                  </a:lnTo>
                  <a:lnTo>
                    <a:pt x="2283032" y="33410"/>
                  </a:lnTo>
                  <a:lnTo>
                    <a:pt x="2296383" y="36959"/>
                  </a:lnTo>
                  <a:lnTo>
                    <a:pt x="2309734" y="40666"/>
                  </a:lnTo>
                  <a:lnTo>
                    <a:pt x="2323085" y="44528"/>
                  </a:lnTo>
                  <a:lnTo>
                    <a:pt x="2336436" y="48540"/>
                  </a:lnTo>
                  <a:lnTo>
                    <a:pt x="2349787" y="52701"/>
                  </a:lnTo>
                  <a:lnTo>
                    <a:pt x="2363138" y="57007"/>
                  </a:lnTo>
                  <a:lnTo>
                    <a:pt x="2376489" y="61455"/>
                  </a:lnTo>
                  <a:lnTo>
                    <a:pt x="2389841" y="66041"/>
                  </a:lnTo>
                  <a:lnTo>
                    <a:pt x="2403192" y="70762"/>
                  </a:lnTo>
                  <a:lnTo>
                    <a:pt x="2416543" y="75615"/>
                  </a:lnTo>
                  <a:lnTo>
                    <a:pt x="2429894" y="80597"/>
                  </a:lnTo>
                  <a:lnTo>
                    <a:pt x="2443245" y="85705"/>
                  </a:lnTo>
                  <a:lnTo>
                    <a:pt x="2456596" y="90935"/>
                  </a:lnTo>
                  <a:lnTo>
                    <a:pt x="2469947" y="96285"/>
                  </a:lnTo>
                  <a:lnTo>
                    <a:pt x="2483298" y="101750"/>
                  </a:lnTo>
                  <a:lnTo>
                    <a:pt x="2496649" y="107329"/>
                  </a:lnTo>
                  <a:lnTo>
                    <a:pt x="2510000" y="113016"/>
                  </a:lnTo>
                  <a:lnTo>
                    <a:pt x="2523351" y="118811"/>
                  </a:lnTo>
                  <a:lnTo>
                    <a:pt x="2536702" y="124708"/>
                  </a:lnTo>
                  <a:lnTo>
                    <a:pt x="2550053" y="130706"/>
                  </a:lnTo>
                  <a:lnTo>
                    <a:pt x="2563404" y="136800"/>
                  </a:lnTo>
                  <a:lnTo>
                    <a:pt x="2576755" y="142989"/>
                  </a:lnTo>
                  <a:lnTo>
                    <a:pt x="2590107" y="149267"/>
                  </a:lnTo>
                  <a:lnTo>
                    <a:pt x="2603458" y="155634"/>
                  </a:lnTo>
                  <a:lnTo>
                    <a:pt x="2616809" y="162085"/>
                  </a:lnTo>
                  <a:lnTo>
                    <a:pt x="2630160" y="168617"/>
                  </a:lnTo>
                  <a:lnTo>
                    <a:pt x="2643511" y="175227"/>
                  </a:lnTo>
                  <a:lnTo>
                    <a:pt x="2656862" y="181912"/>
                  </a:lnTo>
                  <a:lnTo>
                    <a:pt x="2670213" y="188669"/>
                  </a:lnTo>
                  <a:lnTo>
                    <a:pt x="2683564" y="195496"/>
                  </a:lnTo>
                  <a:lnTo>
                    <a:pt x="2696915" y="202388"/>
                  </a:lnTo>
                  <a:lnTo>
                    <a:pt x="2710266" y="209344"/>
                  </a:lnTo>
                  <a:lnTo>
                    <a:pt x="2723617" y="216359"/>
                  </a:lnTo>
                  <a:lnTo>
                    <a:pt x="2736968" y="223432"/>
                  </a:lnTo>
                  <a:lnTo>
                    <a:pt x="2750319" y="230558"/>
                  </a:lnTo>
                  <a:lnTo>
                    <a:pt x="2763670" y="237736"/>
                  </a:lnTo>
                  <a:lnTo>
                    <a:pt x="2777021" y="244962"/>
                  </a:lnTo>
                  <a:lnTo>
                    <a:pt x="2790373" y="252234"/>
                  </a:lnTo>
                  <a:lnTo>
                    <a:pt x="2803724" y="259548"/>
                  </a:lnTo>
                  <a:lnTo>
                    <a:pt x="2817075" y="266902"/>
                  </a:lnTo>
                  <a:lnTo>
                    <a:pt x="2830426" y="274293"/>
                  </a:lnTo>
                  <a:lnTo>
                    <a:pt x="2843777" y="281718"/>
                  </a:lnTo>
                  <a:lnTo>
                    <a:pt x="2857128" y="289175"/>
                  </a:lnTo>
                  <a:lnTo>
                    <a:pt x="2870479" y="296660"/>
                  </a:lnTo>
                  <a:lnTo>
                    <a:pt x="2883830" y="304171"/>
                  </a:lnTo>
                  <a:lnTo>
                    <a:pt x="2897181" y="311706"/>
                  </a:lnTo>
                  <a:lnTo>
                    <a:pt x="2910532" y="319261"/>
                  </a:lnTo>
                  <a:lnTo>
                    <a:pt x="2923883" y="326834"/>
                  </a:lnTo>
                  <a:lnTo>
                    <a:pt x="2937234" y="334422"/>
                  </a:lnTo>
                  <a:lnTo>
                    <a:pt x="2950585" y="342023"/>
                  </a:lnTo>
                  <a:lnTo>
                    <a:pt x="2963936" y="349634"/>
                  </a:lnTo>
                  <a:lnTo>
                    <a:pt x="2977287" y="357253"/>
                  </a:lnTo>
                  <a:lnTo>
                    <a:pt x="2990639" y="364877"/>
                  </a:lnTo>
                  <a:lnTo>
                    <a:pt x="3003990" y="372504"/>
                  </a:lnTo>
                  <a:lnTo>
                    <a:pt x="3017341" y="380131"/>
                  </a:lnTo>
                  <a:lnTo>
                    <a:pt x="3030692" y="387755"/>
                  </a:lnTo>
                  <a:lnTo>
                    <a:pt x="3044043" y="395375"/>
                  </a:lnTo>
                  <a:lnTo>
                    <a:pt x="3057394" y="402988"/>
                  </a:lnTo>
                  <a:lnTo>
                    <a:pt x="3070745" y="410591"/>
                  </a:lnTo>
                  <a:lnTo>
                    <a:pt x="3084096" y="418183"/>
                  </a:lnTo>
                  <a:lnTo>
                    <a:pt x="3097447" y="425761"/>
                  </a:lnTo>
                  <a:lnTo>
                    <a:pt x="3110798" y="433322"/>
                  </a:lnTo>
                  <a:lnTo>
                    <a:pt x="3124149" y="440865"/>
                  </a:lnTo>
                  <a:lnTo>
                    <a:pt x="3137500" y="448387"/>
                  </a:lnTo>
                  <a:lnTo>
                    <a:pt x="3150851" y="455889"/>
                  </a:lnTo>
                  <a:lnTo>
                    <a:pt x="3164202" y="463370"/>
                  </a:lnTo>
                  <a:lnTo>
                    <a:pt x="3177553" y="470831"/>
                  </a:lnTo>
                  <a:lnTo>
                    <a:pt x="3190905" y="478272"/>
                  </a:lnTo>
                  <a:lnTo>
                    <a:pt x="3204256" y="485693"/>
                  </a:lnTo>
                  <a:lnTo>
                    <a:pt x="3217607" y="493093"/>
                  </a:lnTo>
                  <a:lnTo>
                    <a:pt x="3230958" y="500473"/>
                  </a:lnTo>
                  <a:lnTo>
                    <a:pt x="3244309" y="507833"/>
                  </a:lnTo>
                  <a:lnTo>
                    <a:pt x="3257660" y="515173"/>
                  </a:lnTo>
                  <a:lnTo>
                    <a:pt x="3271011" y="522493"/>
                  </a:lnTo>
                  <a:lnTo>
                    <a:pt x="3284362" y="529793"/>
                  </a:lnTo>
                  <a:lnTo>
                    <a:pt x="3297713" y="537074"/>
                  </a:lnTo>
                  <a:lnTo>
                    <a:pt x="3311064" y="544334"/>
                  </a:lnTo>
                  <a:lnTo>
                    <a:pt x="3324415" y="551575"/>
                  </a:lnTo>
                  <a:lnTo>
                    <a:pt x="3337766" y="558796"/>
                  </a:lnTo>
                  <a:lnTo>
                    <a:pt x="3351117" y="565997"/>
                  </a:lnTo>
                  <a:lnTo>
                    <a:pt x="3364468" y="573178"/>
                  </a:lnTo>
                  <a:lnTo>
                    <a:pt x="3377819" y="580341"/>
                  </a:lnTo>
                  <a:lnTo>
                    <a:pt x="3391171" y="587483"/>
                  </a:lnTo>
                  <a:lnTo>
                    <a:pt x="3404522" y="594606"/>
                  </a:lnTo>
                  <a:lnTo>
                    <a:pt x="3417873" y="601710"/>
                  </a:lnTo>
                  <a:lnTo>
                    <a:pt x="3431224" y="608795"/>
                  </a:lnTo>
                  <a:lnTo>
                    <a:pt x="3444575" y="615860"/>
                  </a:lnTo>
                  <a:lnTo>
                    <a:pt x="3457926" y="622906"/>
                  </a:lnTo>
                  <a:lnTo>
                    <a:pt x="3471277" y="629932"/>
                  </a:lnTo>
                  <a:lnTo>
                    <a:pt x="3484628" y="636940"/>
                  </a:lnTo>
                  <a:lnTo>
                    <a:pt x="3497979" y="643928"/>
                  </a:lnTo>
                  <a:lnTo>
                    <a:pt x="3511330" y="650898"/>
                  </a:lnTo>
                  <a:lnTo>
                    <a:pt x="3524681" y="657848"/>
                  </a:lnTo>
                  <a:lnTo>
                    <a:pt x="3538032" y="664780"/>
                  </a:lnTo>
                  <a:lnTo>
                    <a:pt x="3551383" y="671693"/>
                  </a:lnTo>
                  <a:lnTo>
                    <a:pt x="3564734" y="678587"/>
                  </a:lnTo>
                  <a:lnTo>
                    <a:pt x="3578085" y="685462"/>
                  </a:lnTo>
                  <a:lnTo>
                    <a:pt x="3591437" y="692318"/>
                  </a:lnTo>
                  <a:lnTo>
                    <a:pt x="3604788" y="699156"/>
                  </a:lnTo>
                  <a:lnTo>
                    <a:pt x="3618139" y="705975"/>
                  </a:lnTo>
                  <a:lnTo>
                    <a:pt x="3631490" y="712775"/>
                  </a:lnTo>
                  <a:lnTo>
                    <a:pt x="3644841" y="719557"/>
                  </a:lnTo>
                  <a:lnTo>
                    <a:pt x="3658192" y="726321"/>
                  </a:lnTo>
                  <a:lnTo>
                    <a:pt x="3671543" y="733066"/>
                  </a:lnTo>
                  <a:lnTo>
                    <a:pt x="3684894" y="739793"/>
                  </a:lnTo>
                  <a:lnTo>
                    <a:pt x="3698245" y="746501"/>
                  </a:lnTo>
                  <a:lnTo>
                    <a:pt x="3711596" y="753192"/>
                  </a:lnTo>
                  <a:lnTo>
                    <a:pt x="3724947" y="759864"/>
                  </a:lnTo>
                  <a:lnTo>
                    <a:pt x="3738298" y="766517"/>
                  </a:lnTo>
                  <a:lnTo>
                    <a:pt x="3751649" y="773153"/>
                  </a:lnTo>
                  <a:lnTo>
                    <a:pt x="3765000" y="779771"/>
                  </a:lnTo>
                  <a:lnTo>
                    <a:pt x="3778352" y="786370"/>
                  </a:lnTo>
                  <a:lnTo>
                    <a:pt x="3791703" y="792952"/>
                  </a:lnTo>
                  <a:lnTo>
                    <a:pt x="3805054" y="799516"/>
                  </a:lnTo>
                  <a:lnTo>
                    <a:pt x="3818405" y="806062"/>
                  </a:lnTo>
                  <a:lnTo>
                    <a:pt x="3831756" y="812590"/>
                  </a:lnTo>
                  <a:lnTo>
                    <a:pt x="3845107" y="819100"/>
                  </a:lnTo>
                  <a:lnTo>
                    <a:pt x="3858458" y="825593"/>
                  </a:lnTo>
                  <a:lnTo>
                    <a:pt x="3871809" y="832067"/>
                  </a:lnTo>
                  <a:lnTo>
                    <a:pt x="3885160" y="838525"/>
                  </a:lnTo>
                  <a:lnTo>
                    <a:pt x="3898511" y="844964"/>
                  </a:lnTo>
                  <a:lnTo>
                    <a:pt x="3911862" y="851386"/>
                  </a:lnTo>
                  <a:lnTo>
                    <a:pt x="3925213" y="857791"/>
                  </a:lnTo>
                  <a:lnTo>
                    <a:pt x="3938564" y="864178"/>
                  </a:lnTo>
                  <a:lnTo>
                    <a:pt x="3951915" y="870548"/>
                  </a:lnTo>
                  <a:lnTo>
                    <a:pt x="3965266" y="876901"/>
                  </a:lnTo>
                  <a:lnTo>
                    <a:pt x="3978618" y="883236"/>
                  </a:lnTo>
                  <a:lnTo>
                    <a:pt x="3991969" y="889554"/>
                  </a:lnTo>
                  <a:lnTo>
                    <a:pt x="3991969" y="889554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1407" y="81685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41407" y="139178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330060" y="2311117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30060" y="1540461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30060" y="769805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606613" y="23581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06613" y="15875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6613" y="8168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56822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823365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078501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532705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8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787841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007452" y="3043804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480709" y="3203322"/>
              <a:ext cx="31336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</a:t>
              </a:r>
            </a:p>
          </p:txBody>
        </p:sp>
        <p:sp>
          <p:nvSpPr>
            <p:cNvPr id="42" name="rc42"/>
            <p:cNvSpPr/>
            <p:nvPr/>
          </p:nvSpPr>
          <p:spPr>
            <a:xfrm>
              <a:off x="5012852" y="139178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012852" y="273308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012852" y="2028207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012852" y="132332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012852" y="61844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418028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660495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79188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978810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012852" y="2380648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012852" y="167576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012852" y="97088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012852" y="26600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011492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19841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38534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5012852" y="139178"/>
              <a:ext cx="3991969" cy="2841995"/>
            </a:xfrm>
            <a:custGeom>
              <a:avLst/>
              <a:pathLst>
                <a:path w="3991969" h="2841995">
                  <a:moveTo>
                    <a:pt x="0" y="977334"/>
                  </a:moveTo>
                  <a:lnTo>
                    <a:pt x="13351" y="985223"/>
                  </a:lnTo>
                  <a:lnTo>
                    <a:pt x="26702" y="993073"/>
                  </a:lnTo>
                  <a:lnTo>
                    <a:pt x="40053" y="1000886"/>
                  </a:lnTo>
                  <a:lnTo>
                    <a:pt x="53404" y="1008660"/>
                  </a:lnTo>
                  <a:lnTo>
                    <a:pt x="66755" y="1016396"/>
                  </a:lnTo>
                  <a:lnTo>
                    <a:pt x="80106" y="1024093"/>
                  </a:lnTo>
                  <a:lnTo>
                    <a:pt x="93457" y="1031753"/>
                  </a:lnTo>
                  <a:lnTo>
                    <a:pt x="106808" y="1039373"/>
                  </a:lnTo>
                  <a:lnTo>
                    <a:pt x="120159" y="1046956"/>
                  </a:lnTo>
                  <a:lnTo>
                    <a:pt x="133510" y="1054499"/>
                  </a:lnTo>
                  <a:lnTo>
                    <a:pt x="146861" y="1062004"/>
                  </a:lnTo>
                  <a:lnTo>
                    <a:pt x="160212" y="1069470"/>
                  </a:lnTo>
                  <a:lnTo>
                    <a:pt x="173563" y="1076897"/>
                  </a:lnTo>
                  <a:lnTo>
                    <a:pt x="186914" y="1084285"/>
                  </a:lnTo>
                  <a:lnTo>
                    <a:pt x="200266" y="1091633"/>
                  </a:lnTo>
                  <a:lnTo>
                    <a:pt x="213617" y="1098942"/>
                  </a:lnTo>
                  <a:lnTo>
                    <a:pt x="226968" y="1106211"/>
                  </a:lnTo>
                  <a:lnTo>
                    <a:pt x="240319" y="1113441"/>
                  </a:lnTo>
                  <a:lnTo>
                    <a:pt x="253670" y="1120630"/>
                  </a:lnTo>
                  <a:lnTo>
                    <a:pt x="267021" y="1127778"/>
                  </a:lnTo>
                  <a:lnTo>
                    <a:pt x="280372" y="1134886"/>
                  </a:lnTo>
                  <a:lnTo>
                    <a:pt x="293723" y="1141952"/>
                  </a:lnTo>
                  <a:lnTo>
                    <a:pt x="307074" y="1148977"/>
                  </a:lnTo>
                  <a:lnTo>
                    <a:pt x="320425" y="1155960"/>
                  </a:lnTo>
                  <a:lnTo>
                    <a:pt x="333776" y="1162901"/>
                  </a:lnTo>
                  <a:lnTo>
                    <a:pt x="347127" y="1169799"/>
                  </a:lnTo>
                  <a:lnTo>
                    <a:pt x="360478" y="1176654"/>
                  </a:lnTo>
                  <a:lnTo>
                    <a:pt x="373829" y="1183465"/>
                  </a:lnTo>
                  <a:lnTo>
                    <a:pt x="387180" y="1190231"/>
                  </a:lnTo>
                  <a:lnTo>
                    <a:pt x="400532" y="1196953"/>
                  </a:lnTo>
                  <a:lnTo>
                    <a:pt x="413883" y="1203629"/>
                  </a:lnTo>
                  <a:lnTo>
                    <a:pt x="427234" y="1210258"/>
                  </a:lnTo>
                  <a:lnTo>
                    <a:pt x="440585" y="1216837"/>
                  </a:lnTo>
                  <a:lnTo>
                    <a:pt x="453936" y="1223360"/>
                  </a:lnTo>
                  <a:lnTo>
                    <a:pt x="467287" y="1229823"/>
                  </a:lnTo>
                  <a:lnTo>
                    <a:pt x="480638" y="1236219"/>
                  </a:lnTo>
                  <a:lnTo>
                    <a:pt x="493989" y="1242543"/>
                  </a:lnTo>
                  <a:lnTo>
                    <a:pt x="507340" y="1248791"/>
                  </a:lnTo>
                  <a:lnTo>
                    <a:pt x="520691" y="1254957"/>
                  </a:lnTo>
                  <a:lnTo>
                    <a:pt x="534042" y="1261037"/>
                  </a:lnTo>
                  <a:lnTo>
                    <a:pt x="547393" y="1267024"/>
                  </a:lnTo>
                  <a:lnTo>
                    <a:pt x="560744" y="1272915"/>
                  </a:lnTo>
                  <a:lnTo>
                    <a:pt x="574095" y="1278704"/>
                  </a:lnTo>
                  <a:lnTo>
                    <a:pt x="587446" y="1284387"/>
                  </a:lnTo>
                  <a:lnTo>
                    <a:pt x="600798" y="1289958"/>
                  </a:lnTo>
                  <a:lnTo>
                    <a:pt x="614149" y="1295412"/>
                  </a:lnTo>
                  <a:lnTo>
                    <a:pt x="627500" y="1300746"/>
                  </a:lnTo>
                  <a:lnTo>
                    <a:pt x="640851" y="1305953"/>
                  </a:lnTo>
                  <a:lnTo>
                    <a:pt x="654202" y="1311029"/>
                  </a:lnTo>
                  <a:lnTo>
                    <a:pt x="667553" y="1315970"/>
                  </a:lnTo>
                  <a:lnTo>
                    <a:pt x="680904" y="1320770"/>
                  </a:lnTo>
                  <a:lnTo>
                    <a:pt x="694255" y="1325425"/>
                  </a:lnTo>
                  <a:lnTo>
                    <a:pt x="707606" y="1329930"/>
                  </a:lnTo>
                  <a:lnTo>
                    <a:pt x="720957" y="1334280"/>
                  </a:lnTo>
                  <a:lnTo>
                    <a:pt x="734308" y="1338469"/>
                  </a:lnTo>
                  <a:lnTo>
                    <a:pt x="747659" y="1342494"/>
                  </a:lnTo>
                  <a:lnTo>
                    <a:pt x="761010" y="1346349"/>
                  </a:lnTo>
                  <a:lnTo>
                    <a:pt x="774361" y="1350030"/>
                  </a:lnTo>
                  <a:lnTo>
                    <a:pt x="787712" y="1353530"/>
                  </a:lnTo>
                  <a:lnTo>
                    <a:pt x="801064" y="1356846"/>
                  </a:lnTo>
                  <a:lnTo>
                    <a:pt x="814415" y="1359971"/>
                  </a:lnTo>
                  <a:lnTo>
                    <a:pt x="827766" y="1362902"/>
                  </a:lnTo>
                  <a:lnTo>
                    <a:pt x="841117" y="1365632"/>
                  </a:lnTo>
                  <a:lnTo>
                    <a:pt x="854468" y="1368155"/>
                  </a:lnTo>
                  <a:lnTo>
                    <a:pt x="867819" y="1370468"/>
                  </a:lnTo>
                  <a:lnTo>
                    <a:pt x="881170" y="1372564"/>
                  </a:lnTo>
                  <a:lnTo>
                    <a:pt x="894521" y="1374437"/>
                  </a:lnTo>
                  <a:lnTo>
                    <a:pt x="907872" y="1376082"/>
                  </a:lnTo>
                  <a:lnTo>
                    <a:pt x="921223" y="1377493"/>
                  </a:lnTo>
                  <a:lnTo>
                    <a:pt x="934574" y="1378664"/>
                  </a:lnTo>
                  <a:lnTo>
                    <a:pt x="947925" y="1379590"/>
                  </a:lnTo>
                  <a:lnTo>
                    <a:pt x="961276" y="1380264"/>
                  </a:lnTo>
                  <a:lnTo>
                    <a:pt x="974627" y="1380681"/>
                  </a:lnTo>
                  <a:lnTo>
                    <a:pt x="987978" y="1380835"/>
                  </a:lnTo>
                  <a:lnTo>
                    <a:pt x="1001330" y="1380719"/>
                  </a:lnTo>
                  <a:lnTo>
                    <a:pt x="1014681" y="1380328"/>
                  </a:lnTo>
                  <a:lnTo>
                    <a:pt x="1028032" y="1379656"/>
                  </a:lnTo>
                  <a:lnTo>
                    <a:pt x="1041383" y="1378697"/>
                  </a:lnTo>
                  <a:lnTo>
                    <a:pt x="1054734" y="1377446"/>
                  </a:lnTo>
                  <a:lnTo>
                    <a:pt x="1068085" y="1375898"/>
                  </a:lnTo>
                  <a:lnTo>
                    <a:pt x="1081436" y="1374049"/>
                  </a:lnTo>
                  <a:lnTo>
                    <a:pt x="1094787" y="1371894"/>
                  </a:lnTo>
                  <a:lnTo>
                    <a:pt x="1108138" y="1369430"/>
                  </a:lnTo>
                  <a:lnTo>
                    <a:pt x="1121489" y="1366654"/>
                  </a:lnTo>
                  <a:lnTo>
                    <a:pt x="1134840" y="1363564"/>
                  </a:lnTo>
                  <a:lnTo>
                    <a:pt x="1148191" y="1360161"/>
                  </a:lnTo>
                  <a:lnTo>
                    <a:pt x="1161542" y="1356446"/>
                  </a:lnTo>
                  <a:lnTo>
                    <a:pt x="1174893" y="1352420"/>
                  </a:lnTo>
                  <a:lnTo>
                    <a:pt x="1188244" y="1348089"/>
                  </a:lnTo>
                  <a:lnTo>
                    <a:pt x="1201596" y="1343459"/>
                  </a:lnTo>
                  <a:lnTo>
                    <a:pt x="1214947" y="1338540"/>
                  </a:lnTo>
                  <a:lnTo>
                    <a:pt x="1228298" y="1333342"/>
                  </a:lnTo>
                  <a:lnTo>
                    <a:pt x="1241649" y="1327882"/>
                  </a:lnTo>
                  <a:lnTo>
                    <a:pt x="1255000" y="1322176"/>
                  </a:lnTo>
                  <a:lnTo>
                    <a:pt x="1268351" y="1316245"/>
                  </a:lnTo>
                  <a:lnTo>
                    <a:pt x="1281702" y="1310114"/>
                  </a:lnTo>
                  <a:lnTo>
                    <a:pt x="1295053" y="1303811"/>
                  </a:lnTo>
                  <a:lnTo>
                    <a:pt x="1308404" y="1297367"/>
                  </a:lnTo>
                  <a:lnTo>
                    <a:pt x="1321755" y="1290817"/>
                  </a:lnTo>
                  <a:lnTo>
                    <a:pt x="1335106" y="1284197"/>
                  </a:lnTo>
                  <a:lnTo>
                    <a:pt x="1348457" y="1277550"/>
                  </a:lnTo>
                  <a:lnTo>
                    <a:pt x="1361808" y="1270917"/>
                  </a:lnTo>
                  <a:lnTo>
                    <a:pt x="1375159" y="1264345"/>
                  </a:lnTo>
                  <a:lnTo>
                    <a:pt x="1388510" y="1257873"/>
                  </a:lnTo>
                  <a:lnTo>
                    <a:pt x="1401862" y="1251534"/>
                  </a:lnTo>
                  <a:lnTo>
                    <a:pt x="1415213" y="1245359"/>
                  </a:lnTo>
                  <a:lnTo>
                    <a:pt x="1428564" y="1239377"/>
                  </a:lnTo>
                  <a:lnTo>
                    <a:pt x="1441915" y="1233614"/>
                  </a:lnTo>
                  <a:lnTo>
                    <a:pt x="1455266" y="1228092"/>
                  </a:lnTo>
                  <a:lnTo>
                    <a:pt x="1468617" y="1222834"/>
                  </a:lnTo>
                  <a:lnTo>
                    <a:pt x="1481968" y="1217858"/>
                  </a:lnTo>
                  <a:lnTo>
                    <a:pt x="1495319" y="1213179"/>
                  </a:lnTo>
                  <a:lnTo>
                    <a:pt x="1508670" y="1208813"/>
                  </a:lnTo>
                  <a:lnTo>
                    <a:pt x="1522021" y="1204770"/>
                  </a:lnTo>
                  <a:lnTo>
                    <a:pt x="1535372" y="1201059"/>
                  </a:lnTo>
                  <a:lnTo>
                    <a:pt x="1548723" y="1197687"/>
                  </a:lnTo>
                  <a:lnTo>
                    <a:pt x="1562074" y="1194660"/>
                  </a:lnTo>
                  <a:lnTo>
                    <a:pt x="1575425" y="1191980"/>
                  </a:lnTo>
                  <a:lnTo>
                    <a:pt x="1588776" y="1189648"/>
                  </a:lnTo>
                  <a:lnTo>
                    <a:pt x="1602128" y="1187665"/>
                  </a:lnTo>
                  <a:lnTo>
                    <a:pt x="1615479" y="1186028"/>
                  </a:lnTo>
                  <a:lnTo>
                    <a:pt x="1628830" y="1184732"/>
                  </a:lnTo>
                  <a:lnTo>
                    <a:pt x="1642181" y="1183774"/>
                  </a:lnTo>
                  <a:lnTo>
                    <a:pt x="1655532" y="1183147"/>
                  </a:lnTo>
                  <a:lnTo>
                    <a:pt x="1668883" y="1182844"/>
                  </a:lnTo>
                  <a:lnTo>
                    <a:pt x="1682234" y="1182855"/>
                  </a:lnTo>
                  <a:lnTo>
                    <a:pt x="1695585" y="1183171"/>
                  </a:lnTo>
                  <a:lnTo>
                    <a:pt x="1708936" y="1183783"/>
                  </a:lnTo>
                  <a:lnTo>
                    <a:pt x="1722287" y="1174729"/>
                  </a:lnTo>
                  <a:lnTo>
                    <a:pt x="1735638" y="1157692"/>
                  </a:lnTo>
                  <a:lnTo>
                    <a:pt x="1748989" y="1140576"/>
                  </a:lnTo>
                  <a:lnTo>
                    <a:pt x="1762340" y="1123390"/>
                  </a:lnTo>
                  <a:lnTo>
                    <a:pt x="1775691" y="1106143"/>
                  </a:lnTo>
                  <a:lnTo>
                    <a:pt x="1789042" y="1088843"/>
                  </a:lnTo>
                  <a:lnTo>
                    <a:pt x="1802394" y="1071501"/>
                  </a:lnTo>
                  <a:lnTo>
                    <a:pt x="1815745" y="1054127"/>
                  </a:lnTo>
                  <a:lnTo>
                    <a:pt x="1829096" y="1036733"/>
                  </a:lnTo>
                  <a:lnTo>
                    <a:pt x="1842447" y="1019332"/>
                  </a:lnTo>
                  <a:lnTo>
                    <a:pt x="1855798" y="1001936"/>
                  </a:lnTo>
                  <a:lnTo>
                    <a:pt x="1869149" y="984558"/>
                  </a:lnTo>
                  <a:lnTo>
                    <a:pt x="1882500" y="967214"/>
                  </a:lnTo>
                  <a:lnTo>
                    <a:pt x="1895851" y="949917"/>
                  </a:lnTo>
                  <a:lnTo>
                    <a:pt x="1909202" y="932683"/>
                  </a:lnTo>
                  <a:lnTo>
                    <a:pt x="1922553" y="915529"/>
                  </a:lnTo>
                  <a:lnTo>
                    <a:pt x="1935904" y="898470"/>
                  </a:lnTo>
                  <a:lnTo>
                    <a:pt x="1949255" y="881525"/>
                  </a:lnTo>
                  <a:lnTo>
                    <a:pt x="1962606" y="864711"/>
                  </a:lnTo>
                  <a:lnTo>
                    <a:pt x="1975957" y="848045"/>
                  </a:lnTo>
                  <a:lnTo>
                    <a:pt x="1989309" y="831548"/>
                  </a:lnTo>
                  <a:lnTo>
                    <a:pt x="2002660" y="815238"/>
                  </a:lnTo>
                  <a:lnTo>
                    <a:pt x="2016011" y="799134"/>
                  </a:lnTo>
                  <a:lnTo>
                    <a:pt x="2029362" y="783257"/>
                  </a:lnTo>
                  <a:lnTo>
                    <a:pt x="2042713" y="767628"/>
                  </a:lnTo>
                  <a:lnTo>
                    <a:pt x="2056064" y="752266"/>
                  </a:lnTo>
                  <a:lnTo>
                    <a:pt x="2069415" y="737194"/>
                  </a:lnTo>
                  <a:lnTo>
                    <a:pt x="2082766" y="722427"/>
                  </a:lnTo>
                  <a:lnTo>
                    <a:pt x="2096117" y="707969"/>
                  </a:lnTo>
                  <a:lnTo>
                    <a:pt x="2109468" y="693823"/>
                  </a:lnTo>
                  <a:lnTo>
                    <a:pt x="2122819" y="679989"/>
                  </a:lnTo>
                  <a:lnTo>
                    <a:pt x="2136170" y="666470"/>
                  </a:lnTo>
                  <a:lnTo>
                    <a:pt x="2149521" y="653267"/>
                  </a:lnTo>
                  <a:lnTo>
                    <a:pt x="2162872" y="640379"/>
                  </a:lnTo>
                  <a:lnTo>
                    <a:pt x="2176223" y="627807"/>
                  </a:lnTo>
                  <a:lnTo>
                    <a:pt x="2189575" y="615551"/>
                  </a:lnTo>
                  <a:lnTo>
                    <a:pt x="2202926" y="603612"/>
                  </a:lnTo>
                  <a:lnTo>
                    <a:pt x="2216277" y="591988"/>
                  </a:lnTo>
                  <a:lnTo>
                    <a:pt x="2229628" y="580678"/>
                  </a:lnTo>
                  <a:lnTo>
                    <a:pt x="2242979" y="569682"/>
                  </a:lnTo>
                  <a:lnTo>
                    <a:pt x="2256330" y="558997"/>
                  </a:lnTo>
                  <a:lnTo>
                    <a:pt x="2269681" y="548624"/>
                  </a:lnTo>
                  <a:lnTo>
                    <a:pt x="2283032" y="538558"/>
                  </a:lnTo>
                  <a:lnTo>
                    <a:pt x="2296383" y="528799"/>
                  </a:lnTo>
                  <a:lnTo>
                    <a:pt x="2309734" y="519343"/>
                  </a:lnTo>
                  <a:lnTo>
                    <a:pt x="2323085" y="510189"/>
                  </a:lnTo>
                  <a:lnTo>
                    <a:pt x="2336436" y="501333"/>
                  </a:lnTo>
                  <a:lnTo>
                    <a:pt x="2349787" y="492771"/>
                  </a:lnTo>
                  <a:lnTo>
                    <a:pt x="2363138" y="484501"/>
                  </a:lnTo>
                  <a:lnTo>
                    <a:pt x="2376489" y="476519"/>
                  </a:lnTo>
                  <a:lnTo>
                    <a:pt x="2389841" y="468821"/>
                  </a:lnTo>
                  <a:lnTo>
                    <a:pt x="2403192" y="461403"/>
                  </a:lnTo>
                  <a:lnTo>
                    <a:pt x="2416543" y="454260"/>
                  </a:lnTo>
                  <a:lnTo>
                    <a:pt x="2429894" y="447388"/>
                  </a:lnTo>
                  <a:lnTo>
                    <a:pt x="2443245" y="440783"/>
                  </a:lnTo>
                  <a:lnTo>
                    <a:pt x="2456596" y="434439"/>
                  </a:lnTo>
                  <a:lnTo>
                    <a:pt x="2469947" y="428350"/>
                  </a:lnTo>
                  <a:lnTo>
                    <a:pt x="2483298" y="422513"/>
                  </a:lnTo>
                  <a:lnTo>
                    <a:pt x="2496649" y="416922"/>
                  </a:lnTo>
                  <a:lnTo>
                    <a:pt x="2510000" y="411570"/>
                  </a:lnTo>
                  <a:lnTo>
                    <a:pt x="2523351" y="406452"/>
                  </a:lnTo>
                  <a:lnTo>
                    <a:pt x="2536702" y="401562"/>
                  </a:lnTo>
                  <a:lnTo>
                    <a:pt x="2550053" y="396894"/>
                  </a:lnTo>
                  <a:lnTo>
                    <a:pt x="2563404" y="392442"/>
                  </a:lnTo>
                  <a:lnTo>
                    <a:pt x="2576755" y="388199"/>
                  </a:lnTo>
                  <a:lnTo>
                    <a:pt x="2590107" y="384158"/>
                  </a:lnTo>
                  <a:lnTo>
                    <a:pt x="2603458" y="380314"/>
                  </a:lnTo>
                  <a:lnTo>
                    <a:pt x="2616809" y="376659"/>
                  </a:lnTo>
                  <a:lnTo>
                    <a:pt x="2630160" y="373186"/>
                  </a:lnTo>
                  <a:lnTo>
                    <a:pt x="2643511" y="369888"/>
                  </a:lnTo>
                  <a:lnTo>
                    <a:pt x="2656862" y="366759"/>
                  </a:lnTo>
                  <a:lnTo>
                    <a:pt x="2670213" y="363792"/>
                  </a:lnTo>
                  <a:lnTo>
                    <a:pt x="2683564" y="360978"/>
                  </a:lnTo>
                  <a:lnTo>
                    <a:pt x="2696915" y="358310"/>
                  </a:lnTo>
                  <a:lnTo>
                    <a:pt x="2710266" y="355782"/>
                  </a:lnTo>
                  <a:lnTo>
                    <a:pt x="2723617" y="353386"/>
                  </a:lnTo>
                  <a:lnTo>
                    <a:pt x="2736968" y="351115"/>
                  </a:lnTo>
                  <a:lnTo>
                    <a:pt x="2750319" y="348960"/>
                  </a:lnTo>
                  <a:lnTo>
                    <a:pt x="2763670" y="346914"/>
                  </a:lnTo>
                  <a:lnTo>
                    <a:pt x="2777021" y="344971"/>
                  </a:lnTo>
                  <a:lnTo>
                    <a:pt x="2790373" y="343121"/>
                  </a:lnTo>
                  <a:lnTo>
                    <a:pt x="2803724" y="341359"/>
                  </a:lnTo>
                  <a:lnTo>
                    <a:pt x="2817075" y="339675"/>
                  </a:lnTo>
                  <a:lnTo>
                    <a:pt x="2830426" y="338063"/>
                  </a:lnTo>
                  <a:lnTo>
                    <a:pt x="2843777" y="336516"/>
                  </a:lnTo>
                  <a:lnTo>
                    <a:pt x="2857128" y="335025"/>
                  </a:lnTo>
                  <a:lnTo>
                    <a:pt x="2870479" y="333583"/>
                  </a:lnTo>
                  <a:lnTo>
                    <a:pt x="2883830" y="332183"/>
                  </a:lnTo>
                  <a:lnTo>
                    <a:pt x="2897181" y="330818"/>
                  </a:lnTo>
                  <a:lnTo>
                    <a:pt x="2910532" y="329481"/>
                  </a:lnTo>
                  <a:lnTo>
                    <a:pt x="2923883" y="328163"/>
                  </a:lnTo>
                  <a:lnTo>
                    <a:pt x="2937234" y="326859"/>
                  </a:lnTo>
                  <a:lnTo>
                    <a:pt x="2950585" y="325561"/>
                  </a:lnTo>
                  <a:lnTo>
                    <a:pt x="2963936" y="324263"/>
                  </a:lnTo>
                  <a:lnTo>
                    <a:pt x="2977287" y="322958"/>
                  </a:lnTo>
                  <a:lnTo>
                    <a:pt x="2990639" y="321639"/>
                  </a:lnTo>
                  <a:lnTo>
                    <a:pt x="3003990" y="320300"/>
                  </a:lnTo>
                  <a:lnTo>
                    <a:pt x="3017341" y="318934"/>
                  </a:lnTo>
                  <a:lnTo>
                    <a:pt x="3030692" y="317536"/>
                  </a:lnTo>
                  <a:lnTo>
                    <a:pt x="3044043" y="316100"/>
                  </a:lnTo>
                  <a:lnTo>
                    <a:pt x="3057394" y="314619"/>
                  </a:lnTo>
                  <a:lnTo>
                    <a:pt x="3070745" y="313089"/>
                  </a:lnTo>
                  <a:lnTo>
                    <a:pt x="3084096" y="311504"/>
                  </a:lnTo>
                  <a:lnTo>
                    <a:pt x="3097447" y="309858"/>
                  </a:lnTo>
                  <a:lnTo>
                    <a:pt x="3110798" y="308147"/>
                  </a:lnTo>
                  <a:lnTo>
                    <a:pt x="3124149" y="306366"/>
                  </a:lnTo>
                  <a:lnTo>
                    <a:pt x="3137500" y="304511"/>
                  </a:lnTo>
                  <a:lnTo>
                    <a:pt x="3150851" y="302576"/>
                  </a:lnTo>
                  <a:lnTo>
                    <a:pt x="3164202" y="300559"/>
                  </a:lnTo>
                  <a:lnTo>
                    <a:pt x="3177553" y="298454"/>
                  </a:lnTo>
                  <a:lnTo>
                    <a:pt x="3190905" y="296259"/>
                  </a:lnTo>
                  <a:lnTo>
                    <a:pt x="3204256" y="293970"/>
                  </a:lnTo>
                  <a:lnTo>
                    <a:pt x="3217607" y="291583"/>
                  </a:lnTo>
                  <a:lnTo>
                    <a:pt x="3230958" y="289096"/>
                  </a:lnTo>
                  <a:lnTo>
                    <a:pt x="3244309" y="286505"/>
                  </a:lnTo>
                  <a:lnTo>
                    <a:pt x="3257660" y="283809"/>
                  </a:lnTo>
                  <a:lnTo>
                    <a:pt x="3271011" y="281009"/>
                  </a:lnTo>
                  <a:lnTo>
                    <a:pt x="3284362" y="278105"/>
                  </a:lnTo>
                  <a:lnTo>
                    <a:pt x="3297713" y="275097"/>
                  </a:lnTo>
                  <a:lnTo>
                    <a:pt x="3311064" y="271988"/>
                  </a:lnTo>
                  <a:lnTo>
                    <a:pt x="3324415" y="268777"/>
                  </a:lnTo>
                  <a:lnTo>
                    <a:pt x="3337766" y="265466"/>
                  </a:lnTo>
                  <a:lnTo>
                    <a:pt x="3351117" y="262056"/>
                  </a:lnTo>
                  <a:lnTo>
                    <a:pt x="3364468" y="258547"/>
                  </a:lnTo>
                  <a:lnTo>
                    <a:pt x="3377819" y="254940"/>
                  </a:lnTo>
                  <a:lnTo>
                    <a:pt x="3391171" y="251238"/>
                  </a:lnTo>
                  <a:lnTo>
                    <a:pt x="3404522" y="247439"/>
                  </a:lnTo>
                  <a:lnTo>
                    <a:pt x="3417873" y="243547"/>
                  </a:lnTo>
                  <a:lnTo>
                    <a:pt x="3431224" y="239560"/>
                  </a:lnTo>
                  <a:lnTo>
                    <a:pt x="3444575" y="235481"/>
                  </a:lnTo>
                  <a:lnTo>
                    <a:pt x="3457926" y="231311"/>
                  </a:lnTo>
                  <a:lnTo>
                    <a:pt x="3471277" y="227050"/>
                  </a:lnTo>
                  <a:lnTo>
                    <a:pt x="3484628" y="222700"/>
                  </a:lnTo>
                  <a:lnTo>
                    <a:pt x="3497979" y="218261"/>
                  </a:lnTo>
                  <a:lnTo>
                    <a:pt x="3511330" y="213734"/>
                  </a:lnTo>
                  <a:lnTo>
                    <a:pt x="3524681" y="209121"/>
                  </a:lnTo>
                  <a:lnTo>
                    <a:pt x="3538032" y="204422"/>
                  </a:lnTo>
                  <a:lnTo>
                    <a:pt x="3551383" y="199639"/>
                  </a:lnTo>
                  <a:lnTo>
                    <a:pt x="3564734" y="194771"/>
                  </a:lnTo>
                  <a:lnTo>
                    <a:pt x="3578085" y="189822"/>
                  </a:lnTo>
                  <a:lnTo>
                    <a:pt x="3591437" y="184790"/>
                  </a:lnTo>
                  <a:lnTo>
                    <a:pt x="3604788" y="179678"/>
                  </a:lnTo>
                  <a:lnTo>
                    <a:pt x="3618139" y="174485"/>
                  </a:lnTo>
                  <a:lnTo>
                    <a:pt x="3631490" y="169214"/>
                  </a:lnTo>
                  <a:lnTo>
                    <a:pt x="3644841" y="163864"/>
                  </a:lnTo>
                  <a:lnTo>
                    <a:pt x="3658192" y="158438"/>
                  </a:lnTo>
                  <a:lnTo>
                    <a:pt x="3671543" y="152935"/>
                  </a:lnTo>
                  <a:lnTo>
                    <a:pt x="3684894" y="147356"/>
                  </a:lnTo>
                  <a:lnTo>
                    <a:pt x="3698245" y="141703"/>
                  </a:lnTo>
                  <a:lnTo>
                    <a:pt x="3711596" y="135976"/>
                  </a:lnTo>
                  <a:lnTo>
                    <a:pt x="3724947" y="130176"/>
                  </a:lnTo>
                  <a:lnTo>
                    <a:pt x="3738298" y="124304"/>
                  </a:lnTo>
                  <a:lnTo>
                    <a:pt x="3751649" y="118361"/>
                  </a:lnTo>
                  <a:lnTo>
                    <a:pt x="3765000" y="112347"/>
                  </a:lnTo>
                  <a:lnTo>
                    <a:pt x="3778352" y="106263"/>
                  </a:lnTo>
                  <a:lnTo>
                    <a:pt x="3791703" y="100111"/>
                  </a:lnTo>
                  <a:lnTo>
                    <a:pt x="3805054" y="93890"/>
                  </a:lnTo>
                  <a:lnTo>
                    <a:pt x="3818405" y="87601"/>
                  </a:lnTo>
                  <a:lnTo>
                    <a:pt x="3831756" y="81245"/>
                  </a:lnTo>
                  <a:lnTo>
                    <a:pt x="3845107" y="74824"/>
                  </a:lnTo>
                  <a:lnTo>
                    <a:pt x="3858458" y="68336"/>
                  </a:lnTo>
                  <a:lnTo>
                    <a:pt x="3871809" y="61784"/>
                  </a:lnTo>
                  <a:lnTo>
                    <a:pt x="3885160" y="55168"/>
                  </a:lnTo>
                  <a:lnTo>
                    <a:pt x="3898511" y="48488"/>
                  </a:lnTo>
                  <a:lnTo>
                    <a:pt x="3911862" y="41745"/>
                  </a:lnTo>
                  <a:lnTo>
                    <a:pt x="3925213" y="34940"/>
                  </a:lnTo>
                  <a:lnTo>
                    <a:pt x="3938564" y="28073"/>
                  </a:lnTo>
                  <a:lnTo>
                    <a:pt x="3951915" y="21145"/>
                  </a:lnTo>
                  <a:lnTo>
                    <a:pt x="3965266" y="14157"/>
                  </a:lnTo>
                  <a:lnTo>
                    <a:pt x="3978618" y="7108"/>
                  </a:lnTo>
                  <a:lnTo>
                    <a:pt x="3991969" y="0"/>
                  </a:lnTo>
                  <a:lnTo>
                    <a:pt x="3991969" y="1439770"/>
                  </a:lnTo>
                  <a:lnTo>
                    <a:pt x="3978618" y="1436493"/>
                  </a:lnTo>
                  <a:lnTo>
                    <a:pt x="3965266" y="1433231"/>
                  </a:lnTo>
                  <a:lnTo>
                    <a:pt x="3951915" y="1429984"/>
                  </a:lnTo>
                  <a:lnTo>
                    <a:pt x="3938564" y="1426753"/>
                  </a:lnTo>
                  <a:lnTo>
                    <a:pt x="3925213" y="1423539"/>
                  </a:lnTo>
                  <a:lnTo>
                    <a:pt x="3911862" y="1420342"/>
                  </a:lnTo>
                  <a:lnTo>
                    <a:pt x="3898511" y="1417163"/>
                  </a:lnTo>
                  <a:lnTo>
                    <a:pt x="3885160" y="1414002"/>
                  </a:lnTo>
                  <a:lnTo>
                    <a:pt x="3871809" y="1410860"/>
                  </a:lnTo>
                  <a:lnTo>
                    <a:pt x="3858458" y="1407738"/>
                  </a:lnTo>
                  <a:lnTo>
                    <a:pt x="3845107" y="1404636"/>
                  </a:lnTo>
                  <a:lnTo>
                    <a:pt x="3831756" y="1401556"/>
                  </a:lnTo>
                  <a:lnTo>
                    <a:pt x="3818405" y="1398498"/>
                  </a:lnTo>
                  <a:lnTo>
                    <a:pt x="3805054" y="1395462"/>
                  </a:lnTo>
                  <a:lnTo>
                    <a:pt x="3791703" y="1392449"/>
                  </a:lnTo>
                  <a:lnTo>
                    <a:pt x="3778352" y="1389461"/>
                  </a:lnTo>
                  <a:lnTo>
                    <a:pt x="3765000" y="1386498"/>
                  </a:lnTo>
                  <a:lnTo>
                    <a:pt x="3751649" y="1383560"/>
                  </a:lnTo>
                  <a:lnTo>
                    <a:pt x="3738298" y="1380649"/>
                  </a:lnTo>
                  <a:lnTo>
                    <a:pt x="3724947" y="1377766"/>
                  </a:lnTo>
                  <a:lnTo>
                    <a:pt x="3711596" y="1374910"/>
                  </a:lnTo>
                  <a:lnTo>
                    <a:pt x="3698245" y="1372084"/>
                  </a:lnTo>
                  <a:lnTo>
                    <a:pt x="3684894" y="1369287"/>
                  </a:lnTo>
                  <a:lnTo>
                    <a:pt x="3671543" y="1366522"/>
                  </a:lnTo>
                  <a:lnTo>
                    <a:pt x="3658192" y="1363788"/>
                  </a:lnTo>
                  <a:lnTo>
                    <a:pt x="3644841" y="1361086"/>
                  </a:lnTo>
                  <a:lnTo>
                    <a:pt x="3631490" y="1358418"/>
                  </a:lnTo>
                  <a:lnTo>
                    <a:pt x="3618139" y="1355785"/>
                  </a:lnTo>
                  <a:lnTo>
                    <a:pt x="3604788" y="1353186"/>
                  </a:lnTo>
                  <a:lnTo>
                    <a:pt x="3591437" y="1350625"/>
                  </a:lnTo>
                  <a:lnTo>
                    <a:pt x="3578085" y="1348100"/>
                  </a:lnTo>
                  <a:lnTo>
                    <a:pt x="3564734" y="1345614"/>
                  </a:lnTo>
                  <a:lnTo>
                    <a:pt x="3551383" y="1343167"/>
                  </a:lnTo>
                  <a:lnTo>
                    <a:pt x="3538032" y="1340760"/>
                  </a:lnTo>
                  <a:lnTo>
                    <a:pt x="3524681" y="1338394"/>
                  </a:lnTo>
                  <a:lnTo>
                    <a:pt x="3511330" y="1336071"/>
                  </a:lnTo>
                  <a:lnTo>
                    <a:pt x="3497979" y="1333790"/>
                  </a:lnTo>
                  <a:lnTo>
                    <a:pt x="3484628" y="1331554"/>
                  </a:lnTo>
                  <a:lnTo>
                    <a:pt x="3471277" y="1329364"/>
                  </a:lnTo>
                  <a:lnTo>
                    <a:pt x="3457926" y="1327219"/>
                  </a:lnTo>
                  <a:lnTo>
                    <a:pt x="3444575" y="1325122"/>
                  </a:lnTo>
                  <a:lnTo>
                    <a:pt x="3431224" y="1323073"/>
                  </a:lnTo>
                  <a:lnTo>
                    <a:pt x="3417873" y="1321074"/>
                  </a:lnTo>
                  <a:lnTo>
                    <a:pt x="3404522" y="1319125"/>
                  </a:lnTo>
                  <a:lnTo>
                    <a:pt x="3391171" y="1317227"/>
                  </a:lnTo>
                  <a:lnTo>
                    <a:pt x="3377819" y="1315382"/>
                  </a:lnTo>
                  <a:lnTo>
                    <a:pt x="3364468" y="1313590"/>
                  </a:lnTo>
                  <a:lnTo>
                    <a:pt x="3351117" y="1311853"/>
                  </a:lnTo>
                  <a:lnTo>
                    <a:pt x="3337766" y="1310171"/>
                  </a:lnTo>
                  <a:lnTo>
                    <a:pt x="3324415" y="1308546"/>
                  </a:lnTo>
                  <a:lnTo>
                    <a:pt x="3311064" y="1306978"/>
                  </a:lnTo>
                  <a:lnTo>
                    <a:pt x="3297713" y="1305468"/>
                  </a:lnTo>
                  <a:lnTo>
                    <a:pt x="3284362" y="1304017"/>
                  </a:lnTo>
                  <a:lnTo>
                    <a:pt x="3271011" y="1302627"/>
                  </a:lnTo>
                  <a:lnTo>
                    <a:pt x="3257660" y="1301298"/>
                  </a:lnTo>
                  <a:lnTo>
                    <a:pt x="3244309" y="1300030"/>
                  </a:lnTo>
                  <a:lnTo>
                    <a:pt x="3230958" y="1298826"/>
                  </a:lnTo>
                  <a:lnTo>
                    <a:pt x="3217607" y="1297685"/>
                  </a:lnTo>
                  <a:lnTo>
                    <a:pt x="3204256" y="1296608"/>
                  </a:lnTo>
                  <a:lnTo>
                    <a:pt x="3190905" y="1295595"/>
                  </a:lnTo>
                  <a:lnTo>
                    <a:pt x="3177553" y="1294648"/>
                  </a:lnTo>
                  <a:lnTo>
                    <a:pt x="3164202" y="1293765"/>
                  </a:lnTo>
                  <a:lnTo>
                    <a:pt x="3150851" y="1292948"/>
                  </a:lnTo>
                  <a:lnTo>
                    <a:pt x="3137500" y="1292195"/>
                  </a:lnTo>
                  <a:lnTo>
                    <a:pt x="3124149" y="1291507"/>
                  </a:lnTo>
                  <a:lnTo>
                    <a:pt x="3110798" y="1290883"/>
                  </a:lnTo>
                  <a:lnTo>
                    <a:pt x="3097447" y="1290322"/>
                  </a:lnTo>
                  <a:lnTo>
                    <a:pt x="3084096" y="1289823"/>
                  </a:lnTo>
                  <a:lnTo>
                    <a:pt x="3070745" y="1289386"/>
                  </a:lnTo>
                  <a:lnTo>
                    <a:pt x="3057394" y="1289010"/>
                  </a:lnTo>
                  <a:lnTo>
                    <a:pt x="3044043" y="1288692"/>
                  </a:lnTo>
                  <a:lnTo>
                    <a:pt x="3030692" y="1288433"/>
                  </a:lnTo>
                  <a:lnTo>
                    <a:pt x="3017341" y="1288230"/>
                  </a:lnTo>
                  <a:lnTo>
                    <a:pt x="3003990" y="1288081"/>
                  </a:lnTo>
                  <a:lnTo>
                    <a:pt x="2990639" y="1287985"/>
                  </a:lnTo>
                  <a:lnTo>
                    <a:pt x="2977287" y="1287941"/>
                  </a:lnTo>
                  <a:lnTo>
                    <a:pt x="2963936" y="1287945"/>
                  </a:lnTo>
                  <a:lnTo>
                    <a:pt x="2950585" y="1287997"/>
                  </a:lnTo>
                  <a:lnTo>
                    <a:pt x="2937234" y="1288093"/>
                  </a:lnTo>
                  <a:lnTo>
                    <a:pt x="2923883" y="1288231"/>
                  </a:lnTo>
                  <a:lnTo>
                    <a:pt x="2910532" y="1288410"/>
                  </a:lnTo>
                  <a:lnTo>
                    <a:pt x="2897181" y="1288627"/>
                  </a:lnTo>
                  <a:lnTo>
                    <a:pt x="2883830" y="1288879"/>
                  </a:lnTo>
                  <a:lnTo>
                    <a:pt x="2870479" y="1289164"/>
                  </a:lnTo>
                  <a:lnTo>
                    <a:pt x="2857128" y="1289478"/>
                  </a:lnTo>
                  <a:lnTo>
                    <a:pt x="2843777" y="1289820"/>
                  </a:lnTo>
                  <a:lnTo>
                    <a:pt x="2830426" y="1290187"/>
                  </a:lnTo>
                  <a:lnTo>
                    <a:pt x="2817075" y="1290576"/>
                  </a:lnTo>
                  <a:lnTo>
                    <a:pt x="2803724" y="1290983"/>
                  </a:lnTo>
                  <a:lnTo>
                    <a:pt x="2790373" y="1291407"/>
                  </a:lnTo>
                  <a:lnTo>
                    <a:pt x="2777021" y="1291844"/>
                  </a:lnTo>
                  <a:lnTo>
                    <a:pt x="2763670" y="1292292"/>
                  </a:lnTo>
                  <a:lnTo>
                    <a:pt x="2750319" y="1292747"/>
                  </a:lnTo>
                  <a:lnTo>
                    <a:pt x="2736968" y="1293206"/>
                  </a:lnTo>
                  <a:lnTo>
                    <a:pt x="2723617" y="1293668"/>
                  </a:lnTo>
                  <a:lnTo>
                    <a:pt x="2710266" y="1294128"/>
                  </a:lnTo>
                  <a:lnTo>
                    <a:pt x="2696915" y="1294584"/>
                  </a:lnTo>
                  <a:lnTo>
                    <a:pt x="2683564" y="1295033"/>
                  </a:lnTo>
                  <a:lnTo>
                    <a:pt x="2670213" y="1295472"/>
                  </a:lnTo>
                  <a:lnTo>
                    <a:pt x="2656862" y="1295897"/>
                  </a:lnTo>
                  <a:lnTo>
                    <a:pt x="2643511" y="1296307"/>
                  </a:lnTo>
                  <a:lnTo>
                    <a:pt x="2630160" y="1296698"/>
                  </a:lnTo>
                  <a:lnTo>
                    <a:pt x="2616809" y="1297067"/>
                  </a:lnTo>
                  <a:lnTo>
                    <a:pt x="2603458" y="1297412"/>
                  </a:lnTo>
                  <a:lnTo>
                    <a:pt x="2590107" y="1297729"/>
                  </a:lnTo>
                  <a:lnTo>
                    <a:pt x="2576755" y="1298016"/>
                  </a:lnTo>
                  <a:lnTo>
                    <a:pt x="2563404" y="1298269"/>
                  </a:lnTo>
                  <a:lnTo>
                    <a:pt x="2550053" y="1298486"/>
                  </a:lnTo>
                  <a:lnTo>
                    <a:pt x="2536702" y="1298665"/>
                  </a:lnTo>
                  <a:lnTo>
                    <a:pt x="2523351" y="1298801"/>
                  </a:lnTo>
                  <a:lnTo>
                    <a:pt x="2510000" y="1298893"/>
                  </a:lnTo>
                  <a:lnTo>
                    <a:pt x="2496649" y="1298938"/>
                  </a:lnTo>
                  <a:lnTo>
                    <a:pt x="2483298" y="1298933"/>
                  </a:lnTo>
                  <a:lnTo>
                    <a:pt x="2469947" y="1298875"/>
                  </a:lnTo>
                  <a:lnTo>
                    <a:pt x="2456596" y="1298762"/>
                  </a:lnTo>
                  <a:lnTo>
                    <a:pt x="2443245" y="1298590"/>
                  </a:lnTo>
                  <a:lnTo>
                    <a:pt x="2429894" y="1298358"/>
                  </a:lnTo>
                  <a:lnTo>
                    <a:pt x="2416543" y="1298062"/>
                  </a:lnTo>
                  <a:lnTo>
                    <a:pt x="2403192" y="1297700"/>
                  </a:lnTo>
                  <a:lnTo>
                    <a:pt x="2389841" y="1297269"/>
                  </a:lnTo>
                  <a:lnTo>
                    <a:pt x="2376489" y="1296767"/>
                  </a:lnTo>
                  <a:lnTo>
                    <a:pt x="2363138" y="1296191"/>
                  </a:lnTo>
                  <a:lnTo>
                    <a:pt x="2349787" y="1295538"/>
                  </a:lnTo>
                  <a:lnTo>
                    <a:pt x="2336436" y="1294805"/>
                  </a:lnTo>
                  <a:lnTo>
                    <a:pt x="2323085" y="1293991"/>
                  </a:lnTo>
                  <a:lnTo>
                    <a:pt x="2309734" y="1293093"/>
                  </a:lnTo>
                  <a:lnTo>
                    <a:pt x="2296383" y="1292107"/>
                  </a:lnTo>
                  <a:lnTo>
                    <a:pt x="2283032" y="1291032"/>
                  </a:lnTo>
                  <a:lnTo>
                    <a:pt x="2269681" y="1289864"/>
                  </a:lnTo>
                  <a:lnTo>
                    <a:pt x="2256330" y="1288602"/>
                  </a:lnTo>
                  <a:lnTo>
                    <a:pt x="2242979" y="1287243"/>
                  </a:lnTo>
                  <a:lnTo>
                    <a:pt x="2229628" y="1285783"/>
                  </a:lnTo>
                  <a:lnTo>
                    <a:pt x="2216277" y="1284222"/>
                  </a:lnTo>
                  <a:lnTo>
                    <a:pt x="2202926" y="1282555"/>
                  </a:lnTo>
                  <a:lnTo>
                    <a:pt x="2189575" y="1280780"/>
                  </a:lnTo>
                  <a:lnTo>
                    <a:pt x="2176223" y="1278896"/>
                  </a:lnTo>
                  <a:lnTo>
                    <a:pt x="2162872" y="1276898"/>
                  </a:lnTo>
                  <a:lnTo>
                    <a:pt x="2149521" y="1274786"/>
                  </a:lnTo>
                  <a:lnTo>
                    <a:pt x="2136170" y="1272555"/>
                  </a:lnTo>
                  <a:lnTo>
                    <a:pt x="2122819" y="1270204"/>
                  </a:lnTo>
                  <a:lnTo>
                    <a:pt x="2109468" y="1267730"/>
                  </a:lnTo>
                  <a:lnTo>
                    <a:pt x="2096117" y="1265130"/>
                  </a:lnTo>
                  <a:lnTo>
                    <a:pt x="2082766" y="1262402"/>
                  </a:lnTo>
                  <a:lnTo>
                    <a:pt x="2069415" y="1259544"/>
                  </a:lnTo>
                  <a:lnTo>
                    <a:pt x="2056064" y="1256553"/>
                  </a:lnTo>
                  <a:lnTo>
                    <a:pt x="2042713" y="1253443"/>
                  </a:lnTo>
                  <a:lnTo>
                    <a:pt x="2029362" y="1250227"/>
                  </a:lnTo>
                  <a:lnTo>
                    <a:pt x="2016011" y="1246923"/>
                  </a:lnTo>
                  <a:lnTo>
                    <a:pt x="2002660" y="1243547"/>
                  </a:lnTo>
                  <a:lnTo>
                    <a:pt x="1989309" y="1240113"/>
                  </a:lnTo>
                  <a:lnTo>
                    <a:pt x="1975957" y="1236640"/>
                  </a:lnTo>
                  <a:lnTo>
                    <a:pt x="1962606" y="1233142"/>
                  </a:lnTo>
                  <a:lnTo>
                    <a:pt x="1949255" y="1229637"/>
                  </a:lnTo>
                  <a:lnTo>
                    <a:pt x="1935904" y="1226140"/>
                  </a:lnTo>
                  <a:lnTo>
                    <a:pt x="1922553" y="1222669"/>
                  </a:lnTo>
                  <a:lnTo>
                    <a:pt x="1909202" y="1219240"/>
                  </a:lnTo>
                  <a:lnTo>
                    <a:pt x="1895851" y="1215869"/>
                  </a:lnTo>
                  <a:lnTo>
                    <a:pt x="1882500" y="1212572"/>
                  </a:lnTo>
                  <a:lnTo>
                    <a:pt x="1869149" y="1209367"/>
                  </a:lnTo>
                  <a:lnTo>
                    <a:pt x="1855798" y="1206269"/>
                  </a:lnTo>
                  <a:lnTo>
                    <a:pt x="1842447" y="1203295"/>
                  </a:lnTo>
                  <a:lnTo>
                    <a:pt x="1829096" y="1200461"/>
                  </a:lnTo>
                  <a:lnTo>
                    <a:pt x="1815745" y="1197783"/>
                  </a:lnTo>
                  <a:lnTo>
                    <a:pt x="1802394" y="1195276"/>
                  </a:lnTo>
                  <a:lnTo>
                    <a:pt x="1789042" y="1192956"/>
                  </a:lnTo>
                  <a:lnTo>
                    <a:pt x="1775691" y="1190838"/>
                  </a:lnTo>
                  <a:lnTo>
                    <a:pt x="1762340" y="1188937"/>
                  </a:lnTo>
                  <a:lnTo>
                    <a:pt x="1748989" y="1187268"/>
                  </a:lnTo>
                  <a:lnTo>
                    <a:pt x="1735638" y="1185843"/>
                  </a:lnTo>
                  <a:lnTo>
                    <a:pt x="1722287" y="1184677"/>
                  </a:lnTo>
                  <a:lnTo>
                    <a:pt x="1708936" y="1191682"/>
                  </a:lnTo>
                  <a:lnTo>
                    <a:pt x="1695585" y="1208543"/>
                  </a:lnTo>
                  <a:lnTo>
                    <a:pt x="1682234" y="1225308"/>
                  </a:lnTo>
                  <a:lnTo>
                    <a:pt x="1668883" y="1241972"/>
                  </a:lnTo>
                  <a:lnTo>
                    <a:pt x="1655532" y="1258532"/>
                  </a:lnTo>
                  <a:lnTo>
                    <a:pt x="1642181" y="1274984"/>
                  </a:lnTo>
                  <a:lnTo>
                    <a:pt x="1628830" y="1291328"/>
                  </a:lnTo>
                  <a:lnTo>
                    <a:pt x="1615479" y="1307562"/>
                  </a:lnTo>
                  <a:lnTo>
                    <a:pt x="1602128" y="1323687"/>
                  </a:lnTo>
                  <a:lnTo>
                    <a:pt x="1588776" y="1339705"/>
                  </a:lnTo>
                  <a:lnTo>
                    <a:pt x="1575425" y="1355618"/>
                  </a:lnTo>
                  <a:lnTo>
                    <a:pt x="1562074" y="1371429"/>
                  </a:lnTo>
                  <a:lnTo>
                    <a:pt x="1548723" y="1387144"/>
                  </a:lnTo>
                  <a:lnTo>
                    <a:pt x="1535372" y="1402769"/>
                  </a:lnTo>
                  <a:lnTo>
                    <a:pt x="1522021" y="1418311"/>
                  </a:lnTo>
                  <a:lnTo>
                    <a:pt x="1508670" y="1433779"/>
                  </a:lnTo>
                  <a:lnTo>
                    <a:pt x="1495319" y="1449184"/>
                  </a:lnTo>
                  <a:lnTo>
                    <a:pt x="1481968" y="1464536"/>
                  </a:lnTo>
                  <a:lnTo>
                    <a:pt x="1468617" y="1479848"/>
                  </a:lnTo>
                  <a:lnTo>
                    <a:pt x="1455266" y="1495136"/>
                  </a:lnTo>
                  <a:lnTo>
                    <a:pt x="1441915" y="1510414"/>
                  </a:lnTo>
                  <a:lnTo>
                    <a:pt x="1428564" y="1525701"/>
                  </a:lnTo>
                  <a:lnTo>
                    <a:pt x="1415213" y="1541014"/>
                  </a:lnTo>
                  <a:lnTo>
                    <a:pt x="1401862" y="1556373"/>
                  </a:lnTo>
                  <a:lnTo>
                    <a:pt x="1388510" y="1571800"/>
                  </a:lnTo>
                  <a:lnTo>
                    <a:pt x="1375159" y="1587316"/>
                  </a:lnTo>
                  <a:lnTo>
                    <a:pt x="1361808" y="1602944"/>
                  </a:lnTo>
                  <a:lnTo>
                    <a:pt x="1348457" y="1618707"/>
                  </a:lnTo>
                  <a:lnTo>
                    <a:pt x="1335106" y="1634625"/>
                  </a:lnTo>
                  <a:lnTo>
                    <a:pt x="1321755" y="1650718"/>
                  </a:lnTo>
                  <a:lnTo>
                    <a:pt x="1308404" y="1666999"/>
                  </a:lnTo>
                  <a:lnTo>
                    <a:pt x="1295053" y="1683482"/>
                  </a:lnTo>
                  <a:lnTo>
                    <a:pt x="1281702" y="1700175"/>
                  </a:lnTo>
                  <a:lnTo>
                    <a:pt x="1268351" y="1717084"/>
                  </a:lnTo>
                  <a:lnTo>
                    <a:pt x="1255000" y="1734211"/>
                  </a:lnTo>
                  <a:lnTo>
                    <a:pt x="1241649" y="1751555"/>
                  </a:lnTo>
                  <a:lnTo>
                    <a:pt x="1228298" y="1769111"/>
                  </a:lnTo>
                  <a:lnTo>
                    <a:pt x="1214947" y="1786874"/>
                  </a:lnTo>
                  <a:lnTo>
                    <a:pt x="1201596" y="1804833"/>
                  </a:lnTo>
                  <a:lnTo>
                    <a:pt x="1188244" y="1822976"/>
                  </a:lnTo>
                  <a:lnTo>
                    <a:pt x="1174893" y="1841289"/>
                  </a:lnTo>
                  <a:lnTo>
                    <a:pt x="1161542" y="1859756"/>
                  </a:lnTo>
                  <a:lnTo>
                    <a:pt x="1148191" y="1878359"/>
                  </a:lnTo>
                  <a:lnTo>
                    <a:pt x="1134840" y="1897079"/>
                  </a:lnTo>
                  <a:lnTo>
                    <a:pt x="1121489" y="1915897"/>
                  </a:lnTo>
                  <a:lnTo>
                    <a:pt x="1108138" y="1934792"/>
                  </a:lnTo>
                  <a:lnTo>
                    <a:pt x="1094787" y="1953744"/>
                  </a:lnTo>
                  <a:lnTo>
                    <a:pt x="1081436" y="1972731"/>
                  </a:lnTo>
                  <a:lnTo>
                    <a:pt x="1068085" y="1991733"/>
                  </a:lnTo>
                  <a:lnTo>
                    <a:pt x="1054734" y="2010729"/>
                  </a:lnTo>
                  <a:lnTo>
                    <a:pt x="1041383" y="2029698"/>
                  </a:lnTo>
                  <a:lnTo>
                    <a:pt x="1028032" y="2048620"/>
                  </a:lnTo>
                  <a:lnTo>
                    <a:pt x="1014681" y="2067476"/>
                  </a:lnTo>
                  <a:lnTo>
                    <a:pt x="1001330" y="2086248"/>
                  </a:lnTo>
                  <a:lnTo>
                    <a:pt x="987978" y="2104916"/>
                  </a:lnTo>
                  <a:lnTo>
                    <a:pt x="974627" y="2123464"/>
                  </a:lnTo>
                  <a:lnTo>
                    <a:pt x="961276" y="2141876"/>
                  </a:lnTo>
                  <a:lnTo>
                    <a:pt x="947925" y="2160135"/>
                  </a:lnTo>
                  <a:lnTo>
                    <a:pt x="934574" y="2178228"/>
                  </a:lnTo>
                  <a:lnTo>
                    <a:pt x="921223" y="2196140"/>
                  </a:lnTo>
                  <a:lnTo>
                    <a:pt x="907872" y="2213858"/>
                  </a:lnTo>
                  <a:lnTo>
                    <a:pt x="894521" y="2231371"/>
                  </a:lnTo>
                  <a:lnTo>
                    <a:pt x="881170" y="2248667"/>
                  </a:lnTo>
                  <a:lnTo>
                    <a:pt x="867819" y="2265736"/>
                  </a:lnTo>
                  <a:lnTo>
                    <a:pt x="854468" y="2282569"/>
                  </a:lnTo>
                  <a:lnTo>
                    <a:pt x="841117" y="2299157"/>
                  </a:lnTo>
                  <a:lnTo>
                    <a:pt x="827766" y="2315492"/>
                  </a:lnTo>
                  <a:lnTo>
                    <a:pt x="814415" y="2331568"/>
                  </a:lnTo>
                  <a:lnTo>
                    <a:pt x="801064" y="2347379"/>
                  </a:lnTo>
                  <a:lnTo>
                    <a:pt x="787712" y="2362919"/>
                  </a:lnTo>
                  <a:lnTo>
                    <a:pt x="774361" y="2378183"/>
                  </a:lnTo>
                  <a:lnTo>
                    <a:pt x="761010" y="2393167"/>
                  </a:lnTo>
                  <a:lnTo>
                    <a:pt x="747659" y="2407869"/>
                  </a:lnTo>
                  <a:lnTo>
                    <a:pt x="734308" y="2422285"/>
                  </a:lnTo>
                  <a:lnTo>
                    <a:pt x="720957" y="2436413"/>
                  </a:lnTo>
                  <a:lnTo>
                    <a:pt x="707606" y="2450252"/>
                  </a:lnTo>
                  <a:lnTo>
                    <a:pt x="694255" y="2463801"/>
                  </a:lnTo>
                  <a:lnTo>
                    <a:pt x="680904" y="2477059"/>
                  </a:lnTo>
                  <a:lnTo>
                    <a:pt x="667553" y="2490026"/>
                  </a:lnTo>
                  <a:lnTo>
                    <a:pt x="654202" y="2502703"/>
                  </a:lnTo>
                  <a:lnTo>
                    <a:pt x="640851" y="2515091"/>
                  </a:lnTo>
                  <a:lnTo>
                    <a:pt x="627500" y="2527191"/>
                  </a:lnTo>
                  <a:lnTo>
                    <a:pt x="614149" y="2539005"/>
                  </a:lnTo>
                  <a:lnTo>
                    <a:pt x="600798" y="2550534"/>
                  </a:lnTo>
                  <a:lnTo>
                    <a:pt x="587446" y="2561780"/>
                  </a:lnTo>
                  <a:lnTo>
                    <a:pt x="574095" y="2572748"/>
                  </a:lnTo>
                  <a:lnTo>
                    <a:pt x="560744" y="2583439"/>
                  </a:lnTo>
                  <a:lnTo>
                    <a:pt x="547393" y="2593856"/>
                  </a:lnTo>
                  <a:lnTo>
                    <a:pt x="534042" y="2604004"/>
                  </a:lnTo>
                  <a:lnTo>
                    <a:pt x="520691" y="2613884"/>
                  </a:lnTo>
                  <a:lnTo>
                    <a:pt x="507340" y="2623502"/>
                  </a:lnTo>
                  <a:lnTo>
                    <a:pt x="493989" y="2632862"/>
                  </a:lnTo>
                  <a:lnTo>
                    <a:pt x="480638" y="2641966"/>
                  </a:lnTo>
                  <a:lnTo>
                    <a:pt x="467287" y="2650820"/>
                  </a:lnTo>
                  <a:lnTo>
                    <a:pt x="453936" y="2659428"/>
                  </a:lnTo>
                  <a:lnTo>
                    <a:pt x="440585" y="2667794"/>
                  </a:lnTo>
                  <a:lnTo>
                    <a:pt x="427234" y="2675923"/>
                  </a:lnTo>
                  <a:lnTo>
                    <a:pt x="413883" y="2683819"/>
                  </a:lnTo>
                  <a:lnTo>
                    <a:pt x="400532" y="2691487"/>
                  </a:lnTo>
                  <a:lnTo>
                    <a:pt x="387180" y="2698935"/>
                  </a:lnTo>
                  <a:lnTo>
                    <a:pt x="373829" y="2706167"/>
                  </a:lnTo>
                  <a:lnTo>
                    <a:pt x="360478" y="2713191"/>
                  </a:lnTo>
                  <a:lnTo>
                    <a:pt x="347127" y="2720011"/>
                  </a:lnTo>
                  <a:lnTo>
                    <a:pt x="333776" y="2726634"/>
                  </a:lnTo>
                  <a:lnTo>
                    <a:pt x="320425" y="2733065"/>
                  </a:lnTo>
                  <a:lnTo>
                    <a:pt x="307074" y="2739310"/>
                  </a:lnTo>
                  <a:lnTo>
                    <a:pt x="293723" y="2745373"/>
                  </a:lnTo>
                  <a:lnTo>
                    <a:pt x="280372" y="2751260"/>
                  </a:lnTo>
                  <a:lnTo>
                    <a:pt x="267021" y="2756976"/>
                  </a:lnTo>
                  <a:lnTo>
                    <a:pt x="253670" y="2762526"/>
                  </a:lnTo>
                  <a:lnTo>
                    <a:pt x="240319" y="2767915"/>
                  </a:lnTo>
                  <a:lnTo>
                    <a:pt x="226968" y="2773147"/>
                  </a:lnTo>
                  <a:lnTo>
                    <a:pt x="213617" y="2778226"/>
                  </a:lnTo>
                  <a:lnTo>
                    <a:pt x="200266" y="2783157"/>
                  </a:lnTo>
                  <a:lnTo>
                    <a:pt x="186914" y="2787945"/>
                  </a:lnTo>
                  <a:lnTo>
                    <a:pt x="173563" y="2792593"/>
                  </a:lnTo>
                  <a:lnTo>
                    <a:pt x="160212" y="2797106"/>
                  </a:lnTo>
                  <a:lnTo>
                    <a:pt x="146861" y="2801486"/>
                  </a:lnTo>
                  <a:lnTo>
                    <a:pt x="133510" y="2805739"/>
                  </a:lnTo>
                  <a:lnTo>
                    <a:pt x="120159" y="2809868"/>
                  </a:lnTo>
                  <a:lnTo>
                    <a:pt x="106808" y="2813876"/>
                  </a:lnTo>
                  <a:lnTo>
                    <a:pt x="93457" y="2817767"/>
                  </a:lnTo>
                  <a:lnTo>
                    <a:pt x="80106" y="2821544"/>
                  </a:lnTo>
                  <a:lnTo>
                    <a:pt x="66755" y="2825210"/>
                  </a:lnTo>
                  <a:lnTo>
                    <a:pt x="53404" y="2828770"/>
                  </a:lnTo>
                  <a:lnTo>
                    <a:pt x="40053" y="2832225"/>
                  </a:lnTo>
                  <a:lnTo>
                    <a:pt x="26702" y="2835579"/>
                  </a:lnTo>
                  <a:lnTo>
                    <a:pt x="13351" y="2838835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12852" y="139178"/>
              <a:ext cx="3991969" cy="1380835"/>
            </a:xfrm>
            <a:custGeom>
              <a:avLst/>
              <a:pathLst>
                <a:path w="3991969" h="1380835">
                  <a:moveTo>
                    <a:pt x="0" y="977334"/>
                  </a:moveTo>
                  <a:lnTo>
                    <a:pt x="13351" y="985223"/>
                  </a:lnTo>
                  <a:lnTo>
                    <a:pt x="26702" y="993073"/>
                  </a:lnTo>
                  <a:lnTo>
                    <a:pt x="40053" y="1000886"/>
                  </a:lnTo>
                  <a:lnTo>
                    <a:pt x="53404" y="1008660"/>
                  </a:lnTo>
                  <a:lnTo>
                    <a:pt x="66755" y="1016396"/>
                  </a:lnTo>
                  <a:lnTo>
                    <a:pt x="80106" y="1024093"/>
                  </a:lnTo>
                  <a:lnTo>
                    <a:pt x="93457" y="1031753"/>
                  </a:lnTo>
                  <a:lnTo>
                    <a:pt x="106808" y="1039373"/>
                  </a:lnTo>
                  <a:lnTo>
                    <a:pt x="120159" y="1046956"/>
                  </a:lnTo>
                  <a:lnTo>
                    <a:pt x="133510" y="1054499"/>
                  </a:lnTo>
                  <a:lnTo>
                    <a:pt x="146861" y="1062004"/>
                  </a:lnTo>
                  <a:lnTo>
                    <a:pt x="160212" y="1069470"/>
                  </a:lnTo>
                  <a:lnTo>
                    <a:pt x="173563" y="1076897"/>
                  </a:lnTo>
                  <a:lnTo>
                    <a:pt x="186914" y="1084285"/>
                  </a:lnTo>
                  <a:lnTo>
                    <a:pt x="200266" y="1091633"/>
                  </a:lnTo>
                  <a:lnTo>
                    <a:pt x="213617" y="1098942"/>
                  </a:lnTo>
                  <a:lnTo>
                    <a:pt x="226968" y="1106211"/>
                  </a:lnTo>
                  <a:lnTo>
                    <a:pt x="240319" y="1113441"/>
                  </a:lnTo>
                  <a:lnTo>
                    <a:pt x="253670" y="1120630"/>
                  </a:lnTo>
                  <a:lnTo>
                    <a:pt x="267021" y="1127778"/>
                  </a:lnTo>
                  <a:lnTo>
                    <a:pt x="280372" y="1134886"/>
                  </a:lnTo>
                  <a:lnTo>
                    <a:pt x="293723" y="1141952"/>
                  </a:lnTo>
                  <a:lnTo>
                    <a:pt x="307074" y="1148977"/>
                  </a:lnTo>
                  <a:lnTo>
                    <a:pt x="320425" y="1155960"/>
                  </a:lnTo>
                  <a:lnTo>
                    <a:pt x="333776" y="1162901"/>
                  </a:lnTo>
                  <a:lnTo>
                    <a:pt x="347127" y="1169799"/>
                  </a:lnTo>
                  <a:lnTo>
                    <a:pt x="360478" y="1176654"/>
                  </a:lnTo>
                  <a:lnTo>
                    <a:pt x="373829" y="1183465"/>
                  </a:lnTo>
                  <a:lnTo>
                    <a:pt x="387180" y="1190231"/>
                  </a:lnTo>
                  <a:lnTo>
                    <a:pt x="400532" y="1196953"/>
                  </a:lnTo>
                  <a:lnTo>
                    <a:pt x="413883" y="1203629"/>
                  </a:lnTo>
                  <a:lnTo>
                    <a:pt x="427234" y="1210258"/>
                  </a:lnTo>
                  <a:lnTo>
                    <a:pt x="440585" y="1216837"/>
                  </a:lnTo>
                  <a:lnTo>
                    <a:pt x="453936" y="1223360"/>
                  </a:lnTo>
                  <a:lnTo>
                    <a:pt x="467287" y="1229823"/>
                  </a:lnTo>
                  <a:lnTo>
                    <a:pt x="480638" y="1236219"/>
                  </a:lnTo>
                  <a:lnTo>
                    <a:pt x="493989" y="1242543"/>
                  </a:lnTo>
                  <a:lnTo>
                    <a:pt x="507340" y="1248791"/>
                  </a:lnTo>
                  <a:lnTo>
                    <a:pt x="520691" y="1254957"/>
                  </a:lnTo>
                  <a:lnTo>
                    <a:pt x="534042" y="1261037"/>
                  </a:lnTo>
                  <a:lnTo>
                    <a:pt x="547393" y="1267024"/>
                  </a:lnTo>
                  <a:lnTo>
                    <a:pt x="560744" y="1272915"/>
                  </a:lnTo>
                  <a:lnTo>
                    <a:pt x="574095" y="1278704"/>
                  </a:lnTo>
                  <a:lnTo>
                    <a:pt x="587446" y="1284387"/>
                  </a:lnTo>
                  <a:lnTo>
                    <a:pt x="600798" y="1289958"/>
                  </a:lnTo>
                  <a:lnTo>
                    <a:pt x="614149" y="1295412"/>
                  </a:lnTo>
                  <a:lnTo>
                    <a:pt x="627500" y="1300746"/>
                  </a:lnTo>
                  <a:lnTo>
                    <a:pt x="640851" y="1305953"/>
                  </a:lnTo>
                  <a:lnTo>
                    <a:pt x="654202" y="1311029"/>
                  </a:lnTo>
                  <a:lnTo>
                    <a:pt x="667553" y="1315970"/>
                  </a:lnTo>
                  <a:lnTo>
                    <a:pt x="680904" y="1320770"/>
                  </a:lnTo>
                  <a:lnTo>
                    <a:pt x="694255" y="1325425"/>
                  </a:lnTo>
                  <a:lnTo>
                    <a:pt x="707606" y="1329930"/>
                  </a:lnTo>
                  <a:lnTo>
                    <a:pt x="720957" y="1334280"/>
                  </a:lnTo>
                  <a:lnTo>
                    <a:pt x="734308" y="1338469"/>
                  </a:lnTo>
                  <a:lnTo>
                    <a:pt x="747659" y="1342494"/>
                  </a:lnTo>
                  <a:lnTo>
                    <a:pt x="761010" y="1346349"/>
                  </a:lnTo>
                  <a:lnTo>
                    <a:pt x="774361" y="1350030"/>
                  </a:lnTo>
                  <a:lnTo>
                    <a:pt x="787712" y="1353530"/>
                  </a:lnTo>
                  <a:lnTo>
                    <a:pt x="801064" y="1356846"/>
                  </a:lnTo>
                  <a:lnTo>
                    <a:pt x="814415" y="1359971"/>
                  </a:lnTo>
                  <a:lnTo>
                    <a:pt x="827766" y="1362902"/>
                  </a:lnTo>
                  <a:lnTo>
                    <a:pt x="841117" y="1365632"/>
                  </a:lnTo>
                  <a:lnTo>
                    <a:pt x="854468" y="1368155"/>
                  </a:lnTo>
                  <a:lnTo>
                    <a:pt x="867819" y="1370468"/>
                  </a:lnTo>
                  <a:lnTo>
                    <a:pt x="881170" y="1372564"/>
                  </a:lnTo>
                  <a:lnTo>
                    <a:pt x="894521" y="1374437"/>
                  </a:lnTo>
                  <a:lnTo>
                    <a:pt x="907872" y="1376082"/>
                  </a:lnTo>
                  <a:lnTo>
                    <a:pt x="921223" y="1377493"/>
                  </a:lnTo>
                  <a:lnTo>
                    <a:pt x="934574" y="1378664"/>
                  </a:lnTo>
                  <a:lnTo>
                    <a:pt x="947925" y="1379590"/>
                  </a:lnTo>
                  <a:lnTo>
                    <a:pt x="961276" y="1380264"/>
                  </a:lnTo>
                  <a:lnTo>
                    <a:pt x="974627" y="1380681"/>
                  </a:lnTo>
                  <a:lnTo>
                    <a:pt x="987978" y="1380835"/>
                  </a:lnTo>
                  <a:lnTo>
                    <a:pt x="1001330" y="1380719"/>
                  </a:lnTo>
                  <a:lnTo>
                    <a:pt x="1014681" y="1380328"/>
                  </a:lnTo>
                  <a:lnTo>
                    <a:pt x="1028032" y="1379656"/>
                  </a:lnTo>
                  <a:lnTo>
                    <a:pt x="1041383" y="1378697"/>
                  </a:lnTo>
                  <a:lnTo>
                    <a:pt x="1054734" y="1377446"/>
                  </a:lnTo>
                  <a:lnTo>
                    <a:pt x="1068085" y="1375898"/>
                  </a:lnTo>
                  <a:lnTo>
                    <a:pt x="1081436" y="1374049"/>
                  </a:lnTo>
                  <a:lnTo>
                    <a:pt x="1094787" y="1371894"/>
                  </a:lnTo>
                  <a:lnTo>
                    <a:pt x="1108138" y="1369430"/>
                  </a:lnTo>
                  <a:lnTo>
                    <a:pt x="1121489" y="1366654"/>
                  </a:lnTo>
                  <a:lnTo>
                    <a:pt x="1134840" y="1363564"/>
                  </a:lnTo>
                  <a:lnTo>
                    <a:pt x="1148191" y="1360161"/>
                  </a:lnTo>
                  <a:lnTo>
                    <a:pt x="1161542" y="1356446"/>
                  </a:lnTo>
                  <a:lnTo>
                    <a:pt x="1174893" y="1352420"/>
                  </a:lnTo>
                  <a:lnTo>
                    <a:pt x="1188244" y="1348089"/>
                  </a:lnTo>
                  <a:lnTo>
                    <a:pt x="1201596" y="1343459"/>
                  </a:lnTo>
                  <a:lnTo>
                    <a:pt x="1214947" y="1338540"/>
                  </a:lnTo>
                  <a:lnTo>
                    <a:pt x="1228298" y="1333342"/>
                  </a:lnTo>
                  <a:lnTo>
                    <a:pt x="1241649" y="1327882"/>
                  </a:lnTo>
                  <a:lnTo>
                    <a:pt x="1255000" y="1322176"/>
                  </a:lnTo>
                  <a:lnTo>
                    <a:pt x="1268351" y="1316245"/>
                  </a:lnTo>
                  <a:lnTo>
                    <a:pt x="1281702" y="1310114"/>
                  </a:lnTo>
                  <a:lnTo>
                    <a:pt x="1295053" y="1303811"/>
                  </a:lnTo>
                  <a:lnTo>
                    <a:pt x="1308404" y="1297367"/>
                  </a:lnTo>
                  <a:lnTo>
                    <a:pt x="1321755" y="1290817"/>
                  </a:lnTo>
                  <a:lnTo>
                    <a:pt x="1335106" y="1284197"/>
                  </a:lnTo>
                  <a:lnTo>
                    <a:pt x="1348457" y="1277550"/>
                  </a:lnTo>
                  <a:lnTo>
                    <a:pt x="1361808" y="1270917"/>
                  </a:lnTo>
                  <a:lnTo>
                    <a:pt x="1375159" y="1264345"/>
                  </a:lnTo>
                  <a:lnTo>
                    <a:pt x="1388510" y="1257873"/>
                  </a:lnTo>
                  <a:lnTo>
                    <a:pt x="1401862" y="1251534"/>
                  </a:lnTo>
                  <a:lnTo>
                    <a:pt x="1415213" y="1245359"/>
                  </a:lnTo>
                  <a:lnTo>
                    <a:pt x="1428564" y="1239377"/>
                  </a:lnTo>
                  <a:lnTo>
                    <a:pt x="1441915" y="1233614"/>
                  </a:lnTo>
                  <a:lnTo>
                    <a:pt x="1455266" y="1228092"/>
                  </a:lnTo>
                  <a:lnTo>
                    <a:pt x="1468617" y="1222834"/>
                  </a:lnTo>
                  <a:lnTo>
                    <a:pt x="1481968" y="1217858"/>
                  </a:lnTo>
                  <a:lnTo>
                    <a:pt x="1495319" y="1213179"/>
                  </a:lnTo>
                  <a:lnTo>
                    <a:pt x="1508670" y="1208813"/>
                  </a:lnTo>
                  <a:lnTo>
                    <a:pt x="1522021" y="1204770"/>
                  </a:lnTo>
                  <a:lnTo>
                    <a:pt x="1535372" y="1201059"/>
                  </a:lnTo>
                  <a:lnTo>
                    <a:pt x="1548723" y="1197687"/>
                  </a:lnTo>
                  <a:lnTo>
                    <a:pt x="1562074" y="1194660"/>
                  </a:lnTo>
                  <a:lnTo>
                    <a:pt x="1575425" y="1191980"/>
                  </a:lnTo>
                  <a:lnTo>
                    <a:pt x="1588776" y="1189648"/>
                  </a:lnTo>
                  <a:lnTo>
                    <a:pt x="1602128" y="1187665"/>
                  </a:lnTo>
                  <a:lnTo>
                    <a:pt x="1615479" y="1186028"/>
                  </a:lnTo>
                  <a:lnTo>
                    <a:pt x="1628830" y="1184732"/>
                  </a:lnTo>
                  <a:lnTo>
                    <a:pt x="1642181" y="1183774"/>
                  </a:lnTo>
                  <a:lnTo>
                    <a:pt x="1655532" y="1183147"/>
                  </a:lnTo>
                  <a:lnTo>
                    <a:pt x="1668883" y="1182844"/>
                  </a:lnTo>
                  <a:lnTo>
                    <a:pt x="1682234" y="1182855"/>
                  </a:lnTo>
                  <a:lnTo>
                    <a:pt x="1695585" y="1183171"/>
                  </a:lnTo>
                  <a:lnTo>
                    <a:pt x="1708936" y="1183783"/>
                  </a:lnTo>
                  <a:lnTo>
                    <a:pt x="1722287" y="1174729"/>
                  </a:lnTo>
                  <a:lnTo>
                    <a:pt x="1735638" y="1157692"/>
                  </a:lnTo>
                  <a:lnTo>
                    <a:pt x="1748989" y="1140576"/>
                  </a:lnTo>
                  <a:lnTo>
                    <a:pt x="1762340" y="1123390"/>
                  </a:lnTo>
                  <a:lnTo>
                    <a:pt x="1775691" y="1106143"/>
                  </a:lnTo>
                  <a:lnTo>
                    <a:pt x="1789042" y="1088843"/>
                  </a:lnTo>
                  <a:lnTo>
                    <a:pt x="1802394" y="1071501"/>
                  </a:lnTo>
                  <a:lnTo>
                    <a:pt x="1815745" y="1054127"/>
                  </a:lnTo>
                  <a:lnTo>
                    <a:pt x="1829096" y="1036733"/>
                  </a:lnTo>
                  <a:lnTo>
                    <a:pt x="1842447" y="1019332"/>
                  </a:lnTo>
                  <a:lnTo>
                    <a:pt x="1855798" y="1001936"/>
                  </a:lnTo>
                  <a:lnTo>
                    <a:pt x="1869149" y="984558"/>
                  </a:lnTo>
                  <a:lnTo>
                    <a:pt x="1882500" y="967214"/>
                  </a:lnTo>
                  <a:lnTo>
                    <a:pt x="1895851" y="949917"/>
                  </a:lnTo>
                  <a:lnTo>
                    <a:pt x="1909202" y="932683"/>
                  </a:lnTo>
                  <a:lnTo>
                    <a:pt x="1922553" y="915529"/>
                  </a:lnTo>
                  <a:lnTo>
                    <a:pt x="1935904" y="898470"/>
                  </a:lnTo>
                  <a:lnTo>
                    <a:pt x="1949255" y="881525"/>
                  </a:lnTo>
                  <a:lnTo>
                    <a:pt x="1962606" y="864711"/>
                  </a:lnTo>
                  <a:lnTo>
                    <a:pt x="1975957" y="848045"/>
                  </a:lnTo>
                  <a:lnTo>
                    <a:pt x="1989309" y="831548"/>
                  </a:lnTo>
                  <a:lnTo>
                    <a:pt x="2002660" y="815238"/>
                  </a:lnTo>
                  <a:lnTo>
                    <a:pt x="2016011" y="799134"/>
                  </a:lnTo>
                  <a:lnTo>
                    <a:pt x="2029362" y="783257"/>
                  </a:lnTo>
                  <a:lnTo>
                    <a:pt x="2042713" y="767628"/>
                  </a:lnTo>
                  <a:lnTo>
                    <a:pt x="2056064" y="752266"/>
                  </a:lnTo>
                  <a:lnTo>
                    <a:pt x="2069415" y="737194"/>
                  </a:lnTo>
                  <a:lnTo>
                    <a:pt x="2082766" y="722427"/>
                  </a:lnTo>
                  <a:lnTo>
                    <a:pt x="2096117" y="707969"/>
                  </a:lnTo>
                  <a:lnTo>
                    <a:pt x="2109468" y="693823"/>
                  </a:lnTo>
                  <a:lnTo>
                    <a:pt x="2122819" y="679989"/>
                  </a:lnTo>
                  <a:lnTo>
                    <a:pt x="2136170" y="666470"/>
                  </a:lnTo>
                  <a:lnTo>
                    <a:pt x="2149521" y="653267"/>
                  </a:lnTo>
                  <a:lnTo>
                    <a:pt x="2162872" y="640379"/>
                  </a:lnTo>
                  <a:lnTo>
                    <a:pt x="2176223" y="627807"/>
                  </a:lnTo>
                  <a:lnTo>
                    <a:pt x="2189575" y="615551"/>
                  </a:lnTo>
                  <a:lnTo>
                    <a:pt x="2202926" y="603612"/>
                  </a:lnTo>
                  <a:lnTo>
                    <a:pt x="2216277" y="591988"/>
                  </a:lnTo>
                  <a:lnTo>
                    <a:pt x="2229628" y="580678"/>
                  </a:lnTo>
                  <a:lnTo>
                    <a:pt x="2242979" y="569682"/>
                  </a:lnTo>
                  <a:lnTo>
                    <a:pt x="2256330" y="558997"/>
                  </a:lnTo>
                  <a:lnTo>
                    <a:pt x="2269681" y="548624"/>
                  </a:lnTo>
                  <a:lnTo>
                    <a:pt x="2283032" y="538558"/>
                  </a:lnTo>
                  <a:lnTo>
                    <a:pt x="2296383" y="528799"/>
                  </a:lnTo>
                  <a:lnTo>
                    <a:pt x="2309734" y="519343"/>
                  </a:lnTo>
                  <a:lnTo>
                    <a:pt x="2323085" y="510189"/>
                  </a:lnTo>
                  <a:lnTo>
                    <a:pt x="2336436" y="501333"/>
                  </a:lnTo>
                  <a:lnTo>
                    <a:pt x="2349787" y="492771"/>
                  </a:lnTo>
                  <a:lnTo>
                    <a:pt x="2363138" y="484501"/>
                  </a:lnTo>
                  <a:lnTo>
                    <a:pt x="2376489" y="476519"/>
                  </a:lnTo>
                  <a:lnTo>
                    <a:pt x="2389841" y="468821"/>
                  </a:lnTo>
                  <a:lnTo>
                    <a:pt x="2403192" y="461403"/>
                  </a:lnTo>
                  <a:lnTo>
                    <a:pt x="2416543" y="454260"/>
                  </a:lnTo>
                  <a:lnTo>
                    <a:pt x="2429894" y="447388"/>
                  </a:lnTo>
                  <a:lnTo>
                    <a:pt x="2443245" y="440783"/>
                  </a:lnTo>
                  <a:lnTo>
                    <a:pt x="2456596" y="434439"/>
                  </a:lnTo>
                  <a:lnTo>
                    <a:pt x="2469947" y="428350"/>
                  </a:lnTo>
                  <a:lnTo>
                    <a:pt x="2483298" y="422513"/>
                  </a:lnTo>
                  <a:lnTo>
                    <a:pt x="2496649" y="416922"/>
                  </a:lnTo>
                  <a:lnTo>
                    <a:pt x="2510000" y="411570"/>
                  </a:lnTo>
                  <a:lnTo>
                    <a:pt x="2523351" y="406452"/>
                  </a:lnTo>
                  <a:lnTo>
                    <a:pt x="2536702" y="401562"/>
                  </a:lnTo>
                  <a:lnTo>
                    <a:pt x="2550053" y="396894"/>
                  </a:lnTo>
                  <a:lnTo>
                    <a:pt x="2563404" y="392442"/>
                  </a:lnTo>
                  <a:lnTo>
                    <a:pt x="2576755" y="388199"/>
                  </a:lnTo>
                  <a:lnTo>
                    <a:pt x="2590107" y="384158"/>
                  </a:lnTo>
                  <a:lnTo>
                    <a:pt x="2603458" y="380314"/>
                  </a:lnTo>
                  <a:lnTo>
                    <a:pt x="2616809" y="376659"/>
                  </a:lnTo>
                  <a:lnTo>
                    <a:pt x="2630160" y="373186"/>
                  </a:lnTo>
                  <a:lnTo>
                    <a:pt x="2643511" y="369888"/>
                  </a:lnTo>
                  <a:lnTo>
                    <a:pt x="2656862" y="366759"/>
                  </a:lnTo>
                  <a:lnTo>
                    <a:pt x="2670213" y="363792"/>
                  </a:lnTo>
                  <a:lnTo>
                    <a:pt x="2683564" y="360978"/>
                  </a:lnTo>
                  <a:lnTo>
                    <a:pt x="2696915" y="358310"/>
                  </a:lnTo>
                  <a:lnTo>
                    <a:pt x="2710266" y="355782"/>
                  </a:lnTo>
                  <a:lnTo>
                    <a:pt x="2723617" y="353386"/>
                  </a:lnTo>
                  <a:lnTo>
                    <a:pt x="2736968" y="351115"/>
                  </a:lnTo>
                  <a:lnTo>
                    <a:pt x="2750319" y="348960"/>
                  </a:lnTo>
                  <a:lnTo>
                    <a:pt x="2763670" y="346914"/>
                  </a:lnTo>
                  <a:lnTo>
                    <a:pt x="2777021" y="344971"/>
                  </a:lnTo>
                  <a:lnTo>
                    <a:pt x="2790373" y="343121"/>
                  </a:lnTo>
                  <a:lnTo>
                    <a:pt x="2803724" y="341359"/>
                  </a:lnTo>
                  <a:lnTo>
                    <a:pt x="2817075" y="339675"/>
                  </a:lnTo>
                  <a:lnTo>
                    <a:pt x="2830426" y="338063"/>
                  </a:lnTo>
                  <a:lnTo>
                    <a:pt x="2843777" y="336516"/>
                  </a:lnTo>
                  <a:lnTo>
                    <a:pt x="2857128" y="335025"/>
                  </a:lnTo>
                  <a:lnTo>
                    <a:pt x="2870479" y="333583"/>
                  </a:lnTo>
                  <a:lnTo>
                    <a:pt x="2883830" y="332183"/>
                  </a:lnTo>
                  <a:lnTo>
                    <a:pt x="2897181" y="330818"/>
                  </a:lnTo>
                  <a:lnTo>
                    <a:pt x="2910532" y="329481"/>
                  </a:lnTo>
                  <a:lnTo>
                    <a:pt x="2923883" y="328163"/>
                  </a:lnTo>
                  <a:lnTo>
                    <a:pt x="2937234" y="326859"/>
                  </a:lnTo>
                  <a:lnTo>
                    <a:pt x="2950585" y="325561"/>
                  </a:lnTo>
                  <a:lnTo>
                    <a:pt x="2963936" y="324263"/>
                  </a:lnTo>
                  <a:lnTo>
                    <a:pt x="2977287" y="322958"/>
                  </a:lnTo>
                  <a:lnTo>
                    <a:pt x="2990639" y="321639"/>
                  </a:lnTo>
                  <a:lnTo>
                    <a:pt x="3003990" y="320300"/>
                  </a:lnTo>
                  <a:lnTo>
                    <a:pt x="3017341" y="318934"/>
                  </a:lnTo>
                  <a:lnTo>
                    <a:pt x="3030692" y="317536"/>
                  </a:lnTo>
                  <a:lnTo>
                    <a:pt x="3044043" y="316100"/>
                  </a:lnTo>
                  <a:lnTo>
                    <a:pt x="3057394" y="314619"/>
                  </a:lnTo>
                  <a:lnTo>
                    <a:pt x="3070745" y="313089"/>
                  </a:lnTo>
                  <a:lnTo>
                    <a:pt x="3084096" y="311504"/>
                  </a:lnTo>
                  <a:lnTo>
                    <a:pt x="3097447" y="309858"/>
                  </a:lnTo>
                  <a:lnTo>
                    <a:pt x="3110798" y="308147"/>
                  </a:lnTo>
                  <a:lnTo>
                    <a:pt x="3124149" y="306366"/>
                  </a:lnTo>
                  <a:lnTo>
                    <a:pt x="3137500" y="304511"/>
                  </a:lnTo>
                  <a:lnTo>
                    <a:pt x="3150851" y="302576"/>
                  </a:lnTo>
                  <a:lnTo>
                    <a:pt x="3164202" y="300559"/>
                  </a:lnTo>
                  <a:lnTo>
                    <a:pt x="3177553" y="298454"/>
                  </a:lnTo>
                  <a:lnTo>
                    <a:pt x="3190905" y="296259"/>
                  </a:lnTo>
                  <a:lnTo>
                    <a:pt x="3204256" y="293970"/>
                  </a:lnTo>
                  <a:lnTo>
                    <a:pt x="3217607" y="291583"/>
                  </a:lnTo>
                  <a:lnTo>
                    <a:pt x="3230958" y="289096"/>
                  </a:lnTo>
                  <a:lnTo>
                    <a:pt x="3244309" y="286505"/>
                  </a:lnTo>
                  <a:lnTo>
                    <a:pt x="3257660" y="283809"/>
                  </a:lnTo>
                  <a:lnTo>
                    <a:pt x="3271011" y="281009"/>
                  </a:lnTo>
                  <a:lnTo>
                    <a:pt x="3284362" y="278105"/>
                  </a:lnTo>
                  <a:lnTo>
                    <a:pt x="3297713" y="275097"/>
                  </a:lnTo>
                  <a:lnTo>
                    <a:pt x="3311064" y="271988"/>
                  </a:lnTo>
                  <a:lnTo>
                    <a:pt x="3324415" y="268777"/>
                  </a:lnTo>
                  <a:lnTo>
                    <a:pt x="3337766" y="265466"/>
                  </a:lnTo>
                  <a:lnTo>
                    <a:pt x="3351117" y="262056"/>
                  </a:lnTo>
                  <a:lnTo>
                    <a:pt x="3364468" y="258547"/>
                  </a:lnTo>
                  <a:lnTo>
                    <a:pt x="3377819" y="254940"/>
                  </a:lnTo>
                  <a:lnTo>
                    <a:pt x="3391171" y="251238"/>
                  </a:lnTo>
                  <a:lnTo>
                    <a:pt x="3404522" y="247439"/>
                  </a:lnTo>
                  <a:lnTo>
                    <a:pt x="3417873" y="243547"/>
                  </a:lnTo>
                  <a:lnTo>
                    <a:pt x="3431224" y="239560"/>
                  </a:lnTo>
                  <a:lnTo>
                    <a:pt x="3444575" y="235481"/>
                  </a:lnTo>
                  <a:lnTo>
                    <a:pt x="3457926" y="231311"/>
                  </a:lnTo>
                  <a:lnTo>
                    <a:pt x="3471277" y="227050"/>
                  </a:lnTo>
                  <a:lnTo>
                    <a:pt x="3484628" y="222700"/>
                  </a:lnTo>
                  <a:lnTo>
                    <a:pt x="3497979" y="218261"/>
                  </a:lnTo>
                  <a:lnTo>
                    <a:pt x="3511330" y="213734"/>
                  </a:lnTo>
                  <a:lnTo>
                    <a:pt x="3524681" y="209121"/>
                  </a:lnTo>
                  <a:lnTo>
                    <a:pt x="3538032" y="204422"/>
                  </a:lnTo>
                  <a:lnTo>
                    <a:pt x="3551383" y="199639"/>
                  </a:lnTo>
                  <a:lnTo>
                    <a:pt x="3564734" y="194771"/>
                  </a:lnTo>
                  <a:lnTo>
                    <a:pt x="3578085" y="189822"/>
                  </a:lnTo>
                  <a:lnTo>
                    <a:pt x="3591437" y="184790"/>
                  </a:lnTo>
                  <a:lnTo>
                    <a:pt x="3604788" y="179678"/>
                  </a:lnTo>
                  <a:lnTo>
                    <a:pt x="3618139" y="174485"/>
                  </a:lnTo>
                  <a:lnTo>
                    <a:pt x="3631490" y="169214"/>
                  </a:lnTo>
                  <a:lnTo>
                    <a:pt x="3644841" y="163864"/>
                  </a:lnTo>
                  <a:lnTo>
                    <a:pt x="3658192" y="158438"/>
                  </a:lnTo>
                  <a:lnTo>
                    <a:pt x="3671543" y="152935"/>
                  </a:lnTo>
                  <a:lnTo>
                    <a:pt x="3684894" y="147356"/>
                  </a:lnTo>
                  <a:lnTo>
                    <a:pt x="3698245" y="141703"/>
                  </a:lnTo>
                  <a:lnTo>
                    <a:pt x="3711596" y="135976"/>
                  </a:lnTo>
                  <a:lnTo>
                    <a:pt x="3724947" y="130176"/>
                  </a:lnTo>
                  <a:lnTo>
                    <a:pt x="3738298" y="124304"/>
                  </a:lnTo>
                  <a:lnTo>
                    <a:pt x="3751649" y="118361"/>
                  </a:lnTo>
                  <a:lnTo>
                    <a:pt x="3765000" y="112347"/>
                  </a:lnTo>
                  <a:lnTo>
                    <a:pt x="3778352" y="106263"/>
                  </a:lnTo>
                  <a:lnTo>
                    <a:pt x="3791703" y="100111"/>
                  </a:lnTo>
                  <a:lnTo>
                    <a:pt x="3805054" y="93890"/>
                  </a:lnTo>
                  <a:lnTo>
                    <a:pt x="3818405" y="87601"/>
                  </a:lnTo>
                  <a:lnTo>
                    <a:pt x="3831756" y="81245"/>
                  </a:lnTo>
                  <a:lnTo>
                    <a:pt x="3845107" y="74824"/>
                  </a:lnTo>
                  <a:lnTo>
                    <a:pt x="3858458" y="68336"/>
                  </a:lnTo>
                  <a:lnTo>
                    <a:pt x="3871809" y="61784"/>
                  </a:lnTo>
                  <a:lnTo>
                    <a:pt x="3885160" y="55168"/>
                  </a:lnTo>
                  <a:lnTo>
                    <a:pt x="3898511" y="48488"/>
                  </a:lnTo>
                  <a:lnTo>
                    <a:pt x="3911862" y="41745"/>
                  </a:lnTo>
                  <a:lnTo>
                    <a:pt x="3925213" y="34940"/>
                  </a:lnTo>
                  <a:lnTo>
                    <a:pt x="3938564" y="28073"/>
                  </a:lnTo>
                  <a:lnTo>
                    <a:pt x="3951915" y="21145"/>
                  </a:lnTo>
                  <a:lnTo>
                    <a:pt x="3965266" y="14157"/>
                  </a:lnTo>
                  <a:lnTo>
                    <a:pt x="3978618" y="7108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012852" y="1323855"/>
              <a:ext cx="3991969" cy="1657318"/>
            </a:xfrm>
            <a:custGeom>
              <a:avLst/>
              <a:pathLst>
                <a:path w="3991969" h="1657318">
                  <a:moveTo>
                    <a:pt x="3991969" y="255092"/>
                  </a:moveTo>
                  <a:lnTo>
                    <a:pt x="3978618" y="251815"/>
                  </a:lnTo>
                  <a:lnTo>
                    <a:pt x="3965266" y="248553"/>
                  </a:lnTo>
                  <a:lnTo>
                    <a:pt x="3951915" y="245307"/>
                  </a:lnTo>
                  <a:lnTo>
                    <a:pt x="3938564" y="242076"/>
                  </a:lnTo>
                  <a:lnTo>
                    <a:pt x="3925213" y="238861"/>
                  </a:lnTo>
                  <a:lnTo>
                    <a:pt x="3911862" y="235664"/>
                  </a:lnTo>
                  <a:lnTo>
                    <a:pt x="3898511" y="232485"/>
                  </a:lnTo>
                  <a:lnTo>
                    <a:pt x="3885160" y="229324"/>
                  </a:lnTo>
                  <a:lnTo>
                    <a:pt x="3871809" y="226182"/>
                  </a:lnTo>
                  <a:lnTo>
                    <a:pt x="3858458" y="223060"/>
                  </a:lnTo>
                  <a:lnTo>
                    <a:pt x="3845107" y="219959"/>
                  </a:lnTo>
                  <a:lnTo>
                    <a:pt x="3831756" y="216878"/>
                  </a:lnTo>
                  <a:lnTo>
                    <a:pt x="3818405" y="213820"/>
                  </a:lnTo>
                  <a:lnTo>
                    <a:pt x="3805054" y="210784"/>
                  </a:lnTo>
                  <a:lnTo>
                    <a:pt x="3791703" y="207772"/>
                  </a:lnTo>
                  <a:lnTo>
                    <a:pt x="3778352" y="204784"/>
                  </a:lnTo>
                  <a:lnTo>
                    <a:pt x="3765000" y="201820"/>
                  </a:lnTo>
                  <a:lnTo>
                    <a:pt x="3751649" y="198883"/>
                  </a:lnTo>
                  <a:lnTo>
                    <a:pt x="3738298" y="195972"/>
                  </a:lnTo>
                  <a:lnTo>
                    <a:pt x="3724947" y="193088"/>
                  </a:lnTo>
                  <a:lnTo>
                    <a:pt x="3711596" y="190233"/>
                  </a:lnTo>
                  <a:lnTo>
                    <a:pt x="3698245" y="187406"/>
                  </a:lnTo>
                  <a:lnTo>
                    <a:pt x="3684894" y="184610"/>
                  </a:lnTo>
                  <a:lnTo>
                    <a:pt x="3671543" y="181844"/>
                  </a:lnTo>
                  <a:lnTo>
                    <a:pt x="3658192" y="179110"/>
                  </a:lnTo>
                  <a:lnTo>
                    <a:pt x="3644841" y="176408"/>
                  </a:lnTo>
                  <a:lnTo>
                    <a:pt x="3631490" y="173740"/>
                  </a:lnTo>
                  <a:lnTo>
                    <a:pt x="3618139" y="171107"/>
                  </a:lnTo>
                  <a:lnTo>
                    <a:pt x="3604788" y="168509"/>
                  </a:lnTo>
                  <a:lnTo>
                    <a:pt x="3591437" y="165947"/>
                  </a:lnTo>
                  <a:lnTo>
                    <a:pt x="3578085" y="163422"/>
                  </a:lnTo>
                  <a:lnTo>
                    <a:pt x="3564734" y="160936"/>
                  </a:lnTo>
                  <a:lnTo>
                    <a:pt x="3551383" y="158489"/>
                  </a:lnTo>
                  <a:lnTo>
                    <a:pt x="3538032" y="156082"/>
                  </a:lnTo>
                  <a:lnTo>
                    <a:pt x="3524681" y="153716"/>
                  </a:lnTo>
                  <a:lnTo>
                    <a:pt x="3511330" y="151393"/>
                  </a:lnTo>
                  <a:lnTo>
                    <a:pt x="3497979" y="149113"/>
                  </a:lnTo>
                  <a:lnTo>
                    <a:pt x="3484628" y="146877"/>
                  </a:lnTo>
                  <a:lnTo>
                    <a:pt x="3471277" y="144686"/>
                  </a:lnTo>
                  <a:lnTo>
                    <a:pt x="3457926" y="142542"/>
                  </a:lnTo>
                  <a:lnTo>
                    <a:pt x="3444575" y="140444"/>
                  </a:lnTo>
                  <a:lnTo>
                    <a:pt x="3431224" y="138396"/>
                  </a:lnTo>
                  <a:lnTo>
                    <a:pt x="3417873" y="136396"/>
                  </a:lnTo>
                  <a:lnTo>
                    <a:pt x="3404522" y="134447"/>
                  </a:lnTo>
                  <a:lnTo>
                    <a:pt x="3391171" y="132550"/>
                  </a:lnTo>
                  <a:lnTo>
                    <a:pt x="3377819" y="130705"/>
                  </a:lnTo>
                  <a:lnTo>
                    <a:pt x="3364468" y="128913"/>
                  </a:lnTo>
                  <a:lnTo>
                    <a:pt x="3351117" y="127175"/>
                  </a:lnTo>
                  <a:lnTo>
                    <a:pt x="3337766" y="125494"/>
                  </a:lnTo>
                  <a:lnTo>
                    <a:pt x="3324415" y="123868"/>
                  </a:lnTo>
                  <a:lnTo>
                    <a:pt x="3311064" y="122300"/>
                  </a:lnTo>
                  <a:lnTo>
                    <a:pt x="3297713" y="120790"/>
                  </a:lnTo>
                  <a:lnTo>
                    <a:pt x="3284362" y="119340"/>
                  </a:lnTo>
                  <a:lnTo>
                    <a:pt x="3271011" y="117949"/>
                  </a:lnTo>
                  <a:lnTo>
                    <a:pt x="3257660" y="116620"/>
                  </a:lnTo>
                  <a:lnTo>
                    <a:pt x="3244309" y="115352"/>
                  </a:lnTo>
                  <a:lnTo>
                    <a:pt x="3230958" y="114148"/>
                  </a:lnTo>
                  <a:lnTo>
                    <a:pt x="3217607" y="113007"/>
                  </a:lnTo>
                  <a:lnTo>
                    <a:pt x="3204256" y="111930"/>
                  </a:lnTo>
                  <a:lnTo>
                    <a:pt x="3190905" y="110918"/>
                  </a:lnTo>
                  <a:lnTo>
                    <a:pt x="3177553" y="109970"/>
                  </a:lnTo>
                  <a:lnTo>
                    <a:pt x="3164202" y="109088"/>
                  </a:lnTo>
                  <a:lnTo>
                    <a:pt x="3150851" y="108270"/>
                  </a:lnTo>
                  <a:lnTo>
                    <a:pt x="3137500" y="107518"/>
                  </a:lnTo>
                  <a:lnTo>
                    <a:pt x="3124149" y="106829"/>
                  </a:lnTo>
                  <a:lnTo>
                    <a:pt x="3110798" y="106205"/>
                  </a:lnTo>
                  <a:lnTo>
                    <a:pt x="3097447" y="105644"/>
                  </a:lnTo>
                  <a:lnTo>
                    <a:pt x="3084096" y="105146"/>
                  </a:lnTo>
                  <a:lnTo>
                    <a:pt x="3070745" y="104709"/>
                  </a:lnTo>
                  <a:lnTo>
                    <a:pt x="3057394" y="104332"/>
                  </a:lnTo>
                  <a:lnTo>
                    <a:pt x="3044043" y="104015"/>
                  </a:lnTo>
                  <a:lnTo>
                    <a:pt x="3030692" y="103755"/>
                  </a:lnTo>
                  <a:lnTo>
                    <a:pt x="3017341" y="103552"/>
                  </a:lnTo>
                  <a:lnTo>
                    <a:pt x="3003990" y="103403"/>
                  </a:lnTo>
                  <a:lnTo>
                    <a:pt x="2990639" y="103308"/>
                  </a:lnTo>
                  <a:lnTo>
                    <a:pt x="2977287" y="103263"/>
                  </a:lnTo>
                  <a:lnTo>
                    <a:pt x="2963936" y="103267"/>
                  </a:lnTo>
                  <a:lnTo>
                    <a:pt x="2950585" y="103319"/>
                  </a:lnTo>
                  <a:lnTo>
                    <a:pt x="2937234" y="103415"/>
                  </a:lnTo>
                  <a:lnTo>
                    <a:pt x="2923883" y="103554"/>
                  </a:lnTo>
                  <a:lnTo>
                    <a:pt x="2910532" y="103733"/>
                  </a:lnTo>
                  <a:lnTo>
                    <a:pt x="2897181" y="103949"/>
                  </a:lnTo>
                  <a:lnTo>
                    <a:pt x="2883830" y="104201"/>
                  </a:lnTo>
                  <a:lnTo>
                    <a:pt x="2870479" y="104486"/>
                  </a:lnTo>
                  <a:lnTo>
                    <a:pt x="2857128" y="104801"/>
                  </a:lnTo>
                  <a:lnTo>
                    <a:pt x="2843777" y="105143"/>
                  </a:lnTo>
                  <a:lnTo>
                    <a:pt x="2830426" y="105509"/>
                  </a:lnTo>
                  <a:lnTo>
                    <a:pt x="2817075" y="105898"/>
                  </a:lnTo>
                  <a:lnTo>
                    <a:pt x="2803724" y="106305"/>
                  </a:lnTo>
                  <a:lnTo>
                    <a:pt x="2790373" y="106729"/>
                  </a:lnTo>
                  <a:lnTo>
                    <a:pt x="2777021" y="107166"/>
                  </a:lnTo>
                  <a:lnTo>
                    <a:pt x="2763670" y="107614"/>
                  </a:lnTo>
                  <a:lnTo>
                    <a:pt x="2750319" y="108069"/>
                  </a:lnTo>
                  <a:lnTo>
                    <a:pt x="2736968" y="108529"/>
                  </a:lnTo>
                  <a:lnTo>
                    <a:pt x="2723617" y="108990"/>
                  </a:lnTo>
                  <a:lnTo>
                    <a:pt x="2710266" y="109450"/>
                  </a:lnTo>
                  <a:lnTo>
                    <a:pt x="2696915" y="109906"/>
                  </a:lnTo>
                  <a:lnTo>
                    <a:pt x="2683564" y="110355"/>
                  </a:lnTo>
                  <a:lnTo>
                    <a:pt x="2670213" y="110794"/>
                  </a:lnTo>
                  <a:lnTo>
                    <a:pt x="2656862" y="111220"/>
                  </a:lnTo>
                  <a:lnTo>
                    <a:pt x="2643511" y="111630"/>
                  </a:lnTo>
                  <a:lnTo>
                    <a:pt x="2630160" y="112021"/>
                  </a:lnTo>
                  <a:lnTo>
                    <a:pt x="2616809" y="112390"/>
                  </a:lnTo>
                  <a:lnTo>
                    <a:pt x="2603458" y="112734"/>
                  </a:lnTo>
                  <a:lnTo>
                    <a:pt x="2590107" y="113051"/>
                  </a:lnTo>
                  <a:lnTo>
                    <a:pt x="2576755" y="113338"/>
                  </a:lnTo>
                  <a:lnTo>
                    <a:pt x="2563404" y="113591"/>
                  </a:lnTo>
                  <a:lnTo>
                    <a:pt x="2550053" y="113809"/>
                  </a:lnTo>
                  <a:lnTo>
                    <a:pt x="2536702" y="113987"/>
                  </a:lnTo>
                  <a:lnTo>
                    <a:pt x="2523351" y="114123"/>
                  </a:lnTo>
                  <a:lnTo>
                    <a:pt x="2510000" y="114216"/>
                  </a:lnTo>
                  <a:lnTo>
                    <a:pt x="2496649" y="114261"/>
                  </a:lnTo>
                  <a:lnTo>
                    <a:pt x="2483298" y="114255"/>
                  </a:lnTo>
                  <a:lnTo>
                    <a:pt x="2469947" y="114197"/>
                  </a:lnTo>
                  <a:lnTo>
                    <a:pt x="2456596" y="114084"/>
                  </a:lnTo>
                  <a:lnTo>
                    <a:pt x="2443245" y="113913"/>
                  </a:lnTo>
                  <a:lnTo>
                    <a:pt x="2429894" y="113680"/>
                  </a:lnTo>
                  <a:lnTo>
                    <a:pt x="2416543" y="113384"/>
                  </a:lnTo>
                  <a:lnTo>
                    <a:pt x="2403192" y="113022"/>
                  </a:lnTo>
                  <a:lnTo>
                    <a:pt x="2389841" y="112592"/>
                  </a:lnTo>
                  <a:lnTo>
                    <a:pt x="2376489" y="112089"/>
                  </a:lnTo>
                  <a:lnTo>
                    <a:pt x="2363138" y="111513"/>
                  </a:lnTo>
                  <a:lnTo>
                    <a:pt x="2349787" y="110860"/>
                  </a:lnTo>
                  <a:lnTo>
                    <a:pt x="2336436" y="110128"/>
                  </a:lnTo>
                  <a:lnTo>
                    <a:pt x="2323085" y="109313"/>
                  </a:lnTo>
                  <a:lnTo>
                    <a:pt x="2309734" y="108415"/>
                  </a:lnTo>
                  <a:lnTo>
                    <a:pt x="2296383" y="107429"/>
                  </a:lnTo>
                  <a:lnTo>
                    <a:pt x="2283032" y="106354"/>
                  </a:lnTo>
                  <a:lnTo>
                    <a:pt x="2269681" y="105187"/>
                  </a:lnTo>
                  <a:lnTo>
                    <a:pt x="2256330" y="103924"/>
                  </a:lnTo>
                  <a:lnTo>
                    <a:pt x="2242979" y="102565"/>
                  </a:lnTo>
                  <a:lnTo>
                    <a:pt x="2229628" y="101106"/>
                  </a:lnTo>
                  <a:lnTo>
                    <a:pt x="2216277" y="99544"/>
                  </a:lnTo>
                  <a:lnTo>
                    <a:pt x="2202926" y="97877"/>
                  </a:lnTo>
                  <a:lnTo>
                    <a:pt x="2189575" y="96103"/>
                  </a:lnTo>
                  <a:lnTo>
                    <a:pt x="2176223" y="94218"/>
                  </a:lnTo>
                  <a:lnTo>
                    <a:pt x="2162872" y="92221"/>
                  </a:lnTo>
                  <a:lnTo>
                    <a:pt x="2149521" y="90108"/>
                  </a:lnTo>
                  <a:lnTo>
                    <a:pt x="2136170" y="87877"/>
                  </a:lnTo>
                  <a:lnTo>
                    <a:pt x="2122819" y="85526"/>
                  </a:lnTo>
                  <a:lnTo>
                    <a:pt x="2109468" y="83052"/>
                  </a:lnTo>
                  <a:lnTo>
                    <a:pt x="2096117" y="80453"/>
                  </a:lnTo>
                  <a:lnTo>
                    <a:pt x="2082766" y="77725"/>
                  </a:lnTo>
                  <a:lnTo>
                    <a:pt x="2069415" y="74866"/>
                  </a:lnTo>
                  <a:lnTo>
                    <a:pt x="2056064" y="71876"/>
                  </a:lnTo>
                  <a:lnTo>
                    <a:pt x="2042713" y="68765"/>
                  </a:lnTo>
                  <a:lnTo>
                    <a:pt x="2029362" y="65550"/>
                  </a:lnTo>
                  <a:lnTo>
                    <a:pt x="2016011" y="62246"/>
                  </a:lnTo>
                  <a:lnTo>
                    <a:pt x="2002660" y="58869"/>
                  </a:lnTo>
                  <a:lnTo>
                    <a:pt x="1989309" y="55436"/>
                  </a:lnTo>
                  <a:lnTo>
                    <a:pt x="1975957" y="51962"/>
                  </a:lnTo>
                  <a:lnTo>
                    <a:pt x="1962606" y="48464"/>
                  </a:lnTo>
                  <a:lnTo>
                    <a:pt x="1949255" y="44959"/>
                  </a:lnTo>
                  <a:lnTo>
                    <a:pt x="1935904" y="41463"/>
                  </a:lnTo>
                  <a:lnTo>
                    <a:pt x="1922553" y="37991"/>
                  </a:lnTo>
                  <a:lnTo>
                    <a:pt x="1909202" y="34562"/>
                  </a:lnTo>
                  <a:lnTo>
                    <a:pt x="1895851" y="31191"/>
                  </a:lnTo>
                  <a:lnTo>
                    <a:pt x="1882500" y="27894"/>
                  </a:lnTo>
                  <a:lnTo>
                    <a:pt x="1869149" y="24689"/>
                  </a:lnTo>
                  <a:lnTo>
                    <a:pt x="1855798" y="21591"/>
                  </a:lnTo>
                  <a:lnTo>
                    <a:pt x="1842447" y="18617"/>
                  </a:lnTo>
                  <a:lnTo>
                    <a:pt x="1829096" y="15783"/>
                  </a:lnTo>
                  <a:lnTo>
                    <a:pt x="1815745" y="13105"/>
                  </a:lnTo>
                  <a:lnTo>
                    <a:pt x="1802394" y="10598"/>
                  </a:lnTo>
                  <a:lnTo>
                    <a:pt x="1789042" y="8278"/>
                  </a:lnTo>
                  <a:lnTo>
                    <a:pt x="1775691" y="6160"/>
                  </a:lnTo>
                  <a:lnTo>
                    <a:pt x="1762340" y="4259"/>
                  </a:lnTo>
                  <a:lnTo>
                    <a:pt x="1748989" y="2590"/>
                  </a:lnTo>
                  <a:lnTo>
                    <a:pt x="1735638" y="1165"/>
                  </a:lnTo>
                  <a:lnTo>
                    <a:pt x="1722287" y="0"/>
                  </a:lnTo>
                  <a:lnTo>
                    <a:pt x="1708936" y="7004"/>
                  </a:lnTo>
                  <a:lnTo>
                    <a:pt x="1695585" y="23866"/>
                  </a:lnTo>
                  <a:lnTo>
                    <a:pt x="1682234" y="40631"/>
                  </a:lnTo>
                  <a:lnTo>
                    <a:pt x="1668883" y="57295"/>
                  </a:lnTo>
                  <a:lnTo>
                    <a:pt x="1655532" y="73854"/>
                  </a:lnTo>
                  <a:lnTo>
                    <a:pt x="1642181" y="90306"/>
                  </a:lnTo>
                  <a:lnTo>
                    <a:pt x="1628830" y="106650"/>
                  </a:lnTo>
                  <a:lnTo>
                    <a:pt x="1615479" y="122884"/>
                  </a:lnTo>
                  <a:lnTo>
                    <a:pt x="1602128" y="139010"/>
                  </a:lnTo>
                  <a:lnTo>
                    <a:pt x="1588776" y="155027"/>
                  </a:lnTo>
                  <a:lnTo>
                    <a:pt x="1575425" y="170940"/>
                  </a:lnTo>
                  <a:lnTo>
                    <a:pt x="1562074" y="186752"/>
                  </a:lnTo>
                  <a:lnTo>
                    <a:pt x="1548723" y="202467"/>
                  </a:lnTo>
                  <a:lnTo>
                    <a:pt x="1535372" y="218091"/>
                  </a:lnTo>
                  <a:lnTo>
                    <a:pt x="1522021" y="233634"/>
                  </a:lnTo>
                  <a:lnTo>
                    <a:pt x="1508670" y="249102"/>
                  </a:lnTo>
                  <a:lnTo>
                    <a:pt x="1495319" y="264506"/>
                  </a:lnTo>
                  <a:lnTo>
                    <a:pt x="1481968" y="279858"/>
                  </a:lnTo>
                  <a:lnTo>
                    <a:pt x="1468617" y="295171"/>
                  </a:lnTo>
                  <a:lnTo>
                    <a:pt x="1455266" y="310458"/>
                  </a:lnTo>
                  <a:lnTo>
                    <a:pt x="1441915" y="325737"/>
                  </a:lnTo>
                  <a:lnTo>
                    <a:pt x="1428564" y="341023"/>
                  </a:lnTo>
                  <a:lnTo>
                    <a:pt x="1415213" y="356336"/>
                  </a:lnTo>
                  <a:lnTo>
                    <a:pt x="1401862" y="371696"/>
                  </a:lnTo>
                  <a:lnTo>
                    <a:pt x="1388510" y="387122"/>
                  </a:lnTo>
                  <a:lnTo>
                    <a:pt x="1375159" y="402638"/>
                  </a:lnTo>
                  <a:lnTo>
                    <a:pt x="1361808" y="418266"/>
                  </a:lnTo>
                  <a:lnTo>
                    <a:pt x="1348457" y="434029"/>
                  </a:lnTo>
                  <a:lnTo>
                    <a:pt x="1335106" y="449948"/>
                  </a:lnTo>
                  <a:lnTo>
                    <a:pt x="1321755" y="466040"/>
                  </a:lnTo>
                  <a:lnTo>
                    <a:pt x="1308404" y="482322"/>
                  </a:lnTo>
                  <a:lnTo>
                    <a:pt x="1295053" y="498804"/>
                  </a:lnTo>
                  <a:lnTo>
                    <a:pt x="1281702" y="515497"/>
                  </a:lnTo>
                  <a:lnTo>
                    <a:pt x="1268351" y="532406"/>
                  </a:lnTo>
                  <a:lnTo>
                    <a:pt x="1255000" y="549533"/>
                  </a:lnTo>
                  <a:lnTo>
                    <a:pt x="1241649" y="566877"/>
                  </a:lnTo>
                  <a:lnTo>
                    <a:pt x="1228298" y="584434"/>
                  </a:lnTo>
                  <a:lnTo>
                    <a:pt x="1214947" y="602196"/>
                  </a:lnTo>
                  <a:lnTo>
                    <a:pt x="1201596" y="620155"/>
                  </a:lnTo>
                  <a:lnTo>
                    <a:pt x="1188244" y="638298"/>
                  </a:lnTo>
                  <a:lnTo>
                    <a:pt x="1174893" y="656611"/>
                  </a:lnTo>
                  <a:lnTo>
                    <a:pt x="1161542" y="675078"/>
                  </a:lnTo>
                  <a:lnTo>
                    <a:pt x="1148191" y="693681"/>
                  </a:lnTo>
                  <a:lnTo>
                    <a:pt x="1134840" y="712401"/>
                  </a:lnTo>
                  <a:lnTo>
                    <a:pt x="1121489" y="731219"/>
                  </a:lnTo>
                  <a:lnTo>
                    <a:pt x="1108138" y="750115"/>
                  </a:lnTo>
                  <a:lnTo>
                    <a:pt x="1094787" y="769066"/>
                  </a:lnTo>
                  <a:lnTo>
                    <a:pt x="1081436" y="788054"/>
                  </a:lnTo>
                  <a:lnTo>
                    <a:pt x="1068085" y="807056"/>
                  </a:lnTo>
                  <a:lnTo>
                    <a:pt x="1054734" y="826051"/>
                  </a:lnTo>
                  <a:lnTo>
                    <a:pt x="1041383" y="845020"/>
                  </a:lnTo>
                  <a:lnTo>
                    <a:pt x="1028032" y="863943"/>
                  </a:lnTo>
                  <a:lnTo>
                    <a:pt x="1014681" y="882799"/>
                  </a:lnTo>
                  <a:lnTo>
                    <a:pt x="1001330" y="901570"/>
                  </a:lnTo>
                  <a:lnTo>
                    <a:pt x="987978" y="920238"/>
                  </a:lnTo>
                  <a:lnTo>
                    <a:pt x="974627" y="938787"/>
                  </a:lnTo>
                  <a:lnTo>
                    <a:pt x="961276" y="957198"/>
                  </a:lnTo>
                  <a:lnTo>
                    <a:pt x="947925" y="975458"/>
                  </a:lnTo>
                  <a:lnTo>
                    <a:pt x="934574" y="993550"/>
                  </a:lnTo>
                  <a:lnTo>
                    <a:pt x="921223" y="1011462"/>
                  </a:lnTo>
                  <a:lnTo>
                    <a:pt x="907872" y="1029180"/>
                  </a:lnTo>
                  <a:lnTo>
                    <a:pt x="894521" y="1046693"/>
                  </a:lnTo>
                  <a:lnTo>
                    <a:pt x="881170" y="1063989"/>
                  </a:lnTo>
                  <a:lnTo>
                    <a:pt x="867819" y="1081058"/>
                  </a:lnTo>
                  <a:lnTo>
                    <a:pt x="854468" y="1097891"/>
                  </a:lnTo>
                  <a:lnTo>
                    <a:pt x="841117" y="1114479"/>
                  </a:lnTo>
                  <a:lnTo>
                    <a:pt x="827766" y="1130815"/>
                  </a:lnTo>
                  <a:lnTo>
                    <a:pt x="814415" y="1146891"/>
                  </a:lnTo>
                  <a:lnTo>
                    <a:pt x="801064" y="1162701"/>
                  </a:lnTo>
                  <a:lnTo>
                    <a:pt x="787712" y="1178241"/>
                  </a:lnTo>
                  <a:lnTo>
                    <a:pt x="774361" y="1193505"/>
                  </a:lnTo>
                  <a:lnTo>
                    <a:pt x="761010" y="1208489"/>
                  </a:lnTo>
                  <a:lnTo>
                    <a:pt x="747659" y="1223191"/>
                  </a:lnTo>
                  <a:lnTo>
                    <a:pt x="734308" y="1237607"/>
                  </a:lnTo>
                  <a:lnTo>
                    <a:pt x="720957" y="1251735"/>
                  </a:lnTo>
                  <a:lnTo>
                    <a:pt x="707606" y="1265574"/>
                  </a:lnTo>
                  <a:lnTo>
                    <a:pt x="694255" y="1279123"/>
                  </a:lnTo>
                  <a:lnTo>
                    <a:pt x="680904" y="1292381"/>
                  </a:lnTo>
                  <a:lnTo>
                    <a:pt x="667553" y="1305349"/>
                  </a:lnTo>
                  <a:lnTo>
                    <a:pt x="654202" y="1318026"/>
                  </a:lnTo>
                  <a:lnTo>
                    <a:pt x="640851" y="1330414"/>
                  </a:lnTo>
                  <a:lnTo>
                    <a:pt x="627500" y="1342513"/>
                  </a:lnTo>
                  <a:lnTo>
                    <a:pt x="614149" y="1354327"/>
                  </a:lnTo>
                  <a:lnTo>
                    <a:pt x="600798" y="1365856"/>
                  </a:lnTo>
                  <a:lnTo>
                    <a:pt x="587446" y="1377103"/>
                  </a:lnTo>
                  <a:lnTo>
                    <a:pt x="574095" y="1388070"/>
                  </a:lnTo>
                  <a:lnTo>
                    <a:pt x="560744" y="1398761"/>
                  </a:lnTo>
                  <a:lnTo>
                    <a:pt x="547393" y="1409178"/>
                  </a:lnTo>
                  <a:lnTo>
                    <a:pt x="534042" y="1419326"/>
                  </a:lnTo>
                  <a:lnTo>
                    <a:pt x="520691" y="1429207"/>
                  </a:lnTo>
                  <a:lnTo>
                    <a:pt x="507340" y="1438825"/>
                  </a:lnTo>
                  <a:lnTo>
                    <a:pt x="493989" y="1448184"/>
                  </a:lnTo>
                  <a:lnTo>
                    <a:pt x="480638" y="1457289"/>
                  </a:lnTo>
                  <a:lnTo>
                    <a:pt x="467287" y="1466143"/>
                  </a:lnTo>
                  <a:lnTo>
                    <a:pt x="453936" y="1474750"/>
                  </a:lnTo>
                  <a:lnTo>
                    <a:pt x="440585" y="1483116"/>
                  </a:lnTo>
                  <a:lnTo>
                    <a:pt x="427234" y="1491245"/>
                  </a:lnTo>
                  <a:lnTo>
                    <a:pt x="413883" y="1499141"/>
                  </a:lnTo>
                  <a:lnTo>
                    <a:pt x="400532" y="1506810"/>
                  </a:lnTo>
                  <a:lnTo>
                    <a:pt x="387180" y="1514257"/>
                  </a:lnTo>
                  <a:lnTo>
                    <a:pt x="373829" y="1521490"/>
                  </a:lnTo>
                  <a:lnTo>
                    <a:pt x="360478" y="1528513"/>
                  </a:lnTo>
                  <a:lnTo>
                    <a:pt x="347127" y="1535333"/>
                  </a:lnTo>
                  <a:lnTo>
                    <a:pt x="333776" y="1541956"/>
                  </a:lnTo>
                  <a:lnTo>
                    <a:pt x="320425" y="1548387"/>
                  </a:lnTo>
                  <a:lnTo>
                    <a:pt x="307074" y="1554632"/>
                  </a:lnTo>
                  <a:lnTo>
                    <a:pt x="293723" y="1560695"/>
                  </a:lnTo>
                  <a:lnTo>
                    <a:pt x="280372" y="1566582"/>
                  </a:lnTo>
                  <a:lnTo>
                    <a:pt x="267021" y="1572299"/>
                  </a:lnTo>
                  <a:lnTo>
                    <a:pt x="253670" y="1577849"/>
                  </a:lnTo>
                  <a:lnTo>
                    <a:pt x="240319" y="1583237"/>
                  </a:lnTo>
                  <a:lnTo>
                    <a:pt x="226968" y="1588469"/>
                  </a:lnTo>
                  <a:lnTo>
                    <a:pt x="213617" y="1593548"/>
                  </a:lnTo>
                  <a:lnTo>
                    <a:pt x="200266" y="1598480"/>
                  </a:lnTo>
                  <a:lnTo>
                    <a:pt x="186914" y="1603267"/>
                  </a:lnTo>
                  <a:lnTo>
                    <a:pt x="173563" y="1607915"/>
                  </a:lnTo>
                  <a:lnTo>
                    <a:pt x="160212" y="1612428"/>
                  </a:lnTo>
                  <a:lnTo>
                    <a:pt x="146861" y="1616809"/>
                  </a:lnTo>
                  <a:lnTo>
                    <a:pt x="133510" y="1621061"/>
                  </a:lnTo>
                  <a:lnTo>
                    <a:pt x="120159" y="1625190"/>
                  </a:lnTo>
                  <a:lnTo>
                    <a:pt x="106808" y="1629198"/>
                  </a:lnTo>
                  <a:lnTo>
                    <a:pt x="93457" y="1633089"/>
                  </a:lnTo>
                  <a:lnTo>
                    <a:pt x="80106" y="1636866"/>
                  </a:lnTo>
                  <a:lnTo>
                    <a:pt x="66755" y="1640533"/>
                  </a:lnTo>
                  <a:lnTo>
                    <a:pt x="53404" y="1644092"/>
                  </a:lnTo>
                  <a:lnTo>
                    <a:pt x="40053" y="1647547"/>
                  </a:lnTo>
                  <a:lnTo>
                    <a:pt x="26702" y="1650901"/>
                  </a:lnTo>
                  <a:lnTo>
                    <a:pt x="13351" y="1654157"/>
                  </a:lnTo>
                  <a:lnTo>
                    <a:pt x="0" y="1657318"/>
                  </a:lnTo>
                  <a:lnTo>
                    <a:pt x="0" y="1657318"/>
                  </a:lnTo>
                  <a:lnTo>
                    <a:pt x="0" y="165731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012852" y="978655"/>
              <a:ext cx="3991969" cy="1653576"/>
            </a:xfrm>
            <a:custGeom>
              <a:avLst/>
              <a:pathLst>
                <a:path w="3991969" h="1653576">
                  <a:moveTo>
                    <a:pt x="0" y="1653576"/>
                  </a:moveTo>
                  <a:lnTo>
                    <a:pt x="13351" y="1647685"/>
                  </a:lnTo>
                  <a:lnTo>
                    <a:pt x="26702" y="1641718"/>
                  </a:lnTo>
                  <a:lnTo>
                    <a:pt x="40053" y="1635674"/>
                  </a:lnTo>
                  <a:lnTo>
                    <a:pt x="53404" y="1629551"/>
                  </a:lnTo>
                  <a:lnTo>
                    <a:pt x="66755" y="1623348"/>
                  </a:lnTo>
                  <a:lnTo>
                    <a:pt x="80106" y="1617065"/>
                  </a:lnTo>
                  <a:lnTo>
                    <a:pt x="93457" y="1610700"/>
                  </a:lnTo>
                  <a:lnTo>
                    <a:pt x="106808" y="1604252"/>
                  </a:lnTo>
                  <a:lnTo>
                    <a:pt x="120159" y="1597721"/>
                  </a:lnTo>
                  <a:lnTo>
                    <a:pt x="133510" y="1591105"/>
                  </a:lnTo>
                  <a:lnTo>
                    <a:pt x="146861" y="1584402"/>
                  </a:lnTo>
                  <a:lnTo>
                    <a:pt x="160212" y="1577613"/>
                  </a:lnTo>
                  <a:lnTo>
                    <a:pt x="173563" y="1570735"/>
                  </a:lnTo>
                  <a:lnTo>
                    <a:pt x="186914" y="1563768"/>
                  </a:lnTo>
                  <a:lnTo>
                    <a:pt x="200266" y="1556711"/>
                  </a:lnTo>
                  <a:lnTo>
                    <a:pt x="213617" y="1549562"/>
                  </a:lnTo>
                  <a:lnTo>
                    <a:pt x="226968" y="1542320"/>
                  </a:lnTo>
                  <a:lnTo>
                    <a:pt x="240319" y="1534983"/>
                  </a:lnTo>
                  <a:lnTo>
                    <a:pt x="253670" y="1527552"/>
                  </a:lnTo>
                  <a:lnTo>
                    <a:pt x="267021" y="1520024"/>
                  </a:lnTo>
                  <a:lnTo>
                    <a:pt x="280372" y="1512398"/>
                  </a:lnTo>
                  <a:lnTo>
                    <a:pt x="293723" y="1504673"/>
                  </a:lnTo>
                  <a:lnTo>
                    <a:pt x="307074" y="1496848"/>
                  </a:lnTo>
                  <a:lnTo>
                    <a:pt x="320425" y="1488920"/>
                  </a:lnTo>
                  <a:lnTo>
                    <a:pt x="333776" y="1480890"/>
                  </a:lnTo>
                  <a:lnTo>
                    <a:pt x="347127" y="1472756"/>
                  </a:lnTo>
                  <a:lnTo>
                    <a:pt x="360478" y="1464516"/>
                  </a:lnTo>
                  <a:lnTo>
                    <a:pt x="373829" y="1456168"/>
                  </a:lnTo>
                  <a:lnTo>
                    <a:pt x="387180" y="1447713"/>
                  </a:lnTo>
                  <a:lnTo>
                    <a:pt x="400532" y="1439147"/>
                  </a:lnTo>
                  <a:lnTo>
                    <a:pt x="413883" y="1430470"/>
                  </a:lnTo>
                  <a:lnTo>
                    <a:pt x="427234" y="1421681"/>
                  </a:lnTo>
                  <a:lnTo>
                    <a:pt x="440585" y="1412778"/>
                  </a:lnTo>
                  <a:lnTo>
                    <a:pt x="453936" y="1403762"/>
                  </a:lnTo>
                  <a:lnTo>
                    <a:pt x="467287" y="1394632"/>
                  </a:lnTo>
                  <a:lnTo>
                    <a:pt x="480638" y="1385390"/>
                  </a:lnTo>
                  <a:lnTo>
                    <a:pt x="493989" y="1376034"/>
                  </a:lnTo>
                  <a:lnTo>
                    <a:pt x="507340" y="1366566"/>
                  </a:lnTo>
                  <a:lnTo>
                    <a:pt x="520691" y="1356985"/>
                  </a:lnTo>
                  <a:lnTo>
                    <a:pt x="534042" y="1347292"/>
                  </a:lnTo>
                  <a:lnTo>
                    <a:pt x="547393" y="1337488"/>
                  </a:lnTo>
                  <a:lnTo>
                    <a:pt x="560744" y="1327572"/>
                  </a:lnTo>
                  <a:lnTo>
                    <a:pt x="574095" y="1317546"/>
                  </a:lnTo>
                  <a:lnTo>
                    <a:pt x="587446" y="1307409"/>
                  </a:lnTo>
                  <a:lnTo>
                    <a:pt x="600798" y="1297164"/>
                  </a:lnTo>
                  <a:lnTo>
                    <a:pt x="614149" y="1286810"/>
                  </a:lnTo>
                  <a:lnTo>
                    <a:pt x="627500" y="1276348"/>
                  </a:lnTo>
                  <a:lnTo>
                    <a:pt x="640851" y="1265780"/>
                  </a:lnTo>
                  <a:lnTo>
                    <a:pt x="654202" y="1255107"/>
                  </a:lnTo>
                  <a:lnTo>
                    <a:pt x="667553" y="1244329"/>
                  </a:lnTo>
                  <a:lnTo>
                    <a:pt x="680904" y="1233448"/>
                  </a:lnTo>
                  <a:lnTo>
                    <a:pt x="694255" y="1222465"/>
                  </a:lnTo>
                  <a:lnTo>
                    <a:pt x="707606" y="1211382"/>
                  </a:lnTo>
                  <a:lnTo>
                    <a:pt x="720957" y="1200200"/>
                  </a:lnTo>
                  <a:lnTo>
                    <a:pt x="734308" y="1188921"/>
                  </a:lnTo>
                  <a:lnTo>
                    <a:pt x="747659" y="1177546"/>
                  </a:lnTo>
                  <a:lnTo>
                    <a:pt x="761010" y="1166078"/>
                  </a:lnTo>
                  <a:lnTo>
                    <a:pt x="774361" y="1154519"/>
                  </a:lnTo>
                  <a:lnTo>
                    <a:pt x="787712" y="1142870"/>
                  </a:lnTo>
                  <a:lnTo>
                    <a:pt x="801064" y="1131133"/>
                  </a:lnTo>
                  <a:lnTo>
                    <a:pt x="814415" y="1119311"/>
                  </a:lnTo>
                  <a:lnTo>
                    <a:pt x="827766" y="1107407"/>
                  </a:lnTo>
                  <a:lnTo>
                    <a:pt x="841117" y="1095423"/>
                  </a:lnTo>
                  <a:lnTo>
                    <a:pt x="854468" y="1083361"/>
                  </a:lnTo>
                  <a:lnTo>
                    <a:pt x="867819" y="1071224"/>
                  </a:lnTo>
                  <a:lnTo>
                    <a:pt x="881170" y="1059015"/>
                  </a:lnTo>
                  <a:lnTo>
                    <a:pt x="894521" y="1046738"/>
                  </a:lnTo>
                  <a:lnTo>
                    <a:pt x="907872" y="1034394"/>
                  </a:lnTo>
                  <a:lnTo>
                    <a:pt x="921223" y="1021988"/>
                  </a:lnTo>
                  <a:lnTo>
                    <a:pt x="934574" y="1009524"/>
                  </a:lnTo>
                  <a:lnTo>
                    <a:pt x="947925" y="997003"/>
                  </a:lnTo>
                  <a:lnTo>
                    <a:pt x="961276" y="984431"/>
                  </a:lnTo>
                  <a:lnTo>
                    <a:pt x="974627" y="971810"/>
                  </a:lnTo>
                  <a:lnTo>
                    <a:pt x="987978" y="959145"/>
                  </a:lnTo>
                  <a:lnTo>
                    <a:pt x="1001330" y="946440"/>
                  </a:lnTo>
                  <a:lnTo>
                    <a:pt x="1014681" y="933699"/>
                  </a:lnTo>
                  <a:lnTo>
                    <a:pt x="1028032" y="920926"/>
                  </a:lnTo>
                  <a:lnTo>
                    <a:pt x="1041383" y="908126"/>
                  </a:lnTo>
                  <a:lnTo>
                    <a:pt x="1054734" y="895303"/>
                  </a:lnTo>
                  <a:lnTo>
                    <a:pt x="1068085" y="882463"/>
                  </a:lnTo>
                  <a:lnTo>
                    <a:pt x="1081436" y="869609"/>
                  </a:lnTo>
                  <a:lnTo>
                    <a:pt x="1094787" y="856747"/>
                  </a:lnTo>
                  <a:lnTo>
                    <a:pt x="1108138" y="843881"/>
                  </a:lnTo>
                  <a:lnTo>
                    <a:pt x="1121489" y="831019"/>
                  </a:lnTo>
                  <a:lnTo>
                    <a:pt x="1134840" y="818163"/>
                  </a:lnTo>
                  <a:lnTo>
                    <a:pt x="1148191" y="805321"/>
                  </a:lnTo>
                  <a:lnTo>
                    <a:pt x="1161542" y="792498"/>
                  </a:lnTo>
                  <a:lnTo>
                    <a:pt x="1174893" y="779699"/>
                  </a:lnTo>
                  <a:lnTo>
                    <a:pt x="1188244" y="766930"/>
                  </a:lnTo>
                  <a:lnTo>
                    <a:pt x="1201596" y="754198"/>
                  </a:lnTo>
                  <a:lnTo>
                    <a:pt x="1214947" y="741509"/>
                  </a:lnTo>
                  <a:lnTo>
                    <a:pt x="1228298" y="728868"/>
                  </a:lnTo>
                  <a:lnTo>
                    <a:pt x="1241649" y="716283"/>
                  </a:lnTo>
                  <a:lnTo>
                    <a:pt x="1255000" y="703759"/>
                  </a:lnTo>
                  <a:lnTo>
                    <a:pt x="1268351" y="691304"/>
                  </a:lnTo>
                  <a:lnTo>
                    <a:pt x="1281702" y="678924"/>
                  </a:lnTo>
                  <a:lnTo>
                    <a:pt x="1295053" y="666626"/>
                  </a:lnTo>
                  <a:lnTo>
                    <a:pt x="1308404" y="654417"/>
                  </a:lnTo>
                  <a:lnTo>
                    <a:pt x="1321755" y="642303"/>
                  </a:lnTo>
                  <a:lnTo>
                    <a:pt x="1335106" y="630293"/>
                  </a:lnTo>
                  <a:lnTo>
                    <a:pt x="1348457" y="618393"/>
                  </a:lnTo>
                  <a:lnTo>
                    <a:pt x="1361808" y="606610"/>
                  </a:lnTo>
                  <a:lnTo>
                    <a:pt x="1375159" y="594952"/>
                  </a:lnTo>
                  <a:lnTo>
                    <a:pt x="1388510" y="583424"/>
                  </a:lnTo>
                  <a:lnTo>
                    <a:pt x="1401862" y="572026"/>
                  </a:lnTo>
                  <a:lnTo>
                    <a:pt x="1415213" y="560760"/>
                  </a:lnTo>
                  <a:lnTo>
                    <a:pt x="1428564" y="549628"/>
                  </a:lnTo>
                  <a:lnTo>
                    <a:pt x="1441915" y="538632"/>
                  </a:lnTo>
                  <a:lnTo>
                    <a:pt x="1455266" y="527771"/>
                  </a:lnTo>
                  <a:lnTo>
                    <a:pt x="1468617" y="517049"/>
                  </a:lnTo>
                  <a:lnTo>
                    <a:pt x="1481968" y="506465"/>
                  </a:lnTo>
                  <a:lnTo>
                    <a:pt x="1495319" y="496020"/>
                  </a:lnTo>
                  <a:lnTo>
                    <a:pt x="1508670" y="485716"/>
                  </a:lnTo>
                  <a:lnTo>
                    <a:pt x="1522021" y="475553"/>
                  </a:lnTo>
                  <a:lnTo>
                    <a:pt x="1535372" y="465532"/>
                  </a:lnTo>
                  <a:lnTo>
                    <a:pt x="1548723" y="455653"/>
                  </a:lnTo>
                  <a:lnTo>
                    <a:pt x="1562074" y="445917"/>
                  </a:lnTo>
                  <a:lnTo>
                    <a:pt x="1575425" y="436324"/>
                  </a:lnTo>
                  <a:lnTo>
                    <a:pt x="1588776" y="426874"/>
                  </a:lnTo>
                  <a:lnTo>
                    <a:pt x="1602128" y="417567"/>
                  </a:lnTo>
                  <a:lnTo>
                    <a:pt x="1615479" y="408404"/>
                  </a:lnTo>
                  <a:lnTo>
                    <a:pt x="1628830" y="399384"/>
                  </a:lnTo>
                  <a:lnTo>
                    <a:pt x="1642181" y="390507"/>
                  </a:lnTo>
                  <a:lnTo>
                    <a:pt x="1655532" y="381774"/>
                  </a:lnTo>
                  <a:lnTo>
                    <a:pt x="1668883" y="373182"/>
                  </a:lnTo>
                  <a:lnTo>
                    <a:pt x="1682234" y="364733"/>
                  </a:lnTo>
                  <a:lnTo>
                    <a:pt x="1695585" y="356426"/>
                  </a:lnTo>
                  <a:lnTo>
                    <a:pt x="1708936" y="348259"/>
                  </a:lnTo>
                  <a:lnTo>
                    <a:pt x="1722287" y="340233"/>
                  </a:lnTo>
                  <a:lnTo>
                    <a:pt x="1735638" y="332346"/>
                  </a:lnTo>
                  <a:lnTo>
                    <a:pt x="1748989" y="324597"/>
                  </a:lnTo>
                  <a:lnTo>
                    <a:pt x="1762340" y="316986"/>
                  </a:lnTo>
                  <a:lnTo>
                    <a:pt x="1775691" y="309512"/>
                  </a:lnTo>
                  <a:lnTo>
                    <a:pt x="1789042" y="302172"/>
                  </a:lnTo>
                  <a:lnTo>
                    <a:pt x="1802394" y="294967"/>
                  </a:lnTo>
                  <a:lnTo>
                    <a:pt x="1815745" y="287895"/>
                  </a:lnTo>
                  <a:lnTo>
                    <a:pt x="1829096" y="280954"/>
                  </a:lnTo>
                  <a:lnTo>
                    <a:pt x="1842447" y="274143"/>
                  </a:lnTo>
                  <a:lnTo>
                    <a:pt x="1855798" y="267460"/>
                  </a:lnTo>
                  <a:lnTo>
                    <a:pt x="1869149" y="260904"/>
                  </a:lnTo>
                  <a:lnTo>
                    <a:pt x="1882500" y="254473"/>
                  </a:lnTo>
                  <a:lnTo>
                    <a:pt x="1895851" y="248166"/>
                  </a:lnTo>
                  <a:lnTo>
                    <a:pt x="1909202" y="241980"/>
                  </a:lnTo>
                  <a:lnTo>
                    <a:pt x="1922553" y="235913"/>
                  </a:lnTo>
                  <a:lnTo>
                    <a:pt x="1935904" y="229965"/>
                  </a:lnTo>
                  <a:lnTo>
                    <a:pt x="1949255" y="224132"/>
                  </a:lnTo>
                  <a:lnTo>
                    <a:pt x="1962606" y="218412"/>
                  </a:lnTo>
                  <a:lnTo>
                    <a:pt x="1975957" y="212805"/>
                  </a:lnTo>
                  <a:lnTo>
                    <a:pt x="1989309" y="207306"/>
                  </a:lnTo>
                  <a:lnTo>
                    <a:pt x="2002660" y="201914"/>
                  </a:lnTo>
                  <a:lnTo>
                    <a:pt x="2016011" y="196627"/>
                  </a:lnTo>
                  <a:lnTo>
                    <a:pt x="2029362" y="191443"/>
                  </a:lnTo>
                  <a:lnTo>
                    <a:pt x="2042713" y="186358"/>
                  </a:lnTo>
                  <a:lnTo>
                    <a:pt x="2056064" y="181371"/>
                  </a:lnTo>
                  <a:lnTo>
                    <a:pt x="2069415" y="176479"/>
                  </a:lnTo>
                  <a:lnTo>
                    <a:pt x="2082766" y="171680"/>
                  </a:lnTo>
                  <a:lnTo>
                    <a:pt x="2096117" y="166973"/>
                  </a:lnTo>
                  <a:lnTo>
                    <a:pt x="2109468" y="162358"/>
                  </a:lnTo>
                  <a:lnTo>
                    <a:pt x="2122819" y="157834"/>
                  </a:lnTo>
                  <a:lnTo>
                    <a:pt x="2136170" y="153401"/>
                  </a:lnTo>
                  <a:lnTo>
                    <a:pt x="2149521" y="149058"/>
                  </a:lnTo>
                  <a:lnTo>
                    <a:pt x="2162872" y="144805"/>
                  </a:lnTo>
                  <a:lnTo>
                    <a:pt x="2176223" y="140641"/>
                  </a:lnTo>
                  <a:lnTo>
                    <a:pt x="2189575" y="136566"/>
                  </a:lnTo>
                  <a:lnTo>
                    <a:pt x="2202926" y="132578"/>
                  </a:lnTo>
                  <a:lnTo>
                    <a:pt x="2216277" y="128678"/>
                  </a:lnTo>
                  <a:lnTo>
                    <a:pt x="2229628" y="124864"/>
                  </a:lnTo>
                  <a:lnTo>
                    <a:pt x="2242979" y="121136"/>
                  </a:lnTo>
                  <a:lnTo>
                    <a:pt x="2256330" y="117493"/>
                  </a:lnTo>
                  <a:lnTo>
                    <a:pt x="2269681" y="113935"/>
                  </a:lnTo>
                  <a:lnTo>
                    <a:pt x="2283032" y="110460"/>
                  </a:lnTo>
                  <a:lnTo>
                    <a:pt x="2296383" y="107068"/>
                  </a:lnTo>
                  <a:lnTo>
                    <a:pt x="2309734" y="103758"/>
                  </a:lnTo>
                  <a:lnTo>
                    <a:pt x="2323085" y="100529"/>
                  </a:lnTo>
                  <a:lnTo>
                    <a:pt x="2336436" y="97381"/>
                  </a:lnTo>
                  <a:lnTo>
                    <a:pt x="2349787" y="94312"/>
                  </a:lnTo>
                  <a:lnTo>
                    <a:pt x="2363138" y="91322"/>
                  </a:lnTo>
                  <a:lnTo>
                    <a:pt x="2376489" y="88410"/>
                  </a:lnTo>
                  <a:lnTo>
                    <a:pt x="2389841" y="85575"/>
                  </a:lnTo>
                  <a:lnTo>
                    <a:pt x="2403192" y="82815"/>
                  </a:lnTo>
                  <a:lnTo>
                    <a:pt x="2416543" y="80131"/>
                  </a:lnTo>
                  <a:lnTo>
                    <a:pt x="2429894" y="77521"/>
                  </a:lnTo>
                  <a:lnTo>
                    <a:pt x="2443245" y="74983"/>
                  </a:lnTo>
                  <a:lnTo>
                    <a:pt x="2456596" y="72519"/>
                  </a:lnTo>
                  <a:lnTo>
                    <a:pt x="2469947" y="70125"/>
                  </a:lnTo>
                  <a:lnTo>
                    <a:pt x="2483298" y="67801"/>
                  </a:lnTo>
                  <a:lnTo>
                    <a:pt x="2496649" y="65547"/>
                  </a:lnTo>
                  <a:lnTo>
                    <a:pt x="2510000" y="63361"/>
                  </a:lnTo>
                  <a:lnTo>
                    <a:pt x="2523351" y="61241"/>
                  </a:lnTo>
                  <a:lnTo>
                    <a:pt x="2536702" y="59188"/>
                  </a:lnTo>
                  <a:lnTo>
                    <a:pt x="2550053" y="57200"/>
                  </a:lnTo>
                  <a:lnTo>
                    <a:pt x="2563404" y="55276"/>
                  </a:lnTo>
                  <a:lnTo>
                    <a:pt x="2576755" y="53415"/>
                  </a:lnTo>
                  <a:lnTo>
                    <a:pt x="2590107" y="51615"/>
                  </a:lnTo>
                  <a:lnTo>
                    <a:pt x="2603458" y="49876"/>
                  </a:lnTo>
                  <a:lnTo>
                    <a:pt x="2616809" y="48196"/>
                  </a:lnTo>
                  <a:lnTo>
                    <a:pt x="2630160" y="46575"/>
                  </a:lnTo>
                  <a:lnTo>
                    <a:pt x="2643511" y="45011"/>
                  </a:lnTo>
                  <a:lnTo>
                    <a:pt x="2656862" y="43503"/>
                  </a:lnTo>
                  <a:lnTo>
                    <a:pt x="2670213" y="42050"/>
                  </a:lnTo>
                  <a:lnTo>
                    <a:pt x="2683564" y="40651"/>
                  </a:lnTo>
                  <a:lnTo>
                    <a:pt x="2696915" y="39305"/>
                  </a:lnTo>
                  <a:lnTo>
                    <a:pt x="2710266" y="38010"/>
                  </a:lnTo>
                  <a:lnTo>
                    <a:pt x="2723617" y="36765"/>
                  </a:lnTo>
                  <a:lnTo>
                    <a:pt x="2736968" y="35569"/>
                  </a:lnTo>
                  <a:lnTo>
                    <a:pt x="2750319" y="34421"/>
                  </a:lnTo>
                  <a:lnTo>
                    <a:pt x="2763670" y="33320"/>
                  </a:lnTo>
                  <a:lnTo>
                    <a:pt x="2777021" y="32265"/>
                  </a:lnTo>
                  <a:lnTo>
                    <a:pt x="2790373" y="31253"/>
                  </a:lnTo>
                  <a:lnTo>
                    <a:pt x="2803724" y="30285"/>
                  </a:lnTo>
                  <a:lnTo>
                    <a:pt x="2817075" y="29358"/>
                  </a:lnTo>
                  <a:lnTo>
                    <a:pt x="2830426" y="28472"/>
                  </a:lnTo>
                  <a:lnTo>
                    <a:pt x="2843777" y="27625"/>
                  </a:lnTo>
                  <a:lnTo>
                    <a:pt x="2857128" y="26817"/>
                  </a:lnTo>
                  <a:lnTo>
                    <a:pt x="2870479" y="26045"/>
                  </a:lnTo>
                  <a:lnTo>
                    <a:pt x="2883830" y="25309"/>
                  </a:lnTo>
                  <a:lnTo>
                    <a:pt x="2897181" y="24608"/>
                  </a:lnTo>
                  <a:lnTo>
                    <a:pt x="2910532" y="23939"/>
                  </a:lnTo>
                  <a:lnTo>
                    <a:pt x="2923883" y="23302"/>
                  </a:lnTo>
                  <a:lnTo>
                    <a:pt x="2937234" y="22696"/>
                  </a:lnTo>
                  <a:lnTo>
                    <a:pt x="2950585" y="22120"/>
                  </a:lnTo>
                  <a:lnTo>
                    <a:pt x="2963936" y="21571"/>
                  </a:lnTo>
                  <a:lnTo>
                    <a:pt x="2977287" y="21049"/>
                  </a:lnTo>
                  <a:lnTo>
                    <a:pt x="2990639" y="20553"/>
                  </a:lnTo>
                  <a:lnTo>
                    <a:pt x="3003990" y="20081"/>
                  </a:lnTo>
                  <a:lnTo>
                    <a:pt x="3017341" y="19632"/>
                  </a:lnTo>
                  <a:lnTo>
                    <a:pt x="3030692" y="19205"/>
                  </a:lnTo>
                  <a:lnTo>
                    <a:pt x="3044043" y="18798"/>
                  </a:lnTo>
                  <a:lnTo>
                    <a:pt x="3057394" y="18410"/>
                  </a:lnTo>
                  <a:lnTo>
                    <a:pt x="3070745" y="18041"/>
                  </a:lnTo>
                  <a:lnTo>
                    <a:pt x="3084096" y="17687"/>
                  </a:lnTo>
                  <a:lnTo>
                    <a:pt x="3097447" y="17350"/>
                  </a:lnTo>
                  <a:lnTo>
                    <a:pt x="3110798" y="17026"/>
                  </a:lnTo>
                  <a:lnTo>
                    <a:pt x="3124149" y="16715"/>
                  </a:lnTo>
                  <a:lnTo>
                    <a:pt x="3137500" y="16415"/>
                  </a:lnTo>
                  <a:lnTo>
                    <a:pt x="3150851" y="16126"/>
                  </a:lnTo>
                  <a:lnTo>
                    <a:pt x="3164202" y="15845"/>
                  </a:lnTo>
                  <a:lnTo>
                    <a:pt x="3177553" y="15573"/>
                  </a:lnTo>
                  <a:lnTo>
                    <a:pt x="3190905" y="15306"/>
                  </a:lnTo>
                  <a:lnTo>
                    <a:pt x="3204256" y="15044"/>
                  </a:lnTo>
                  <a:lnTo>
                    <a:pt x="3217607" y="14787"/>
                  </a:lnTo>
                  <a:lnTo>
                    <a:pt x="3230958" y="14531"/>
                  </a:lnTo>
                  <a:lnTo>
                    <a:pt x="3244309" y="14277"/>
                  </a:lnTo>
                  <a:lnTo>
                    <a:pt x="3257660" y="14023"/>
                  </a:lnTo>
                  <a:lnTo>
                    <a:pt x="3271011" y="13769"/>
                  </a:lnTo>
                  <a:lnTo>
                    <a:pt x="3284362" y="13515"/>
                  </a:lnTo>
                  <a:lnTo>
                    <a:pt x="3297713" y="13260"/>
                  </a:lnTo>
                  <a:lnTo>
                    <a:pt x="3311064" y="13006"/>
                  </a:lnTo>
                  <a:lnTo>
                    <a:pt x="3324415" y="12752"/>
                  </a:lnTo>
                  <a:lnTo>
                    <a:pt x="3337766" y="12498"/>
                  </a:lnTo>
                  <a:lnTo>
                    <a:pt x="3351117" y="12243"/>
                  </a:lnTo>
                  <a:lnTo>
                    <a:pt x="3364468" y="11989"/>
                  </a:lnTo>
                  <a:lnTo>
                    <a:pt x="3377819" y="11735"/>
                  </a:lnTo>
                  <a:lnTo>
                    <a:pt x="3391171" y="11480"/>
                  </a:lnTo>
                  <a:lnTo>
                    <a:pt x="3404522" y="11226"/>
                  </a:lnTo>
                  <a:lnTo>
                    <a:pt x="3417873" y="10971"/>
                  </a:lnTo>
                  <a:lnTo>
                    <a:pt x="3431224" y="10717"/>
                  </a:lnTo>
                  <a:lnTo>
                    <a:pt x="3444575" y="10462"/>
                  </a:lnTo>
                  <a:lnTo>
                    <a:pt x="3457926" y="10208"/>
                  </a:lnTo>
                  <a:lnTo>
                    <a:pt x="3471277" y="9953"/>
                  </a:lnTo>
                  <a:lnTo>
                    <a:pt x="3484628" y="9698"/>
                  </a:lnTo>
                  <a:lnTo>
                    <a:pt x="3497979" y="9444"/>
                  </a:lnTo>
                  <a:lnTo>
                    <a:pt x="3511330" y="9189"/>
                  </a:lnTo>
                  <a:lnTo>
                    <a:pt x="3524681" y="8934"/>
                  </a:lnTo>
                  <a:lnTo>
                    <a:pt x="3538032" y="8680"/>
                  </a:lnTo>
                  <a:lnTo>
                    <a:pt x="3551383" y="8425"/>
                  </a:lnTo>
                  <a:lnTo>
                    <a:pt x="3564734" y="8170"/>
                  </a:lnTo>
                  <a:lnTo>
                    <a:pt x="3578085" y="7915"/>
                  </a:lnTo>
                  <a:lnTo>
                    <a:pt x="3591437" y="7660"/>
                  </a:lnTo>
                  <a:lnTo>
                    <a:pt x="3604788" y="7405"/>
                  </a:lnTo>
                  <a:lnTo>
                    <a:pt x="3618139" y="7150"/>
                  </a:lnTo>
                  <a:lnTo>
                    <a:pt x="3631490" y="6895"/>
                  </a:lnTo>
                  <a:lnTo>
                    <a:pt x="3644841" y="6640"/>
                  </a:lnTo>
                  <a:lnTo>
                    <a:pt x="3658192" y="6385"/>
                  </a:lnTo>
                  <a:lnTo>
                    <a:pt x="3671543" y="6130"/>
                  </a:lnTo>
                  <a:lnTo>
                    <a:pt x="3684894" y="5875"/>
                  </a:lnTo>
                  <a:lnTo>
                    <a:pt x="3698245" y="5620"/>
                  </a:lnTo>
                  <a:lnTo>
                    <a:pt x="3711596" y="5365"/>
                  </a:lnTo>
                  <a:lnTo>
                    <a:pt x="3724947" y="5110"/>
                  </a:lnTo>
                  <a:lnTo>
                    <a:pt x="3738298" y="4855"/>
                  </a:lnTo>
                  <a:lnTo>
                    <a:pt x="3751649" y="4599"/>
                  </a:lnTo>
                  <a:lnTo>
                    <a:pt x="3765000" y="4344"/>
                  </a:lnTo>
                  <a:lnTo>
                    <a:pt x="3778352" y="4089"/>
                  </a:lnTo>
                  <a:lnTo>
                    <a:pt x="3791703" y="3833"/>
                  </a:lnTo>
                  <a:lnTo>
                    <a:pt x="3805054" y="3578"/>
                  </a:lnTo>
                  <a:lnTo>
                    <a:pt x="3818405" y="3323"/>
                  </a:lnTo>
                  <a:lnTo>
                    <a:pt x="3831756" y="3067"/>
                  </a:lnTo>
                  <a:lnTo>
                    <a:pt x="3845107" y="2812"/>
                  </a:lnTo>
                  <a:lnTo>
                    <a:pt x="3858458" y="2556"/>
                  </a:lnTo>
                  <a:lnTo>
                    <a:pt x="3871809" y="2301"/>
                  </a:lnTo>
                  <a:lnTo>
                    <a:pt x="3885160" y="2045"/>
                  </a:lnTo>
                  <a:lnTo>
                    <a:pt x="3898511" y="1790"/>
                  </a:lnTo>
                  <a:lnTo>
                    <a:pt x="3911862" y="1534"/>
                  </a:lnTo>
                  <a:lnTo>
                    <a:pt x="3925213" y="1278"/>
                  </a:lnTo>
                  <a:lnTo>
                    <a:pt x="3938564" y="1023"/>
                  </a:lnTo>
                  <a:lnTo>
                    <a:pt x="3951915" y="767"/>
                  </a:lnTo>
                  <a:lnTo>
                    <a:pt x="3965266" y="511"/>
                  </a:lnTo>
                  <a:lnTo>
                    <a:pt x="3978618" y="255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012852" y="132332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5012852" y="139178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4772554" y="233360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772554" y="1628720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772554" y="923838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772554" y="218956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1.6</a:t>
              </a:r>
            </a:p>
          </p:txBody>
        </p:sp>
        <p:sp>
          <p:nvSpPr>
            <p:cNvPr id="68" name="pl68"/>
            <p:cNvSpPr/>
            <p:nvPr/>
          </p:nvSpPr>
          <p:spPr>
            <a:xfrm>
              <a:off x="4978058" y="23806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978058" y="16757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78058" y="9708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78058" y="2660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011492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19841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385346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5922658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0.6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7109585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8296512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620080" y="3203322"/>
              <a:ext cx="77751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641407" y="3498589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41407" y="618805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41407" y="545568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41407" y="4723308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41407" y="399093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92538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98331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04125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099188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41407" y="582186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41407" y="508949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41407" y="435712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41407" y="362474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145435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1228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57022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62815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41407" y="3498589"/>
              <a:ext cx="3991969" cy="2841995"/>
            </a:xfrm>
            <a:custGeom>
              <a:avLst/>
              <a:pathLst>
                <a:path w="3991969" h="2841995">
                  <a:moveTo>
                    <a:pt x="0" y="159592"/>
                  </a:moveTo>
                  <a:lnTo>
                    <a:pt x="13351" y="178884"/>
                  </a:lnTo>
                  <a:lnTo>
                    <a:pt x="26702" y="198053"/>
                  </a:lnTo>
                  <a:lnTo>
                    <a:pt x="40053" y="217100"/>
                  </a:lnTo>
                  <a:lnTo>
                    <a:pt x="53404" y="236025"/>
                  </a:lnTo>
                  <a:lnTo>
                    <a:pt x="66755" y="254827"/>
                  </a:lnTo>
                  <a:lnTo>
                    <a:pt x="80106" y="273508"/>
                  </a:lnTo>
                  <a:lnTo>
                    <a:pt x="93457" y="292065"/>
                  </a:lnTo>
                  <a:lnTo>
                    <a:pt x="106808" y="310501"/>
                  </a:lnTo>
                  <a:lnTo>
                    <a:pt x="120159" y="328814"/>
                  </a:lnTo>
                  <a:lnTo>
                    <a:pt x="133510" y="347004"/>
                  </a:lnTo>
                  <a:lnTo>
                    <a:pt x="146861" y="365072"/>
                  </a:lnTo>
                  <a:lnTo>
                    <a:pt x="160212" y="383016"/>
                  </a:lnTo>
                  <a:lnTo>
                    <a:pt x="173563" y="400838"/>
                  </a:lnTo>
                  <a:lnTo>
                    <a:pt x="186914" y="418536"/>
                  </a:lnTo>
                  <a:lnTo>
                    <a:pt x="200266" y="436110"/>
                  </a:lnTo>
                  <a:lnTo>
                    <a:pt x="213617" y="453560"/>
                  </a:lnTo>
                  <a:lnTo>
                    <a:pt x="226968" y="470885"/>
                  </a:lnTo>
                  <a:lnTo>
                    <a:pt x="240319" y="488084"/>
                  </a:lnTo>
                  <a:lnTo>
                    <a:pt x="253670" y="505158"/>
                  </a:lnTo>
                  <a:lnTo>
                    <a:pt x="267021" y="522105"/>
                  </a:lnTo>
                  <a:lnTo>
                    <a:pt x="280372" y="538925"/>
                  </a:lnTo>
                  <a:lnTo>
                    <a:pt x="293723" y="555616"/>
                  </a:lnTo>
                  <a:lnTo>
                    <a:pt x="307074" y="572179"/>
                  </a:lnTo>
                  <a:lnTo>
                    <a:pt x="320425" y="588611"/>
                  </a:lnTo>
                  <a:lnTo>
                    <a:pt x="333776" y="604911"/>
                  </a:lnTo>
                  <a:lnTo>
                    <a:pt x="347127" y="621079"/>
                  </a:lnTo>
                  <a:lnTo>
                    <a:pt x="360478" y="637113"/>
                  </a:lnTo>
                  <a:lnTo>
                    <a:pt x="373829" y="653011"/>
                  </a:lnTo>
                  <a:lnTo>
                    <a:pt x="387180" y="668772"/>
                  </a:lnTo>
                  <a:lnTo>
                    <a:pt x="400532" y="684393"/>
                  </a:lnTo>
                  <a:lnTo>
                    <a:pt x="413883" y="699874"/>
                  </a:lnTo>
                  <a:lnTo>
                    <a:pt x="427234" y="715209"/>
                  </a:lnTo>
                  <a:lnTo>
                    <a:pt x="440585" y="730388"/>
                  </a:lnTo>
                  <a:lnTo>
                    <a:pt x="453936" y="745399"/>
                  </a:lnTo>
                  <a:lnTo>
                    <a:pt x="467287" y="760231"/>
                  </a:lnTo>
                  <a:lnTo>
                    <a:pt x="480638" y="774872"/>
                  </a:lnTo>
                  <a:lnTo>
                    <a:pt x="493989" y="789311"/>
                  </a:lnTo>
                  <a:lnTo>
                    <a:pt x="507340" y="803535"/>
                  </a:lnTo>
                  <a:lnTo>
                    <a:pt x="520691" y="817535"/>
                  </a:lnTo>
                  <a:lnTo>
                    <a:pt x="534042" y="831299"/>
                  </a:lnTo>
                  <a:lnTo>
                    <a:pt x="547393" y="844816"/>
                  </a:lnTo>
                  <a:lnTo>
                    <a:pt x="560744" y="858075"/>
                  </a:lnTo>
                  <a:lnTo>
                    <a:pt x="574095" y="871066"/>
                  </a:lnTo>
                  <a:lnTo>
                    <a:pt x="587446" y="883779"/>
                  </a:lnTo>
                  <a:lnTo>
                    <a:pt x="600798" y="896203"/>
                  </a:lnTo>
                  <a:lnTo>
                    <a:pt x="614149" y="908327"/>
                  </a:lnTo>
                  <a:lnTo>
                    <a:pt x="627500" y="920142"/>
                  </a:lnTo>
                  <a:lnTo>
                    <a:pt x="640851" y="931637"/>
                  </a:lnTo>
                  <a:lnTo>
                    <a:pt x="654202" y="942803"/>
                  </a:lnTo>
                  <a:lnTo>
                    <a:pt x="667553" y="953629"/>
                  </a:lnTo>
                  <a:lnTo>
                    <a:pt x="680904" y="964107"/>
                  </a:lnTo>
                  <a:lnTo>
                    <a:pt x="694255" y="974225"/>
                  </a:lnTo>
                  <a:lnTo>
                    <a:pt x="707606" y="983975"/>
                  </a:lnTo>
                  <a:lnTo>
                    <a:pt x="720957" y="993347"/>
                  </a:lnTo>
                  <a:lnTo>
                    <a:pt x="734308" y="1002331"/>
                  </a:lnTo>
                  <a:lnTo>
                    <a:pt x="747659" y="1010920"/>
                  </a:lnTo>
                  <a:lnTo>
                    <a:pt x="761010" y="1019103"/>
                  </a:lnTo>
                  <a:lnTo>
                    <a:pt x="774361" y="1026871"/>
                  </a:lnTo>
                  <a:lnTo>
                    <a:pt x="787712" y="1034217"/>
                  </a:lnTo>
                  <a:lnTo>
                    <a:pt x="801064" y="1041132"/>
                  </a:lnTo>
                  <a:lnTo>
                    <a:pt x="814415" y="1047607"/>
                  </a:lnTo>
                  <a:lnTo>
                    <a:pt x="827766" y="1053636"/>
                  </a:lnTo>
                  <a:lnTo>
                    <a:pt x="841117" y="1059210"/>
                  </a:lnTo>
                  <a:lnTo>
                    <a:pt x="854468" y="1064324"/>
                  </a:lnTo>
                  <a:lnTo>
                    <a:pt x="867819" y="1068970"/>
                  </a:lnTo>
                  <a:lnTo>
                    <a:pt x="881170" y="1073143"/>
                  </a:lnTo>
                  <a:lnTo>
                    <a:pt x="894521" y="1076838"/>
                  </a:lnTo>
                  <a:lnTo>
                    <a:pt x="907872" y="1080051"/>
                  </a:lnTo>
                  <a:lnTo>
                    <a:pt x="921223" y="1082778"/>
                  </a:lnTo>
                  <a:lnTo>
                    <a:pt x="934574" y="1085017"/>
                  </a:lnTo>
                  <a:lnTo>
                    <a:pt x="947925" y="1086767"/>
                  </a:lnTo>
                  <a:lnTo>
                    <a:pt x="961276" y="1088026"/>
                  </a:lnTo>
                  <a:lnTo>
                    <a:pt x="974627" y="1088798"/>
                  </a:lnTo>
                  <a:lnTo>
                    <a:pt x="987978" y="1089083"/>
                  </a:lnTo>
                  <a:lnTo>
                    <a:pt x="1001330" y="1088885"/>
                  </a:lnTo>
                  <a:lnTo>
                    <a:pt x="1014681" y="1088211"/>
                  </a:lnTo>
                  <a:lnTo>
                    <a:pt x="1028032" y="1087066"/>
                  </a:lnTo>
                  <a:lnTo>
                    <a:pt x="1041383" y="1085460"/>
                  </a:lnTo>
                  <a:lnTo>
                    <a:pt x="1054734" y="1083402"/>
                  </a:lnTo>
                  <a:lnTo>
                    <a:pt x="1068085" y="1080905"/>
                  </a:lnTo>
                  <a:lnTo>
                    <a:pt x="1081436" y="1077983"/>
                  </a:lnTo>
                  <a:lnTo>
                    <a:pt x="1094787" y="1074650"/>
                  </a:lnTo>
                  <a:lnTo>
                    <a:pt x="1108138" y="1070924"/>
                  </a:lnTo>
                  <a:lnTo>
                    <a:pt x="1121489" y="1066823"/>
                  </a:lnTo>
                  <a:lnTo>
                    <a:pt x="1134840" y="1062368"/>
                  </a:lnTo>
                  <a:lnTo>
                    <a:pt x="1148191" y="1057580"/>
                  </a:lnTo>
                  <a:lnTo>
                    <a:pt x="1161542" y="1052481"/>
                  </a:lnTo>
                  <a:lnTo>
                    <a:pt x="1174893" y="1047096"/>
                  </a:lnTo>
                  <a:lnTo>
                    <a:pt x="1188244" y="1041450"/>
                  </a:lnTo>
                  <a:lnTo>
                    <a:pt x="1201596" y="1035568"/>
                  </a:lnTo>
                  <a:lnTo>
                    <a:pt x="1214947" y="1029477"/>
                  </a:lnTo>
                  <a:lnTo>
                    <a:pt x="1228298" y="1023205"/>
                  </a:lnTo>
                  <a:lnTo>
                    <a:pt x="1241649" y="1016778"/>
                  </a:lnTo>
                  <a:lnTo>
                    <a:pt x="1255000" y="1010226"/>
                  </a:lnTo>
                  <a:lnTo>
                    <a:pt x="1268351" y="1003575"/>
                  </a:lnTo>
                  <a:lnTo>
                    <a:pt x="1281702" y="996853"/>
                  </a:lnTo>
                  <a:lnTo>
                    <a:pt x="1295053" y="990090"/>
                  </a:lnTo>
                  <a:lnTo>
                    <a:pt x="1308404" y="983312"/>
                  </a:lnTo>
                  <a:lnTo>
                    <a:pt x="1321755" y="976548"/>
                  </a:lnTo>
                  <a:lnTo>
                    <a:pt x="1335106" y="969824"/>
                  </a:lnTo>
                  <a:lnTo>
                    <a:pt x="1348457" y="963166"/>
                  </a:lnTo>
                  <a:lnTo>
                    <a:pt x="1361808" y="956599"/>
                  </a:lnTo>
                  <a:lnTo>
                    <a:pt x="1375159" y="950142"/>
                  </a:lnTo>
                  <a:lnTo>
                    <a:pt x="1388510" y="943814"/>
                  </a:lnTo>
                  <a:lnTo>
                    <a:pt x="1401862" y="937632"/>
                  </a:lnTo>
                  <a:lnTo>
                    <a:pt x="1415213" y="931610"/>
                  </a:lnTo>
                  <a:lnTo>
                    <a:pt x="1428564" y="925762"/>
                  </a:lnTo>
                  <a:lnTo>
                    <a:pt x="1441915" y="920100"/>
                  </a:lnTo>
                  <a:lnTo>
                    <a:pt x="1455266" y="914634"/>
                  </a:lnTo>
                  <a:lnTo>
                    <a:pt x="1468617" y="909375"/>
                  </a:lnTo>
                  <a:lnTo>
                    <a:pt x="1481968" y="904330"/>
                  </a:lnTo>
                  <a:lnTo>
                    <a:pt x="1495319" y="899508"/>
                  </a:lnTo>
                  <a:lnTo>
                    <a:pt x="1508670" y="894913"/>
                  </a:lnTo>
                  <a:lnTo>
                    <a:pt x="1522021" y="890553"/>
                  </a:lnTo>
                  <a:lnTo>
                    <a:pt x="1535372" y="886432"/>
                  </a:lnTo>
                  <a:lnTo>
                    <a:pt x="1548723" y="882553"/>
                  </a:lnTo>
                  <a:lnTo>
                    <a:pt x="1562074" y="878921"/>
                  </a:lnTo>
                  <a:lnTo>
                    <a:pt x="1575425" y="875537"/>
                  </a:lnTo>
                  <a:lnTo>
                    <a:pt x="1588776" y="872404"/>
                  </a:lnTo>
                  <a:lnTo>
                    <a:pt x="1602128" y="869524"/>
                  </a:lnTo>
                  <a:lnTo>
                    <a:pt x="1615479" y="866898"/>
                  </a:lnTo>
                  <a:lnTo>
                    <a:pt x="1628830" y="864526"/>
                  </a:lnTo>
                  <a:lnTo>
                    <a:pt x="1642181" y="862408"/>
                  </a:lnTo>
                  <a:lnTo>
                    <a:pt x="1655532" y="860545"/>
                  </a:lnTo>
                  <a:lnTo>
                    <a:pt x="1668883" y="858935"/>
                  </a:lnTo>
                  <a:lnTo>
                    <a:pt x="1682234" y="838895"/>
                  </a:lnTo>
                  <a:lnTo>
                    <a:pt x="1695585" y="811559"/>
                  </a:lnTo>
                  <a:lnTo>
                    <a:pt x="1708936" y="784094"/>
                  </a:lnTo>
                  <a:lnTo>
                    <a:pt x="1722287" y="756531"/>
                  </a:lnTo>
                  <a:lnTo>
                    <a:pt x="1735638" y="728901"/>
                  </a:lnTo>
                  <a:lnTo>
                    <a:pt x="1748989" y="701239"/>
                  </a:lnTo>
                  <a:lnTo>
                    <a:pt x="1762340" y="673578"/>
                  </a:lnTo>
                  <a:lnTo>
                    <a:pt x="1775691" y="645955"/>
                  </a:lnTo>
                  <a:lnTo>
                    <a:pt x="1789042" y="618406"/>
                  </a:lnTo>
                  <a:lnTo>
                    <a:pt x="1802394" y="590970"/>
                  </a:lnTo>
                  <a:lnTo>
                    <a:pt x="1815745" y="563687"/>
                  </a:lnTo>
                  <a:lnTo>
                    <a:pt x="1829096" y="536597"/>
                  </a:lnTo>
                  <a:lnTo>
                    <a:pt x="1842447" y="509742"/>
                  </a:lnTo>
                  <a:lnTo>
                    <a:pt x="1855798" y="483165"/>
                  </a:lnTo>
                  <a:lnTo>
                    <a:pt x="1869149" y="456910"/>
                  </a:lnTo>
                  <a:lnTo>
                    <a:pt x="1882500" y="431023"/>
                  </a:lnTo>
                  <a:lnTo>
                    <a:pt x="1895851" y="405548"/>
                  </a:lnTo>
                  <a:lnTo>
                    <a:pt x="1909202" y="380534"/>
                  </a:lnTo>
                  <a:lnTo>
                    <a:pt x="1922553" y="356027"/>
                  </a:lnTo>
                  <a:lnTo>
                    <a:pt x="1935904" y="332076"/>
                  </a:lnTo>
                  <a:lnTo>
                    <a:pt x="1949255" y="308731"/>
                  </a:lnTo>
                  <a:lnTo>
                    <a:pt x="1962606" y="286040"/>
                  </a:lnTo>
                  <a:lnTo>
                    <a:pt x="1975957" y="264053"/>
                  </a:lnTo>
                  <a:lnTo>
                    <a:pt x="1989309" y="242822"/>
                  </a:lnTo>
                  <a:lnTo>
                    <a:pt x="2002660" y="222397"/>
                  </a:lnTo>
                  <a:lnTo>
                    <a:pt x="2016011" y="202827"/>
                  </a:lnTo>
                  <a:lnTo>
                    <a:pt x="2029362" y="184164"/>
                  </a:lnTo>
                  <a:lnTo>
                    <a:pt x="2042713" y="166434"/>
                  </a:lnTo>
                  <a:lnTo>
                    <a:pt x="2056064" y="149639"/>
                  </a:lnTo>
                  <a:lnTo>
                    <a:pt x="2069415" y="133777"/>
                  </a:lnTo>
                  <a:lnTo>
                    <a:pt x="2082766" y="118845"/>
                  </a:lnTo>
                  <a:lnTo>
                    <a:pt x="2096117" y="104841"/>
                  </a:lnTo>
                  <a:lnTo>
                    <a:pt x="2109468" y="91758"/>
                  </a:lnTo>
                  <a:lnTo>
                    <a:pt x="2122819" y="79592"/>
                  </a:lnTo>
                  <a:lnTo>
                    <a:pt x="2136170" y="68335"/>
                  </a:lnTo>
                  <a:lnTo>
                    <a:pt x="2149521" y="57980"/>
                  </a:lnTo>
                  <a:lnTo>
                    <a:pt x="2162872" y="48518"/>
                  </a:lnTo>
                  <a:lnTo>
                    <a:pt x="2176223" y="39939"/>
                  </a:lnTo>
                  <a:lnTo>
                    <a:pt x="2189575" y="32233"/>
                  </a:lnTo>
                  <a:lnTo>
                    <a:pt x="2202926" y="25388"/>
                  </a:lnTo>
                  <a:lnTo>
                    <a:pt x="2216277" y="19392"/>
                  </a:lnTo>
                  <a:lnTo>
                    <a:pt x="2229628" y="14232"/>
                  </a:lnTo>
                  <a:lnTo>
                    <a:pt x="2242979" y="9894"/>
                  </a:lnTo>
                  <a:lnTo>
                    <a:pt x="2256330" y="6364"/>
                  </a:lnTo>
                  <a:lnTo>
                    <a:pt x="2269681" y="3625"/>
                  </a:lnTo>
                  <a:lnTo>
                    <a:pt x="2283032" y="1663"/>
                  </a:lnTo>
                  <a:lnTo>
                    <a:pt x="2296383" y="460"/>
                  </a:lnTo>
                  <a:lnTo>
                    <a:pt x="2309734" y="0"/>
                  </a:lnTo>
                  <a:lnTo>
                    <a:pt x="2323085" y="263"/>
                  </a:lnTo>
                  <a:lnTo>
                    <a:pt x="2336436" y="1233"/>
                  </a:lnTo>
                  <a:lnTo>
                    <a:pt x="2349787" y="2891"/>
                  </a:lnTo>
                  <a:lnTo>
                    <a:pt x="2363138" y="5217"/>
                  </a:lnTo>
                  <a:lnTo>
                    <a:pt x="2376489" y="8191"/>
                  </a:lnTo>
                  <a:lnTo>
                    <a:pt x="2389841" y="11794"/>
                  </a:lnTo>
                  <a:lnTo>
                    <a:pt x="2403192" y="16004"/>
                  </a:lnTo>
                  <a:lnTo>
                    <a:pt x="2416543" y="20803"/>
                  </a:lnTo>
                  <a:lnTo>
                    <a:pt x="2429894" y="26168"/>
                  </a:lnTo>
                  <a:lnTo>
                    <a:pt x="2443245" y="32078"/>
                  </a:lnTo>
                  <a:lnTo>
                    <a:pt x="2456596" y="38513"/>
                  </a:lnTo>
                  <a:lnTo>
                    <a:pt x="2469947" y="45451"/>
                  </a:lnTo>
                  <a:lnTo>
                    <a:pt x="2483298" y="52869"/>
                  </a:lnTo>
                  <a:lnTo>
                    <a:pt x="2496649" y="60748"/>
                  </a:lnTo>
                  <a:lnTo>
                    <a:pt x="2510000" y="69064"/>
                  </a:lnTo>
                  <a:lnTo>
                    <a:pt x="2523351" y="77797"/>
                  </a:lnTo>
                  <a:lnTo>
                    <a:pt x="2536702" y="86925"/>
                  </a:lnTo>
                  <a:lnTo>
                    <a:pt x="2550053" y="96427"/>
                  </a:lnTo>
                  <a:lnTo>
                    <a:pt x="2563404" y="106281"/>
                  </a:lnTo>
                  <a:lnTo>
                    <a:pt x="2576755" y="116465"/>
                  </a:lnTo>
                  <a:lnTo>
                    <a:pt x="2590107" y="126960"/>
                  </a:lnTo>
                  <a:lnTo>
                    <a:pt x="2603458" y="137745"/>
                  </a:lnTo>
                  <a:lnTo>
                    <a:pt x="2616809" y="148799"/>
                  </a:lnTo>
                  <a:lnTo>
                    <a:pt x="2630160" y="160101"/>
                  </a:lnTo>
                  <a:lnTo>
                    <a:pt x="2643511" y="171633"/>
                  </a:lnTo>
                  <a:lnTo>
                    <a:pt x="2656862" y="183374"/>
                  </a:lnTo>
                  <a:lnTo>
                    <a:pt x="2670213" y="195307"/>
                  </a:lnTo>
                  <a:lnTo>
                    <a:pt x="2683564" y="207412"/>
                  </a:lnTo>
                  <a:lnTo>
                    <a:pt x="2696915" y="219670"/>
                  </a:lnTo>
                  <a:lnTo>
                    <a:pt x="2710266" y="232066"/>
                  </a:lnTo>
                  <a:lnTo>
                    <a:pt x="2723617" y="244581"/>
                  </a:lnTo>
                  <a:lnTo>
                    <a:pt x="2736968" y="257198"/>
                  </a:lnTo>
                  <a:lnTo>
                    <a:pt x="2750319" y="269902"/>
                  </a:lnTo>
                  <a:lnTo>
                    <a:pt x="2763670" y="282678"/>
                  </a:lnTo>
                  <a:lnTo>
                    <a:pt x="2777021" y="295509"/>
                  </a:lnTo>
                  <a:lnTo>
                    <a:pt x="2790373" y="308383"/>
                  </a:lnTo>
                  <a:lnTo>
                    <a:pt x="2803724" y="321284"/>
                  </a:lnTo>
                  <a:lnTo>
                    <a:pt x="2817075" y="334200"/>
                  </a:lnTo>
                  <a:lnTo>
                    <a:pt x="2830426" y="347119"/>
                  </a:lnTo>
                  <a:lnTo>
                    <a:pt x="2843777" y="360028"/>
                  </a:lnTo>
                  <a:lnTo>
                    <a:pt x="2857128" y="372916"/>
                  </a:lnTo>
                  <a:lnTo>
                    <a:pt x="2870479" y="385772"/>
                  </a:lnTo>
                  <a:lnTo>
                    <a:pt x="2883830" y="398586"/>
                  </a:lnTo>
                  <a:lnTo>
                    <a:pt x="2897181" y="411348"/>
                  </a:lnTo>
                  <a:lnTo>
                    <a:pt x="2910532" y="424050"/>
                  </a:lnTo>
                  <a:lnTo>
                    <a:pt x="2923883" y="436682"/>
                  </a:lnTo>
                  <a:lnTo>
                    <a:pt x="2937234" y="449238"/>
                  </a:lnTo>
                  <a:lnTo>
                    <a:pt x="2950585" y="461709"/>
                  </a:lnTo>
                  <a:lnTo>
                    <a:pt x="2963936" y="474089"/>
                  </a:lnTo>
                  <a:lnTo>
                    <a:pt x="2977287" y="486372"/>
                  </a:lnTo>
                  <a:lnTo>
                    <a:pt x="2990639" y="498551"/>
                  </a:lnTo>
                  <a:lnTo>
                    <a:pt x="3003990" y="510622"/>
                  </a:lnTo>
                  <a:lnTo>
                    <a:pt x="3017341" y="522578"/>
                  </a:lnTo>
                  <a:lnTo>
                    <a:pt x="3030692" y="534417"/>
                  </a:lnTo>
                  <a:lnTo>
                    <a:pt x="3044043" y="546133"/>
                  </a:lnTo>
                  <a:lnTo>
                    <a:pt x="3057394" y="557724"/>
                  </a:lnTo>
                  <a:lnTo>
                    <a:pt x="3070745" y="569185"/>
                  </a:lnTo>
                  <a:lnTo>
                    <a:pt x="3084096" y="580514"/>
                  </a:lnTo>
                  <a:lnTo>
                    <a:pt x="3097447" y="591708"/>
                  </a:lnTo>
                  <a:lnTo>
                    <a:pt x="3110798" y="602764"/>
                  </a:lnTo>
                  <a:lnTo>
                    <a:pt x="3124149" y="613682"/>
                  </a:lnTo>
                  <a:lnTo>
                    <a:pt x="3137500" y="624457"/>
                  </a:lnTo>
                  <a:lnTo>
                    <a:pt x="3150851" y="635090"/>
                  </a:lnTo>
                  <a:lnTo>
                    <a:pt x="3164202" y="645579"/>
                  </a:lnTo>
                  <a:lnTo>
                    <a:pt x="3177553" y="655921"/>
                  </a:lnTo>
                  <a:lnTo>
                    <a:pt x="3190905" y="666118"/>
                  </a:lnTo>
                  <a:lnTo>
                    <a:pt x="3204256" y="676167"/>
                  </a:lnTo>
                  <a:lnTo>
                    <a:pt x="3217607" y="686068"/>
                  </a:lnTo>
                  <a:lnTo>
                    <a:pt x="3230958" y="695824"/>
                  </a:lnTo>
                  <a:lnTo>
                    <a:pt x="3244309" y="705440"/>
                  </a:lnTo>
                  <a:lnTo>
                    <a:pt x="3257660" y="714920"/>
                  </a:lnTo>
                  <a:lnTo>
                    <a:pt x="3271011" y="724269"/>
                  </a:lnTo>
                  <a:lnTo>
                    <a:pt x="3284362" y="733491"/>
                  </a:lnTo>
                  <a:lnTo>
                    <a:pt x="3297713" y="742589"/>
                  </a:lnTo>
                  <a:lnTo>
                    <a:pt x="3311064" y="751569"/>
                  </a:lnTo>
                  <a:lnTo>
                    <a:pt x="3324415" y="760433"/>
                  </a:lnTo>
                  <a:lnTo>
                    <a:pt x="3337766" y="769185"/>
                  </a:lnTo>
                  <a:lnTo>
                    <a:pt x="3351117" y="777829"/>
                  </a:lnTo>
                  <a:lnTo>
                    <a:pt x="3364468" y="786367"/>
                  </a:lnTo>
                  <a:lnTo>
                    <a:pt x="3377819" y="794805"/>
                  </a:lnTo>
                  <a:lnTo>
                    <a:pt x="3391171" y="803143"/>
                  </a:lnTo>
                  <a:lnTo>
                    <a:pt x="3404522" y="811386"/>
                  </a:lnTo>
                  <a:lnTo>
                    <a:pt x="3417873" y="819536"/>
                  </a:lnTo>
                  <a:lnTo>
                    <a:pt x="3431224" y="827596"/>
                  </a:lnTo>
                  <a:lnTo>
                    <a:pt x="3444575" y="835569"/>
                  </a:lnTo>
                  <a:lnTo>
                    <a:pt x="3457926" y="843458"/>
                  </a:lnTo>
                  <a:lnTo>
                    <a:pt x="3471277" y="851264"/>
                  </a:lnTo>
                  <a:lnTo>
                    <a:pt x="3484628" y="858990"/>
                  </a:lnTo>
                  <a:lnTo>
                    <a:pt x="3497979" y="866639"/>
                  </a:lnTo>
                  <a:lnTo>
                    <a:pt x="3511330" y="874212"/>
                  </a:lnTo>
                  <a:lnTo>
                    <a:pt x="3524681" y="881713"/>
                  </a:lnTo>
                  <a:lnTo>
                    <a:pt x="3538032" y="889142"/>
                  </a:lnTo>
                  <a:lnTo>
                    <a:pt x="3551383" y="896502"/>
                  </a:lnTo>
                  <a:lnTo>
                    <a:pt x="3564734" y="903795"/>
                  </a:lnTo>
                  <a:lnTo>
                    <a:pt x="3578085" y="911023"/>
                  </a:lnTo>
                  <a:lnTo>
                    <a:pt x="3591437" y="918187"/>
                  </a:lnTo>
                  <a:lnTo>
                    <a:pt x="3604788" y="925289"/>
                  </a:lnTo>
                  <a:lnTo>
                    <a:pt x="3618139" y="932331"/>
                  </a:lnTo>
                  <a:lnTo>
                    <a:pt x="3631490" y="939314"/>
                  </a:lnTo>
                  <a:lnTo>
                    <a:pt x="3644841" y="946241"/>
                  </a:lnTo>
                  <a:lnTo>
                    <a:pt x="3658192" y="953111"/>
                  </a:lnTo>
                  <a:lnTo>
                    <a:pt x="3671543" y="959927"/>
                  </a:lnTo>
                  <a:lnTo>
                    <a:pt x="3684894" y="966691"/>
                  </a:lnTo>
                  <a:lnTo>
                    <a:pt x="3698245" y="973402"/>
                  </a:lnTo>
                  <a:lnTo>
                    <a:pt x="3711596" y="980064"/>
                  </a:lnTo>
                  <a:lnTo>
                    <a:pt x="3724947" y="986676"/>
                  </a:lnTo>
                  <a:lnTo>
                    <a:pt x="3738298" y="993241"/>
                  </a:lnTo>
                  <a:lnTo>
                    <a:pt x="3751649" y="999759"/>
                  </a:lnTo>
                  <a:lnTo>
                    <a:pt x="3765000" y="1006231"/>
                  </a:lnTo>
                  <a:lnTo>
                    <a:pt x="3778352" y="1012658"/>
                  </a:lnTo>
                  <a:lnTo>
                    <a:pt x="3791703" y="1019043"/>
                  </a:lnTo>
                  <a:lnTo>
                    <a:pt x="3805054" y="1025384"/>
                  </a:lnTo>
                  <a:lnTo>
                    <a:pt x="3818405" y="1031684"/>
                  </a:lnTo>
                  <a:lnTo>
                    <a:pt x="3831756" y="1037944"/>
                  </a:lnTo>
                  <a:lnTo>
                    <a:pt x="3845107" y="1044163"/>
                  </a:lnTo>
                  <a:lnTo>
                    <a:pt x="3858458" y="1050344"/>
                  </a:lnTo>
                  <a:lnTo>
                    <a:pt x="3871809" y="1056487"/>
                  </a:lnTo>
                  <a:lnTo>
                    <a:pt x="3885160" y="1062593"/>
                  </a:lnTo>
                  <a:lnTo>
                    <a:pt x="3898511" y="1068662"/>
                  </a:lnTo>
                  <a:lnTo>
                    <a:pt x="3911862" y="1074695"/>
                  </a:lnTo>
                  <a:lnTo>
                    <a:pt x="3925213" y="1080694"/>
                  </a:lnTo>
                  <a:lnTo>
                    <a:pt x="3938564" y="1086658"/>
                  </a:lnTo>
                  <a:lnTo>
                    <a:pt x="3951915" y="1092589"/>
                  </a:lnTo>
                  <a:lnTo>
                    <a:pt x="3965266" y="1098487"/>
                  </a:lnTo>
                  <a:lnTo>
                    <a:pt x="3978618" y="1104352"/>
                  </a:lnTo>
                  <a:lnTo>
                    <a:pt x="3991969" y="1110187"/>
                  </a:lnTo>
                  <a:lnTo>
                    <a:pt x="3991969" y="2716658"/>
                  </a:lnTo>
                  <a:lnTo>
                    <a:pt x="3978618" y="2706258"/>
                  </a:lnTo>
                  <a:lnTo>
                    <a:pt x="3965266" y="2695766"/>
                  </a:lnTo>
                  <a:lnTo>
                    <a:pt x="3951915" y="2685179"/>
                  </a:lnTo>
                  <a:lnTo>
                    <a:pt x="3938564" y="2674498"/>
                  </a:lnTo>
                  <a:lnTo>
                    <a:pt x="3925213" y="2663722"/>
                  </a:lnTo>
                  <a:lnTo>
                    <a:pt x="3911862" y="2652851"/>
                  </a:lnTo>
                  <a:lnTo>
                    <a:pt x="3898511" y="2641883"/>
                  </a:lnTo>
                  <a:lnTo>
                    <a:pt x="3885160" y="2630820"/>
                  </a:lnTo>
                  <a:lnTo>
                    <a:pt x="3871809" y="2619659"/>
                  </a:lnTo>
                  <a:lnTo>
                    <a:pt x="3858458" y="2608400"/>
                  </a:lnTo>
                  <a:lnTo>
                    <a:pt x="3845107" y="2597044"/>
                  </a:lnTo>
                  <a:lnTo>
                    <a:pt x="3831756" y="2585589"/>
                  </a:lnTo>
                  <a:lnTo>
                    <a:pt x="3818405" y="2574035"/>
                  </a:lnTo>
                  <a:lnTo>
                    <a:pt x="3805054" y="2562382"/>
                  </a:lnTo>
                  <a:lnTo>
                    <a:pt x="3791703" y="2550630"/>
                  </a:lnTo>
                  <a:lnTo>
                    <a:pt x="3778352" y="2538777"/>
                  </a:lnTo>
                  <a:lnTo>
                    <a:pt x="3765000" y="2526824"/>
                  </a:lnTo>
                  <a:lnTo>
                    <a:pt x="3751649" y="2514770"/>
                  </a:lnTo>
                  <a:lnTo>
                    <a:pt x="3738298" y="2502614"/>
                  </a:lnTo>
                  <a:lnTo>
                    <a:pt x="3724947" y="2490358"/>
                  </a:lnTo>
                  <a:lnTo>
                    <a:pt x="3711596" y="2477999"/>
                  </a:lnTo>
                  <a:lnTo>
                    <a:pt x="3698245" y="2465539"/>
                  </a:lnTo>
                  <a:lnTo>
                    <a:pt x="3684894" y="2452976"/>
                  </a:lnTo>
                  <a:lnTo>
                    <a:pt x="3671543" y="2440311"/>
                  </a:lnTo>
                  <a:lnTo>
                    <a:pt x="3658192" y="2427543"/>
                  </a:lnTo>
                  <a:lnTo>
                    <a:pt x="3644841" y="2414673"/>
                  </a:lnTo>
                  <a:lnTo>
                    <a:pt x="3631490" y="2401700"/>
                  </a:lnTo>
                  <a:lnTo>
                    <a:pt x="3618139" y="2388624"/>
                  </a:lnTo>
                  <a:lnTo>
                    <a:pt x="3604788" y="2375446"/>
                  </a:lnTo>
                  <a:lnTo>
                    <a:pt x="3591437" y="2362164"/>
                  </a:lnTo>
                  <a:lnTo>
                    <a:pt x="3578085" y="2348780"/>
                  </a:lnTo>
                  <a:lnTo>
                    <a:pt x="3564734" y="2335293"/>
                  </a:lnTo>
                  <a:lnTo>
                    <a:pt x="3551383" y="2321704"/>
                  </a:lnTo>
                  <a:lnTo>
                    <a:pt x="3538032" y="2308012"/>
                  </a:lnTo>
                  <a:lnTo>
                    <a:pt x="3524681" y="2294219"/>
                  </a:lnTo>
                  <a:lnTo>
                    <a:pt x="3511330" y="2280324"/>
                  </a:lnTo>
                  <a:lnTo>
                    <a:pt x="3497979" y="2266328"/>
                  </a:lnTo>
                  <a:lnTo>
                    <a:pt x="3484628" y="2252230"/>
                  </a:lnTo>
                  <a:lnTo>
                    <a:pt x="3471277" y="2238033"/>
                  </a:lnTo>
                  <a:lnTo>
                    <a:pt x="3457926" y="2223736"/>
                  </a:lnTo>
                  <a:lnTo>
                    <a:pt x="3444575" y="2209340"/>
                  </a:lnTo>
                  <a:lnTo>
                    <a:pt x="3431224" y="2194846"/>
                  </a:lnTo>
                  <a:lnTo>
                    <a:pt x="3417873" y="2180254"/>
                  </a:lnTo>
                  <a:lnTo>
                    <a:pt x="3404522" y="2165566"/>
                  </a:lnTo>
                  <a:lnTo>
                    <a:pt x="3391171" y="2150782"/>
                  </a:lnTo>
                  <a:lnTo>
                    <a:pt x="3377819" y="2135903"/>
                  </a:lnTo>
                  <a:lnTo>
                    <a:pt x="3364468" y="2120931"/>
                  </a:lnTo>
                  <a:lnTo>
                    <a:pt x="3351117" y="2105867"/>
                  </a:lnTo>
                  <a:lnTo>
                    <a:pt x="3337766" y="2090712"/>
                  </a:lnTo>
                  <a:lnTo>
                    <a:pt x="3324415" y="2075468"/>
                  </a:lnTo>
                  <a:lnTo>
                    <a:pt x="3311064" y="2060136"/>
                  </a:lnTo>
                  <a:lnTo>
                    <a:pt x="3297713" y="2044718"/>
                  </a:lnTo>
                  <a:lnTo>
                    <a:pt x="3284362" y="2029216"/>
                  </a:lnTo>
                  <a:lnTo>
                    <a:pt x="3271011" y="2013632"/>
                  </a:lnTo>
                  <a:lnTo>
                    <a:pt x="3257660" y="1997967"/>
                  </a:lnTo>
                  <a:lnTo>
                    <a:pt x="3244309" y="1982225"/>
                  </a:lnTo>
                  <a:lnTo>
                    <a:pt x="3230958" y="1966406"/>
                  </a:lnTo>
                  <a:lnTo>
                    <a:pt x="3217607" y="1950515"/>
                  </a:lnTo>
                  <a:lnTo>
                    <a:pt x="3204256" y="1934552"/>
                  </a:lnTo>
                  <a:lnTo>
                    <a:pt x="3190905" y="1918524"/>
                  </a:lnTo>
                  <a:lnTo>
                    <a:pt x="3177553" y="1902435"/>
                  </a:lnTo>
                  <a:lnTo>
                    <a:pt x="3164202" y="1886294"/>
                  </a:lnTo>
                  <a:lnTo>
                    <a:pt x="3150851" y="1870107"/>
                  </a:lnTo>
                  <a:lnTo>
                    <a:pt x="3137500" y="1853882"/>
                  </a:lnTo>
                  <a:lnTo>
                    <a:pt x="3124149" y="1837626"/>
                  </a:lnTo>
                  <a:lnTo>
                    <a:pt x="3110798" y="1821347"/>
                  </a:lnTo>
                  <a:lnTo>
                    <a:pt x="3097447" y="1805053"/>
                  </a:lnTo>
                  <a:lnTo>
                    <a:pt x="3084096" y="1788750"/>
                  </a:lnTo>
                  <a:lnTo>
                    <a:pt x="3070745" y="1772447"/>
                  </a:lnTo>
                  <a:lnTo>
                    <a:pt x="3057394" y="1756152"/>
                  </a:lnTo>
                  <a:lnTo>
                    <a:pt x="3044043" y="1739872"/>
                  </a:lnTo>
                  <a:lnTo>
                    <a:pt x="3030692" y="1723615"/>
                  </a:lnTo>
                  <a:lnTo>
                    <a:pt x="3017341" y="1707390"/>
                  </a:lnTo>
                  <a:lnTo>
                    <a:pt x="3003990" y="1691202"/>
                  </a:lnTo>
                  <a:lnTo>
                    <a:pt x="2990639" y="1675062"/>
                  </a:lnTo>
                  <a:lnTo>
                    <a:pt x="2977287" y="1658975"/>
                  </a:lnTo>
                  <a:lnTo>
                    <a:pt x="2963936" y="1642950"/>
                  </a:lnTo>
                  <a:lnTo>
                    <a:pt x="2950585" y="1626993"/>
                  </a:lnTo>
                  <a:lnTo>
                    <a:pt x="2937234" y="1611113"/>
                  </a:lnTo>
                  <a:lnTo>
                    <a:pt x="2923883" y="1595316"/>
                  </a:lnTo>
                  <a:lnTo>
                    <a:pt x="2910532" y="1579610"/>
                  </a:lnTo>
                  <a:lnTo>
                    <a:pt x="2897181" y="1564000"/>
                  </a:lnTo>
                  <a:lnTo>
                    <a:pt x="2883830" y="1548495"/>
                  </a:lnTo>
                  <a:lnTo>
                    <a:pt x="2870479" y="1533099"/>
                  </a:lnTo>
                  <a:lnTo>
                    <a:pt x="2857128" y="1517820"/>
                  </a:lnTo>
                  <a:lnTo>
                    <a:pt x="2843777" y="1502664"/>
                  </a:lnTo>
                  <a:lnTo>
                    <a:pt x="2830426" y="1487635"/>
                  </a:lnTo>
                  <a:lnTo>
                    <a:pt x="2817075" y="1472739"/>
                  </a:lnTo>
                  <a:lnTo>
                    <a:pt x="2803724" y="1457982"/>
                  </a:lnTo>
                  <a:lnTo>
                    <a:pt x="2790373" y="1443369"/>
                  </a:lnTo>
                  <a:lnTo>
                    <a:pt x="2777021" y="1428903"/>
                  </a:lnTo>
                  <a:lnTo>
                    <a:pt x="2763670" y="1414590"/>
                  </a:lnTo>
                  <a:lnTo>
                    <a:pt x="2750319" y="1400434"/>
                  </a:lnTo>
                  <a:lnTo>
                    <a:pt x="2736968" y="1386438"/>
                  </a:lnTo>
                  <a:lnTo>
                    <a:pt x="2723617" y="1372605"/>
                  </a:lnTo>
                  <a:lnTo>
                    <a:pt x="2710266" y="1358939"/>
                  </a:lnTo>
                  <a:lnTo>
                    <a:pt x="2696915" y="1345444"/>
                  </a:lnTo>
                  <a:lnTo>
                    <a:pt x="2683564" y="1332121"/>
                  </a:lnTo>
                  <a:lnTo>
                    <a:pt x="2670213" y="1318973"/>
                  </a:lnTo>
                  <a:lnTo>
                    <a:pt x="2656862" y="1306002"/>
                  </a:lnTo>
                  <a:lnTo>
                    <a:pt x="2643511" y="1293210"/>
                  </a:lnTo>
                  <a:lnTo>
                    <a:pt x="2630160" y="1280599"/>
                  </a:lnTo>
                  <a:lnTo>
                    <a:pt x="2616809" y="1268171"/>
                  </a:lnTo>
                  <a:lnTo>
                    <a:pt x="2603458" y="1255926"/>
                  </a:lnTo>
                  <a:lnTo>
                    <a:pt x="2590107" y="1243865"/>
                  </a:lnTo>
                  <a:lnTo>
                    <a:pt x="2576755" y="1231990"/>
                  </a:lnTo>
                  <a:lnTo>
                    <a:pt x="2563404" y="1220301"/>
                  </a:lnTo>
                  <a:lnTo>
                    <a:pt x="2550053" y="1208799"/>
                  </a:lnTo>
                  <a:lnTo>
                    <a:pt x="2536702" y="1197484"/>
                  </a:lnTo>
                  <a:lnTo>
                    <a:pt x="2523351" y="1186356"/>
                  </a:lnTo>
                  <a:lnTo>
                    <a:pt x="2510000" y="1175415"/>
                  </a:lnTo>
                  <a:lnTo>
                    <a:pt x="2496649" y="1164662"/>
                  </a:lnTo>
                  <a:lnTo>
                    <a:pt x="2483298" y="1154096"/>
                  </a:lnTo>
                  <a:lnTo>
                    <a:pt x="2469947" y="1143717"/>
                  </a:lnTo>
                  <a:lnTo>
                    <a:pt x="2456596" y="1133525"/>
                  </a:lnTo>
                  <a:lnTo>
                    <a:pt x="2443245" y="1123519"/>
                  </a:lnTo>
                  <a:lnTo>
                    <a:pt x="2429894" y="1113699"/>
                  </a:lnTo>
                  <a:lnTo>
                    <a:pt x="2416543" y="1104065"/>
                  </a:lnTo>
                  <a:lnTo>
                    <a:pt x="2403192" y="1094616"/>
                  </a:lnTo>
                  <a:lnTo>
                    <a:pt x="2389841" y="1085351"/>
                  </a:lnTo>
                  <a:lnTo>
                    <a:pt x="2376489" y="1076271"/>
                  </a:lnTo>
                  <a:lnTo>
                    <a:pt x="2363138" y="1067373"/>
                  </a:lnTo>
                  <a:lnTo>
                    <a:pt x="2349787" y="1058658"/>
                  </a:lnTo>
                  <a:lnTo>
                    <a:pt x="2336436" y="1050126"/>
                  </a:lnTo>
                  <a:lnTo>
                    <a:pt x="2323085" y="1041775"/>
                  </a:lnTo>
                  <a:lnTo>
                    <a:pt x="2309734" y="1033605"/>
                  </a:lnTo>
                  <a:lnTo>
                    <a:pt x="2296383" y="1025615"/>
                  </a:lnTo>
                  <a:lnTo>
                    <a:pt x="2283032" y="1017805"/>
                  </a:lnTo>
                  <a:lnTo>
                    <a:pt x="2269681" y="1010174"/>
                  </a:lnTo>
                  <a:lnTo>
                    <a:pt x="2256330" y="1002722"/>
                  </a:lnTo>
                  <a:lnTo>
                    <a:pt x="2242979" y="995449"/>
                  </a:lnTo>
                  <a:lnTo>
                    <a:pt x="2229628" y="988353"/>
                  </a:lnTo>
                  <a:lnTo>
                    <a:pt x="2216277" y="981434"/>
                  </a:lnTo>
                  <a:lnTo>
                    <a:pt x="2202926" y="974692"/>
                  </a:lnTo>
                  <a:lnTo>
                    <a:pt x="2189575" y="968127"/>
                  </a:lnTo>
                  <a:lnTo>
                    <a:pt x="2176223" y="961738"/>
                  </a:lnTo>
                  <a:lnTo>
                    <a:pt x="2162872" y="955525"/>
                  </a:lnTo>
                  <a:lnTo>
                    <a:pt x="2149521" y="949487"/>
                  </a:lnTo>
                  <a:lnTo>
                    <a:pt x="2136170" y="943626"/>
                  </a:lnTo>
                  <a:lnTo>
                    <a:pt x="2122819" y="937939"/>
                  </a:lnTo>
                  <a:lnTo>
                    <a:pt x="2109468" y="932427"/>
                  </a:lnTo>
                  <a:lnTo>
                    <a:pt x="2096117" y="927091"/>
                  </a:lnTo>
                  <a:lnTo>
                    <a:pt x="2082766" y="921930"/>
                  </a:lnTo>
                  <a:lnTo>
                    <a:pt x="2069415" y="916944"/>
                  </a:lnTo>
                  <a:lnTo>
                    <a:pt x="2056064" y="912133"/>
                  </a:lnTo>
                  <a:lnTo>
                    <a:pt x="2042713" y="907497"/>
                  </a:lnTo>
                  <a:lnTo>
                    <a:pt x="2029362" y="903037"/>
                  </a:lnTo>
                  <a:lnTo>
                    <a:pt x="2016011" y="898752"/>
                  </a:lnTo>
                  <a:lnTo>
                    <a:pt x="2002660" y="894645"/>
                  </a:lnTo>
                  <a:lnTo>
                    <a:pt x="1989309" y="890718"/>
                  </a:lnTo>
                  <a:lnTo>
                    <a:pt x="1975957" y="886974"/>
                  </a:lnTo>
                  <a:lnTo>
                    <a:pt x="1962606" y="883416"/>
                  </a:lnTo>
                  <a:lnTo>
                    <a:pt x="1949255" y="880047"/>
                  </a:lnTo>
                  <a:lnTo>
                    <a:pt x="1935904" y="876871"/>
                  </a:lnTo>
                  <a:lnTo>
                    <a:pt x="1922553" y="873890"/>
                  </a:lnTo>
                  <a:lnTo>
                    <a:pt x="1909202" y="871109"/>
                  </a:lnTo>
                  <a:lnTo>
                    <a:pt x="1895851" y="868531"/>
                  </a:lnTo>
                  <a:lnTo>
                    <a:pt x="1882500" y="866158"/>
                  </a:lnTo>
                  <a:lnTo>
                    <a:pt x="1869149" y="863996"/>
                  </a:lnTo>
                  <a:lnTo>
                    <a:pt x="1855798" y="862047"/>
                  </a:lnTo>
                  <a:lnTo>
                    <a:pt x="1842447" y="860314"/>
                  </a:lnTo>
                  <a:lnTo>
                    <a:pt x="1829096" y="858802"/>
                  </a:lnTo>
                  <a:lnTo>
                    <a:pt x="1815745" y="857513"/>
                  </a:lnTo>
                  <a:lnTo>
                    <a:pt x="1802394" y="856451"/>
                  </a:lnTo>
                  <a:lnTo>
                    <a:pt x="1789042" y="855619"/>
                  </a:lnTo>
                  <a:lnTo>
                    <a:pt x="1775691" y="855020"/>
                  </a:lnTo>
                  <a:lnTo>
                    <a:pt x="1762340" y="854657"/>
                  </a:lnTo>
                  <a:lnTo>
                    <a:pt x="1748989" y="854532"/>
                  </a:lnTo>
                  <a:lnTo>
                    <a:pt x="1735638" y="854649"/>
                  </a:lnTo>
                  <a:lnTo>
                    <a:pt x="1722287" y="855010"/>
                  </a:lnTo>
                  <a:lnTo>
                    <a:pt x="1708936" y="855618"/>
                  </a:lnTo>
                  <a:lnTo>
                    <a:pt x="1695585" y="856473"/>
                  </a:lnTo>
                  <a:lnTo>
                    <a:pt x="1682234" y="857578"/>
                  </a:lnTo>
                  <a:lnTo>
                    <a:pt x="1668883" y="866073"/>
                  </a:lnTo>
                  <a:lnTo>
                    <a:pt x="1655532" y="893064"/>
                  </a:lnTo>
                  <a:lnTo>
                    <a:pt x="1642181" y="919842"/>
                  </a:lnTo>
                  <a:lnTo>
                    <a:pt x="1628830" y="946381"/>
                  </a:lnTo>
                  <a:lnTo>
                    <a:pt x="1615479" y="972657"/>
                  </a:lnTo>
                  <a:lnTo>
                    <a:pt x="1602128" y="998647"/>
                  </a:lnTo>
                  <a:lnTo>
                    <a:pt x="1588776" y="1024328"/>
                  </a:lnTo>
                  <a:lnTo>
                    <a:pt x="1575425" y="1049682"/>
                  </a:lnTo>
                  <a:lnTo>
                    <a:pt x="1562074" y="1074688"/>
                  </a:lnTo>
                  <a:lnTo>
                    <a:pt x="1548723" y="1099328"/>
                  </a:lnTo>
                  <a:lnTo>
                    <a:pt x="1535372" y="1123586"/>
                  </a:lnTo>
                  <a:lnTo>
                    <a:pt x="1522021" y="1147446"/>
                  </a:lnTo>
                  <a:lnTo>
                    <a:pt x="1508670" y="1170894"/>
                  </a:lnTo>
                  <a:lnTo>
                    <a:pt x="1495319" y="1193916"/>
                  </a:lnTo>
                  <a:lnTo>
                    <a:pt x="1481968" y="1216502"/>
                  </a:lnTo>
                  <a:lnTo>
                    <a:pt x="1468617" y="1238640"/>
                  </a:lnTo>
                  <a:lnTo>
                    <a:pt x="1455266" y="1260321"/>
                  </a:lnTo>
                  <a:lnTo>
                    <a:pt x="1441915" y="1281537"/>
                  </a:lnTo>
                  <a:lnTo>
                    <a:pt x="1428564" y="1302282"/>
                  </a:lnTo>
                  <a:lnTo>
                    <a:pt x="1415213" y="1322549"/>
                  </a:lnTo>
                  <a:lnTo>
                    <a:pt x="1401862" y="1342335"/>
                  </a:lnTo>
                  <a:lnTo>
                    <a:pt x="1388510" y="1361638"/>
                  </a:lnTo>
                  <a:lnTo>
                    <a:pt x="1375159" y="1380455"/>
                  </a:lnTo>
                  <a:lnTo>
                    <a:pt x="1361808" y="1398788"/>
                  </a:lnTo>
                  <a:lnTo>
                    <a:pt x="1348457" y="1416638"/>
                  </a:lnTo>
                  <a:lnTo>
                    <a:pt x="1335106" y="1434010"/>
                  </a:lnTo>
                  <a:lnTo>
                    <a:pt x="1321755" y="1450918"/>
                  </a:lnTo>
                  <a:lnTo>
                    <a:pt x="1308404" y="1467394"/>
                  </a:lnTo>
                  <a:lnTo>
                    <a:pt x="1295053" y="1483471"/>
                  </a:lnTo>
                  <a:lnTo>
                    <a:pt x="1281702" y="1499183"/>
                  </a:lnTo>
                  <a:lnTo>
                    <a:pt x="1268351" y="1514562"/>
                  </a:lnTo>
                  <a:lnTo>
                    <a:pt x="1255000" y="1529639"/>
                  </a:lnTo>
                  <a:lnTo>
                    <a:pt x="1241649" y="1544447"/>
                  </a:lnTo>
                  <a:lnTo>
                    <a:pt x="1228298" y="1559016"/>
                  </a:lnTo>
                  <a:lnTo>
                    <a:pt x="1214947" y="1573376"/>
                  </a:lnTo>
                  <a:lnTo>
                    <a:pt x="1201596" y="1587557"/>
                  </a:lnTo>
                  <a:lnTo>
                    <a:pt x="1188244" y="1601587"/>
                  </a:lnTo>
                  <a:lnTo>
                    <a:pt x="1174893" y="1615494"/>
                  </a:lnTo>
                  <a:lnTo>
                    <a:pt x="1161542" y="1629303"/>
                  </a:lnTo>
                  <a:lnTo>
                    <a:pt x="1148191" y="1643041"/>
                  </a:lnTo>
                  <a:lnTo>
                    <a:pt x="1134840" y="1656730"/>
                  </a:lnTo>
                  <a:lnTo>
                    <a:pt x="1121489" y="1670393"/>
                  </a:lnTo>
                  <a:lnTo>
                    <a:pt x="1108138" y="1684051"/>
                  </a:lnTo>
                  <a:lnTo>
                    <a:pt x="1094787" y="1697724"/>
                  </a:lnTo>
                  <a:lnTo>
                    <a:pt x="1081436" y="1711427"/>
                  </a:lnTo>
                  <a:lnTo>
                    <a:pt x="1068085" y="1725178"/>
                  </a:lnTo>
                  <a:lnTo>
                    <a:pt x="1054734" y="1738990"/>
                  </a:lnTo>
                  <a:lnTo>
                    <a:pt x="1041383" y="1752876"/>
                  </a:lnTo>
                  <a:lnTo>
                    <a:pt x="1028032" y="1766845"/>
                  </a:lnTo>
                  <a:lnTo>
                    <a:pt x="1014681" y="1780906"/>
                  </a:lnTo>
                  <a:lnTo>
                    <a:pt x="1001330" y="1795066"/>
                  </a:lnTo>
                  <a:lnTo>
                    <a:pt x="987978" y="1809330"/>
                  </a:lnTo>
                  <a:lnTo>
                    <a:pt x="974627" y="1823702"/>
                  </a:lnTo>
                  <a:lnTo>
                    <a:pt x="961276" y="1838184"/>
                  </a:lnTo>
                  <a:lnTo>
                    <a:pt x="947925" y="1852777"/>
                  </a:lnTo>
                  <a:lnTo>
                    <a:pt x="934574" y="1867479"/>
                  </a:lnTo>
                  <a:lnTo>
                    <a:pt x="921223" y="1882289"/>
                  </a:lnTo>
                  <a:lnTo>
                    <a:pt x="907872" y="1897205"/>
                  </a:lnTo>
                  <a:lnTo>
                    <a:pt x="894521" y="1912222"/>
                  </a:lnTo>
                  <a:lnTo>
                    <a:pt x="881170" y="1927335"/>
                  </a:lnTo>
                  <a:lnTo>
                    <a:pt x="867819" y="1942540"/>
                  </a:lnTo>
                  <a:lnTo>
                    <a:pt x="854468" y="1957830"/>
                  </a:lnTo>
                  <a:lnTo>
                    <a:pt x="841117" y="1973199"/>
                  </a:lnTo>
                  <a:lnTo>
                    <a:pt x="827766" y="1988639"/>
                  </a:lnTo>
                  <a:lnTo>
                    <a:pt x="814415" y="2004144"/>
                  </a:lnTo>
                  <a:lnTo>
                    <a:pt x="801064" y="2019705"/>
                  </a:lnTo>
                  <a:lnTo>
                    <a:pt x="787712" y="2035316"/>
                  </a:lnTo>
                  <a:lnTo>
                    <a:pt x="774361" y="2050968"/>
                  </a:lnTo>
                  <a:lnTo>
                    <a:pt x="761010" y="2066653"/>
                  </a:lnTo>
                  <a:lnTo>
                    <a:pt x="747659" y="2082363"/>
                  </a:lnTo>
                  <a:lnTo>
                    <a:pt x="734308" y="2098090"/>
                  </a:lnTo>
                  <a:lnTo>
                    <a:pt x="720957" y="2113827"/>
                  </a:lnTo>
                  <a:lnTo>
                    <a:pt x="707606" y="2129565"/>
                  </a:lnTo>
                  <a:lnTo>
                    <a:pt x="694255" y="2145297"/>
                  </a:lnTo>
                  <a:lnTo>
                    <a:pt x="680904" y="2161016"/>
                  </a:lnTo>
                  <a:lnTo>
                    <a:pt x="667553" y="2176713"/>
                  </a:lnTo>
                  <a:lnTo>
                    <a:pt x="654202" y="2192382"/>
                  </a:lnTo>
                  <a:lnTo>
                    <a:pt x="640851" y="2208017"/>
                  </a:lnTo>
                  <a:lnTo>
                    <a:pt x="627500" y="2223609"/>
                  </a:lnTo>
                  <a:lnTo>
                    <a:pt x="614149" y="2239153"/>
                  </a:lnTo>
                  <a:lnTo>
                    <a:pt x="600798" y="2254642"/>
                  </a:lnTo>
                  <a:lnTo>
                    <a:pt x="587446" y="2270071"/>
                  </a:lnTo>
                  <a:lnTo>
                    <a:pt x="574095" y="2285433"/>
                  </a:lnTo>
                  <a:lnTo>
                    <a:pt x="560744" y="2300723"/>
                  </a:lnTo>
                  <a:lnTo>
                    <a:pt x="547393" y="2315935"/>
                  </a:lnTo>
                  <a:lnTo>
                    <a:pt x="534042" y="2331064"/>
                  </a:lnTo>
                  <a:lnTo>
                    <a:pt x="520691" y="2346106"/>
                  </a:lnTo>
                  <a:lnTo>
                    <a:pt x="507340" y="2361056"/>
                  </a:lnTo>
                  <a:lnTo>
                    <a:pt x="493989" y="2375909"/>
                  </a:lnTo>
                  <a:lnTo>
                    <a:pt x="480638" y="2390661"/>
                  </a:lnTo>
                  <a:lnTo>
                    <a:pt x="467287" y="2405308"/>
                  </a:lnTo>
                  <a:lnTo>
                    <a:pt x="453936" y="2419846"/>
                  </a:lnTo>
                  <a:lnTo>
                    <a:pt x="440585" y="2434272"/>
                  </a:lnTo>
                  <a:lnTo>
                    <a:pt x="427234" y="2448582"/>
                  </a:lnTo>
                  <a:lnTo>
                    <a:pt x="413883" y="2462773"/>
                  </a:lnTo>
                  <a:lnTo>
                    <a:pt x="400532" y="2476842"/>
                  </a:lnTo>
                  <a:lnTo>
                    <a:pt x="387180" y="2490789"/>
                  </a:lnTo>
                  <a:lnTo>
                    <a:pt x="373829" y="2504612"/>
                  </a:lnTo>
                  <a:lnTo>
                    <a:pt x="360478" y="2518310"/>
                  </a:lnTo>
                  <a:lnTo>
                    <a:pt x="347127" y="2531885"/>
                  </a:lnTo>
                  <a:lnTo>
                    <a:pt x="333776" y="2545335"/>
                  </a:lnTo>
                  <a:lnTo>
                    <a:pt x="320425" y="2558660"/>
                  </a:lnTo>
                  <a:lnTo>
                    <a:pt x="307074" y="2571860"/>
                  </a:lnTo>
                  <a:lnTo>
                    <a:pt x="293723" y="2584936"/>
                  </a:lnTo>
                  <a:lnTo>
                    <a:pt x="280372" y="2597887"/>
                  </a:lnTo>
                  <a:lnTo>
                    <a:pt x="267021" y="2610714"/>
                  </a:lnTo>
                  <a:lnTo>
                    <a:pt x="253670" y="2623417"/>
                  </a:lnTo>
                  <a:lnTo>
                    <a:pt x="240319" y="2635996"/>
                  </a:lnTo>
                  <a:lnTo>
                    <a:pt x="226968" y="2648452"/>
                  </a:lnTo>
                  <a:lnTo>
                    <a:pt x="213617" y="2660786"/>
                  </a:lnTo>
                  <a:lnTo>
                    <a:pt x="200266" y="2672998"/>
                  </a:lnTo>
                  <a:lnTo>
                    <a:pt x="186914" y="2685088"/>
                  </a:lnTo>
                  <a:lnTo>
                    <a:pt x="173563" y="2697057"/>
                  </a:lnTo>
                  <a:lnTo>
                    <a:pt x="160212" y="2708906"/>
                  </a:lnTo>
                  <a:lnTo>
                    <a:pt x="146861" y="2720635"/>
                  </a:lnTo>
                  <a:lnTo>
                    <a:pt x="133510" y="2732246"/>
                  </a:lnTo>
                  <a:lnTo>
                    <a:pt x="120159" y="2743739"/>
                  </a:lnTo>
                  <a:lnTo>
                    <a:pt x="106808" y="2755114"/>
                  </a:lnTo>
                  <a:lnTo>
                    <a:pt x="93457" y="2766373"/>
                  </a:lnTo>
                  <a:lnTo>
                    <a:pt x="80106" y="2777516"/>
                  </a:lnTo>
                  <a:lnTo>
                    <a:pt x="66755" y="2788545"/>
                  </a:lnTo>
                  <a:lnTo>
                    <a:pt x="53404" y="2799459"/>
                  </a:lnTo>
                  <a:lnTo>
                    <a:pt x="40053" y="2810261"/>
                  </a:lnTo>
                  <a:lnTo>
                    <a:pt x="26702" y="2820950"/>
                  </a:lnTo>
                  <a:lnTo>
                    <a:pt x="13351" y="2831528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41407" y="3498589"/>
              <a:ext cx="3991969" cy="1110187"/>
            </a:xfrm>
            <a:custGeom>
              <a:avLst/>
              <a:pathLst>
                <a:path w="3991969" h="1110187">
                  <a:moveTo>
                    <a:pt x="0" y="159592"/>
                  </a:moveTo>
                  <a:lnTo>
                    <a:pt x="13351" y="178884"/>
                  </a:lnTo>
                  <a:lnTo>
                    <a:pt x="26702" y="198053"/>
                  </a:lnTo>
                  <a:lnTo>
                    <a:pt x="40053" y="217100"/>
                  </a:lnTo>
                  <a:lnTo>
                    <a:pt x="53404" y="236025"/>
                  </a:lnTo>
                  <a:lnTo>
                    <a:pt x="66755" y="254827"/>
                  </a:lnTo>
                  <a:lnTo>
                    <a:pt x="80106" y="273508"/>
                  </a:lnTo>
                  <a:lnTo>
                    <a:pt x="93457" y="292065"/>
                  </a:lnTo>
                  <a:lnTo>
                    <a:pt x="106808" y="310501"/>
                  </a:lnTo>
                  <a:lnTo>
                    <a:pt x="120159" y="328814"/>
                  </a:lnTo>
                  <a:lnTo>
                    <a:pt x="133510" y="347004"/>
                  </a:lnTo>
                  <a:lnTo>
                    <a:pt x="146861" y="365072"/>
                  </a:lnTo>
                  <a:lnTo>
                    <a:pt x="160212" y="383016"/>
                  </a:lnTo>
                  <a:lnTo>
                    <a:pt x="173563" y="400838"/>
                  </a:lnTo>
                  <a:lnTo>
                    <a:pt x="186914" y="418536"/>
                  </a:lnTo>
                  <a:lnTo>
                    <a:pt x="200266" y="436110"/>
                  </a:lnTo>
                  <a:lnTo>
                    <a:pt x="213617" y="453560"/>
                  </a:lnTo>
                  <a:lnTo>
                    <a:pt x="226968" y="470885"/>
                  </a:lnTo>
                  <a:lnTo>
                    <a:pt x="240319" y="488084"/>
                  </a:lnTo>
                  <a:lnTo>
                    <a:pt x="253670" y="505158"/>
                  </a:lnTo>
                  <a:lnTo>
                    <a:pt x="267021" y="522105"/>
                  </a:lnTo>
                  <a:lnTo>
                    <a:pt x="280372" y="538925"/>
                  </a:lnTo>
                  <a:lnTo>
                    <a:pt x="293723" y="555616"/>
                  </a:lnTo>
                  <a:lnTo>
                    <a:pt x="307074" y="572179"/>
                  </a:lnTo>
                  <a:lnTo>
                    <a:pt x="320425" y="588611"/>
                  </a:lnTo>
                  <a:lnTo>
                    <a:pt x="333776" y="604911"/>
                  </a:lnTo>
                  <a:lnTo>
                    <a:pt x="347127" y="621079"/>
                  </a:lnTo>
                  <a:lnTo>
                    <a:pt x="360478" y="637113"/>
                  </a:lnTo>
                  <a:lnTo>
                    <a:pt x="373829" y="653011"/>
                  </a:lnTo>
                  <a:lnTo>
                    <a:pt x="387180" y="668772"/>
                  </a:lnTo>
                  <a:lnTo>
                    <a:pt x="400532" y="684393"/>
                  </a:lnTo>
                  <a:lnTo>
                    <a:pt x="413883" y="699874"/>
                  </a:lnTo>
                  <a:lnTo>
                    <a:pt x="427234" y="715209"/>
                  </a:lnTo>
                  <a:lnTo>
                    <a:pt x="440585" y="730388"/>
                  </a:lnTo>
                  <a:lnTo>
                    <a:pt x="453936" y="745399"/>
                  </a:lnTo>
                  <a:lnTo>
                    <a:pt x="467287" y="760231"/>
                  </a:lnTo>
                  <a:lnTo>
                    <a:pt x="480638" y="774872"/>
                  </a:lnTo>
                  <a:lnTo>
                    <a:pt x="493989" y="789311"/>
                  </a:lnTo>
                  <a:lnTo>
                    <a:pt x="507340" y="803535"/>
                  </a:lnTo>
                  <a:lnTo>
                    <a:pt x="520691" y="817535"/>
                  </a:lnTo>
                  <a:lnTo>
                    <a:pt x="534042" y="831299"/>
                  </a:lnTo>
                  <a:lnTo>
                    <a:pt x="547393" y="844816"/>
                  </a:lnTo>
                  <a:lnTo>
                    <a:pt x="560744" y="858075"/>
                  </a:lnTo>
                  <a:lnTo>
                    <a:pt x="574095" y="871066"/>
                  </a:lnTo>
                  <a:lnTo>
                    <a:pt x="587446" y="883779"/>
                  </a:lnTo>
                  <a:lnTo>
                    <a:pt x="600798" y="896203"/>
                  </a:lnTo>
                  <a:lnTo>
                    <a:pt x="614149" y="908327"/>
                  </a:lnTo>
                  <a:lnTo>
                    <a:pt x="627500" y="920142"/>
                  </a:lnTo>
                  <a:lnTo>
                    <a:pt x="640851" y="931637"/>
                  </a:lnTo>
                  <a:lnTo>
                    <a:pt x="654202" y="942803"/>
                  </a:lnTo>
                  <a:lnTo>
                    <a:pt x="667553" y="953629"/>
                  </a:lnTo>
                  <a:lnTo>
                    <a:pt x="680904" y="964107"/>
                  </a:lnTo>
                  <a:lnTo>
                    <a:pt x="694255" y="974225"/>
                  </a:lnTo>
                  <a:lnTo>
                    <a:pt x="707606" y="983975"/>
                  </a:lnTo>
                  <a:lnTo>
                    <a:pt x="720957" y="993347"/>
                  </a:lnTo>
                  <a:lnTo>
                    <a:pt x="734308" y="1002331"/>
                  </a:lnTo>
                  <a:lnTo>
                    <a:pt x="747659" y="1010920"/>
                  </a:lnTo>
                  <a:lnTo>
                    <a:pt x="761010" y="1019103"/>
                  </a:lnTo>
                  <a:lnTo>
                    <a:pt x="774361" y="1026871"/>
                  </a:lnTo>
                  <a:lnTo>
                    <a:pt x="787712" y="1034217"/>
                  </a:lnTo>
                  <a:lnTo>
                    <a:pt x="801064" y="1041132"/>
                  </a:lnTo>
                  <a:lnTo>
                    <a:pt x="814415" y="1047607"/>
                  </a:lnTo>
                  <a:lnTo>
                    <a:pt x="827766" y="1053636"/>
                  </a:lnTo>
                  <a:lnTo>
                    <a:pt x="841117" y="1059210"/>
                  </a:lnTo>
                  <a:lnTo>
                    <a:pt x="854468" y="1064324"/>
                  </a:lnTo>
                  <a:lnTo>
                    <a:pt x="867819" y="1068970"/>
                  </a:lnTo>
                  <a:lnTo>
                    <a:pt x="881170" y="1073143"/>
                  </a:lnTo>
                  <a:lnTo>
                    <a:pt x="894521" y="1076838"/>
                  </a:lnTo>
                  <a:lnTo>
                    <a:pt x="907872" y="1080051"/>
                  </a:lnTo>
                  <a:lnTo>
                    <a:pt x="921223" y="1082778"/>
                  </a:lnTo>
                  <a:lnTo>
                    <a:pt x="934574" y="1085017"/>
                  </a:lnTo>
                  <a:lnTo>
                    <a:pt x="947925" y="1086767"/>
                  </a:lnTo>
                  <a:lnTo>
                    <a:pt x="961276" y="1088026"/>
                  </a:lnTo>
                  <a:lnTo>
                    <a:pt x="974627" y="1088798"/>
                  </a:lnTo>
                  <a:lnTo>
                    <a:pt x="987978" y="1089083"/>
                  </a:lnTo>
                  <a:lnTo>
                    <a:pt x="1001330" y="1088885"/>
                  </a:lnTo>
                  <a:lnTo>
                    <a:pt x="1014681" y="1088211"/>
                  </a:lnTo>
                  <a:lnTo>
                    <a:pt x="1028032" y="1087066"/>
                  </a:lnTo>
                  <a:lnTo>
                    <a:pt x="1041383" y="1085460"/>
                  </a:lnTo>
                  <a:lnTo>
                    <a:pt x="1054734" y="1083402"/>
                  </a:lnTo>
                  <a:lnTo>
                    <a:pt x="1068085" y="1080905"/>
                  </a:lnTo>
                  <a:lnTo>
                    <a:pt x="1081436" y="1077983"/>
                  </a:lnTo>
                  <a:lnTo>
                    <a:pt x="1094787" y="1074650"/>
                  </a:lnTo>
                  <a:lnTo>
                    <a:pt x="1108138" y="1070924"/>
                  </a:lnTo>
                  <a:lnTo>
                    <a:pt x="1121489" y="1066823"/>
                  </a:lnTo>
                  <a:lnTo>
                    <a:pt x="1134840" y="1062368"/>
                  </a:lnTo>
                  <a:lnTo>
                    <a:pt x="1148191" y="1057580"/>
                  </a:lnTo>
                  <a:lnTo>
                    <a:pt x="1161542" y="1052481"/>
                  </a:lnTo>
                  <a:lnTo>
                    <a:pt x="1174893" y="1047096"/>
                  </a:lnTo>
                  <a:lnTo>
                    <a:pt x="1188244" y="1041450"/>
                  </a:lnTo>
                  <a:lnTo>
                    <a:pt x="1201596" y="1035568"/>
                  </a:lnTo>
                  <a:lnTo>
                    <a:pt x="1214947" y="1029477"/>
                  </a:lnTo>
                  <a:lnTo>
                    <a:pt x="1228298" y="1023205"/>
                  </a:lnTo>
                  <a:lnTo>
                    <a:pt x="1241649" y="1016778"/>
                  </a:lnTo>
                  <a:lnTo>
                    <a:pt x="1255000" y="1010226"/>
                  </a:lnTo>
                  <a:lnTo>
                    <a:pt x="1268351" y="1003575"/>
                  </a:lnTo>
                  <a:lnTo>
                    <a:pt x="1281702" y="996853"/>
                  </a:lnTo>
                  <a:lnTo>
                    <a:pt x="1295053" y="990090"/>
                  </a:lnTo>
                  <a:lnTo>
                    <a:pt x="1308404" y="983312"/>
                  </a:lnTo>
                  <a:lnTo>
                    <a:pt x="1321755" y="976548"/>
                  </a:lnTo>
                  <a:lnTo>
                    <a:pt x="1335106" y="969824"/>
                  </a:lnTo>
                  <a:lnTo>
                    <a:pt x="1348457" y="963166"/>
                  </a:lnTo>
                  <a:lnTo>
                    <a:pt x="1361808" y="956599"/>
                  </a:lnTo>
                  <a:lnTo>
                    <a:pt x="1375159" y="950142"/>
                  </a:lnTo>
                  <a:lnTo>
                    <a:pt x="1388510" y="943814"/>
                  </a:lnTo>
                  <a:lnTo>
                    <a:pt x="1401862" y="937632"/>
                  </a:lnTo>
                  <a:lnTo>
                    <a:pt x="1415213" y="931610"/>
                  </a:lnTo>
                  <a:lnTo>
                    <a:pt x="1428564" y="925762"/>
                  </a:lnTo>
                  <a:lnTo>
                    <a:pt x="1441915" y="920100"/>
                  </a:lnTo>
                  <a:lnTo>
                    <a:pt x="1455266" y="914634"/>
                  </a:lnTo>
                  <a:lnTo>
                    <a:pt x="1468617" y="909375"/>
                  </a:lnTo>
                  <a:lnTo>
                    <a:pt x="1481968" y="904330"/>
                  </a:lnTo>
                  <a:lnTo>
                    <a:pt x="1495319" y="899508"/>
                  </a:lnTo>
                  <a:lnTo>
                    <a:pt x="1508670" y="894913"/>
                  </a:lnTo>
                  <a:lnTo>
                    <a:pt x="1522021" y="890553"/>
                  </a:lnTo>
                  <a:lnTo>
                    <a:pt x="1535372" y="886432"/>
                  </a:lnTo>
                  <a:lnTo>
                    <a:pt x="1548723" y="882553"/>
                  </a:lnTo>
                  <a:lnTo>
                    <a:pt x="1562074" y="878921"/>
                  </a:lnTo>
                  <a:lnTo>
                    <a:pt x="1575425" y="875537"/>
                  </a:lnTo>
                  <a:lnTo>
                    <a:pt x="1588776" y="872404"/>
                  </a:lnTo>
                  <a:lnTo>
                    <a:pt x="1602128" y="869524"/>
                  </a:lnTo>
                  <a:lnTo>
                    <a:pt x="1615479" y="866898"/>
                  </a:lnTo>
                  <a:lnTo>
                    <a:pt x="1628830" y="864526"/>
                  </a:lnTo>
                  <a:lnTo>
                    <a:pt x="1642181" y="862408"/>
                  </a:lnTo>
                  <a:lnTo>
                    <a:pt x="1655532" y="860545"/>
                  </a:lnTo>
                  <a:lnTo>
                    <a:pt x="1668883" y="858935"/>
                  </a:lnTo>
                  <a:lnTo>
                    <a:pt x="1682234" y="838895"/>
                  </a:lnTo>
                  <a:lnTo>
                    <a:pt x="1695585" y="811559"/>
                  </a:lnTo>
                  <a:lnTo>
                    <a:pt x="1708936" y="784094"/>
                  </a:lnTo>
                  <a:lnTo>
                    <a:pt x="1722287" y="756531"/>
                  </a:lnTo>
                  <a:lnTo>
                    <a:pt x="1735638" y="728901"/>
                  </a:lnTo>
                  <a:lnTo>
                    <a:pt x="1748989" y="701239"/>
                  </a:lnTo>
                  <a:lnTo>
                    <a:pt x="1762340" y="673578"/>
                  </a:lnTo>
                  <a:lnTo>
                    <a:pt x="1775691" y="645955"/>
                  </a:lnTo>
                  <a:lnTo>
                    <a:pt x="1789042" y="618406"/>
                  </a:lnTo>
                  <a:lnTo>
                    <a:pt x="1802394" y="590970"/>
                  </a:lnTo>
                  <a:lnTo>
                    <a:pt x="1815745" y="563687"/>
                  </a:lnTo>
                  <a:lnTo>
                    <a:pt x="1829096" y="536597"/>
                  </a:lnTo>
                  <a:lnTo>
                    <a:pt x="1842447" y="509742"/>
                  </a:lnTo>
                  <a:lnTo>
                    <a:pt x="1855798" y="483165"/>
                  </a:lnTo>
                  <a:lnTo>
                    <a:pt x="1869149" y="456910"/>
                  </a:lnTo>
                  <a:lnTo>
                    <a:pt x="1882500" y="431023"/>
                  </a:lnTo>
                  <a:lnTo>
                    <a:pt x="1895851" y="405548"/>
                  </a:lnTo>
                  <a:lnTo>
                    <a:pt x="1909202" y="380534"/>
                  </a:lnTo>
                  <a:lnTo>
                    <a:pt x="1922553" y="356027"/>
                  </a:lnTo>
                  <a:lnTo>
                    <a:pt x="1935904" y="332076"/>
                  </a:lnTo>
                  <a:lnTo>
                    <a:pt x="1949255" y="308731"/>
                  </a:lnTo>
                  <a:lnTo>
                    <a:pt x="1962606" y="286040"/>
                  </a:lnTo>
                  <a:lnTo>
                    <a:pt x="1975957" y="264053"/>
                  </a:lnTo>
                  <a:lnTo>
                    <a:pt x="1989309" y="242822"/>
                  </a:lnTo>
                  <a:lnTo>
                    <a:pt x="2002660" y="222397"/>
                  </a:lnTo>
                  <a:lnTo>
                    <a:pt x="2016011" y="202827"/>
                  </a:lnTo>
                  <a:lnTo>
                    <a:pt x="2029362" y="184164"/>
                  </a:lnTo>
                  <a:lnTo>
                    <a:pt x="2042713" y="166434"/>
                  </a:lnTo>
                  <a:lnTo>
                    <a:pt x="2056064" y="149639"/>
                  </a:lnTo>
                  <a:lnTo>
                    <a:pt x="2069415" y="133777"/>
                  </a:lnTo>
                  <a:lnTo>
                    <a:pt x="2082766" y="118845"/>
                  </a:lnTo>
                  <a:lnTo>
                    <a:pt x="2096117" y="104841"/>
                  </a:lnTo>
                  <a:lnTo>
                    <a:pt x="2109468" y="91758"/>
                  </a:lnTo>
                  <a:lnTo>
                    <a:pt x="2122819" y="79592"/>
                  </a:lnTo>
                  <a:lnTo>
                    <a:pt x="2136170" y="68335"/>
                  </a:lnTo>
                  <a:lnTo>
                    <a:pt x="2149521" y="57980"/>
                  </a:lnTo>
                  <a:lnTo>
                    <a:pt x="2162872" y="48518"/>
                  </a:lnTo>
                  <a:lnTo>
                    <a:pt x="2176223" y="39939"/>
                  </a:lnTo>
                  <a:lnTo>
                    <a:pt x="2189575" y="32233"/>
                  </a:lnTo>
                  <a:lnTo>
                    <a:pt x="2202926" y="25388"/>
                  </a:lnTo>
                  <a:lnTo>
                    <a:pt x="2216277" y="19392"/>
                  </a:lnTo>
                  <a:lnTo>
                    <a:pt x="2229628" y="14232"/>
                  </a:lnTo>
                  <a:lnTo>
                    <a:pt x="2242979" y="9894"/>
                  </a:lnTo>
                  <a:lnTo>
                    <a:pt x="2256330" y="6364"/>
                  </a:lnTo>
                  <a:lnTo>
                    <a:pt x="2269681" y="3625"/>
                  </a:lnTo>
                  <a:lnTo>
                    <a:pt x="2283032" y="1663"/>
                  </a:lnTo>
                  <a:lnTo>
                    <a:pt x="2296383" y="460"/>
                  </a:lnTo>
                  <a:lnTo>
                    <a:pt x="2309734" y="0"/>
                  </a:lnTo>
                  <a:lnTo>
                    <a:pt x="2309734" y="0"/>
                  </a:lnTo>
                  <a:lnTo>
                    <a:pt x="2323085" y="263"/>
                  </a:lnTo>
                  <a:lnTo>
                    <a:pt x="2336436" y="1233"/>
                  </a:lnTo>
                  <a:lnTo>
                    <a:pt x="2349787" y="2891"/>
                  </a:lnTo>
                  <a:lnTo>
                    <a:pt x="2363138" y="5217"/>
                  </a:lnTo>
                  <a:lnTo>
                    <a:pt x="2376489" y="8191"/>
                  </a:lnTo>
                  <a:lnTo>
                    <a:pt x="2389841" y="11794"/>
                  </a:lnTo>
                  <a:lnTo>
                    <a:pt x="2403192" y="16004"/>
                  </a:lnTo>
                  <a:lnTo>
                    <a:pt x="2416543" y="20803"/>
                  </a:lnTo>
                  <a:lnTo>
                    <a:pt x="2429894" y="26168"/>
                  </a:lnTo>
                  <a:lnTo>
                    <a:pt x="2443245" y="32078"/>
                  </a:lnTo>
                  <a:lnTo>
                    <a:pt x="2456596" y="38513"/>
                  </a:lnTo>
                  <a:lnTo>
                    <a:pt x="2469947" y="45451"/>
                  </a:lnTo>
                  <a:lnTo>
                    <a:pt x="2483298" y="52869"/>
                  </a:lnTo>
                  <a:lnTo>
                    <a:pt x="2496649" y="60748"/>
                  </a:lnTo>
                  <a:lnTo>
                    <a:pt x="2510000" y="69064"/>
                  </a:lnTo>
                  <a:lnTo>
                    <a:pt x="2523351" y="77797"/>
                  </a:lnTo>
                  <a:lnTo>
                    <a:pt x="2536702" y="86925"/>
                  </a:lnTo>
                  <a:lnTo>
                    <a:pt x="2550053" y="96427"/>
                  </a:lnTo>
                  <a:lnTo>
                    <a:pt x="2563404" y="106281"/>
                  </a:lnTo>
                  <a:lnTo>
                    <a:pt x="2576755" y="116465"/>
                  </a:lnTo>
                  <a:lnTo>
                    <a:pt x="2590107" y="126960"/>
                  </a:lnTo>
                  <a:lnTo>
                    <a:pt x="2603458" y="137745"/>
                  </a:lnTo>
                  <a:lnTo>
                    <a:pt x="2616809" y="148799"/>
                  </a:lnTo>
                  <a:lnTo>
                    <a:pt x="2630160" y="160101"/>
                  </a:lnTo>
                  <a:lnTo>
                    <a:pt x="2643511" y="171633"/>
                  </a:lnTo>
                  <a:lnTo>
                    <a:pt x="2656862" y="183374"/>
                  </a:lnTo>
                  <a:lnTo>
                    <a:pt x="2670213" y="195307"/>
                  </a:lnTo>
                  <a:lnTo>
                    <a:pt x="2683564" y="207412"/>
                  </a:lnTo>
                  <a:lnTo>
                    <a:pt x="2696915" y="219670"/>
                  </a:lnTo>
                  <a:lnTo>
                    <a:pt x="2710266" y="232066"/>
                  </a:lnTo>
                  <a:lnTo>
                    <a:pt x="2723617" y="244581"/>
                  </a:lnTo>
                  <a:lnTo>
                    <a:pt x="2736968" y="257198"/>
                  </a:lnTo>
                  <a:lnTo>
                    <a:pt x="2750319" y="269902"/>
                  </a:lnTo>
                  <a:lnTo>
                    <a:pt x="2763670" y="282678"/>
                  </a:lnTo>
                  <a:lnTo>
                    <a:pt x="2777021" y="295509"/>
                  </a:lnTo>
                  <a:lnTo>
                    <a:pt x="2790373" y="308383"/>
                  </a:lnTo>
                  <a:lnTo>
                    <a:pt x="2803724" y="321284"/>
                  </a:lnTo>
                  <a:lnTo>
                    <a:pt x="2817075" y="334200"/>
                  </a:lnTo>
                  <a:lnTo>
                    <a:pt x="2830426" y="347119"/>
                  </a:lnTo>
                  <a:lnTo>
                    <a:pt x="2843777" y="360028"/>
                  </a:lnTo>
                  <a:lnTo>
                    <a:pt x="2857128" y="372916"/>
                  </a:lnTo>
                  <a:lnTo>
                    <a:pt x="2870479" y="385772"/>
                  </a:lnTo>
                  <a:lnTo>
                    <a:pt x="2883830" y="398586"/>
                  </a:lnTo>
                  <a:lnTo>
                    <a:pt x="2897181" y="411348"/>
                  </a:lnTo>
                  <a:lnTo>
                    <a:pt x="2910532" y="424050"/>
                  </a:lnTo>
                  <a:lnTo>
                    <a:pt x="2923883" y="436682"/>
                  </a:lnTo>
                  <a:lnTo>
                    <a:pt x="2937234" y="449238"/>
                  </a:lnTo>
                  <a:lnTo>
                    <a:pt x="2950585" y="461709"/>
                  </a:lnTo>
                  <a:lnTo>
                    <a:pt x="2963936" y="474089"/>
                  </a:lnTo>
                  <a:lnTo>
                    <a:pt x="2977287" y="486372"/>
                  </a:lnTo>
                  <a:lnTo>
                    <a:pt x="2990639" y="498551"/>
                  </a:lnTo>
                  <a:lnTo>
                    <a:pt x="3003990" y="510622"/>
                  </a:lnTo>
                  <a:lnTo>
                    <a:pt x="3017341" y="522578"/>
                  </a:lnTo>
                  <a:lnTo>
                    <a:pt x="3030692" y="534417"/>
                  </a:lnTo>
                  <a:lnTo>
                    <a:pt x="3044043" y="546133"/>
                  </a:lnTo>
                  <a:lnTo>
                    <a:pt x="3057394" y="557724"/>
                  </a:lnTo>
                  <a:lnTo>
                    <a:pt x="3070745" y="569185"/>
                  </a:lnTo>
                  <a:lnTo>
                    <a:pt x="3084096" y="580514"/>
                  </a:lnTo>
                  <a:lnTo>
                    <a:pt x="3097447" y="591708"/>
                  </a:lnTo>
                  <a:lnTo>
                    <a:pt x="3110798" y="602764"/>
                  </a:lnTo>
                  <a:lnTo>
                    <a:pt x="3124149" y="613682"/>
                  </a:lnTo>
                  <a:lnTo>
                    <a:pt x="3137500" y="624457"/>
                  </a:lnTo>
                  <a:lnTo>
                    <a:pt x="3150851" y="635090"/>
                  </a:lnTo>
                  <a:lnTo>
                    <a:pt x="3164202" y="645579"/>
                  </a:lnTo>
                  <a:lnTo>
                    <a:pt x="3177553" y="655921"/>
                  </a:lnTo>
                  <a:lnTo>
                    <a:pt x="3190905" y="666118"/>
                  </a:lnTo>
                  <a:lnTo>
                    <a:pt x="3204256" y="676167"/>
                  </a:lnTo>
                  <a:lnTo>
                    <a:pt x="3217607" y="686068"/>
                  </a:lnTo>
                  <a:lnTo>
                    <a:pt x="3230958" y="695824"/>
                  </a:lnTo>
                  <a:lnTo>
                    <a:pt x="3244309" y="705440"/>
                  </a:lnTo>
                  <a:lnTo>
                    <a:pt x="3257660" y="714920"/>
                  </a:lnTo>
                  <a:lnTo>
                    <a:pt x="3271011" y="724269"/>
                  </a:lnTo>
                  <a:lnTo>
                    <a:pt x="3284362" y="733491"/>
                  </a:lnTo>
                  <a:lnTo>
                    <a:pt x="3297713" y="742589"/>
                  </a:lnTo>
                  <a:lnTo>
                    <a:pt x="3311064" y="751569"/>
                  </a:lnTo>
                  <a:lnTo>
                    <a:pt x="3324415" y="760433"/>
                  </a:lnTo>
                  <a:lnTo>
                    <a:pt x="3337766" y="769185"/>
                  </a:lnTo>
                  <a:lnTo>
                    <a:pt x="3351117" y="777829"/>
                  </a:lnTo>
                  <a:lnTo>
                    <a:pt x="3364468" y="786367"/>
                  </a:lnTo>
                  <a:lnTo>
                    <a:pt x="3377819" y="794805"/>
                  </a:lnTo>
                  <a:lnTo>
                    <a:pt x="3391171" y="803143"/>
                  </a:lnTo>
                  <a:lnTo>
                    <a:pt x="3404522" y="811386"/>
                  </a:lnTo>
                  <a:lnTo>
                    <a:pt x="3417873" y="819536"/>
                  </a:lnTo>
                  <a:lnTo>
                    <a:pt x="3431224" y="827596"/>
                  </a:lnTo>
                  <a:lnTo>
                    <a:pt x="3444575" y="835569"/>
                  </a:lnTo>
                  <a:lnTo>
                    <a:pt x="3457926" y="843458"/>
                  </a:lnTo>
                  <a:lnTo>
                    <a:pt x="3471277" y="851264"/>
                  </a:lnTo>
                  <a:lnTo>
                    <a:pt x="3484628" y="858990"/>
                  </a:lnTo>
                  <a:lnTo>
                    <a:pt x="3497979" y="866639"/>
                  </a:lnTo>
                  <a:lnTo>
                    <a:pt x="3511330" y="874212"/>
                  </a:lnTo>
                  <a:lnTo>
                    <a:pt x="3524681" y="881713"/>
                  </a:lnTo>
                  <a:lnTo>
                    <a:pt x="3538032" y="889142"/>
                  </a:lnTo>
                  <a:lnTo>
                    <a:pt x="3551383" y="896502"/>
                  </a:lnTo>
                  <a:lnTo>
                    <a:pt x="3564734" y="903795"/>
                  </a:lnTo>
                  <a:lnTo>
                    <a:pt x="3578085" y="911023"/>
                  </a:lnTo>
                  <a:lnTo>
                    <a:pt x="3591437" y="918187"/>
                  </a:lnTo>
                  <a:lnTo>
                    <a:pt x="3604788" y="925289"/>
                  </a:lnTo>
                  <a:lnTo>
                    <a:pt x="3618139" y="932331"/>
                  </a:lnTo>
                  <a:lnTo>
                    <a:pt x="3631490" y="939314"/>
                  </a:lnTo>
                  <a:lnTo>
                    <a:pt x="3644841" y="946241"/>
                  </a:lnTo>
                  <a:lnTo>
                    <a:pt x="3658192" y="953111"/>
                  </a:lnTo>
                  <a:lnTo>
                    <a:pt x="3671543" y="959927"/>
                  </a:lnTo>
                  <a:lnTo>
                    <a:pt x="3684894" y="966691"/>
                  </a:lnTo>
                  <a:lnTo>
                    <a:pt x="3698245" y="973402"/>
                  </a:lnTo>
                  <a:lnTo>
                    <a:pt x="3711596" y="980064"/>
                  </a:lnTo>
                  <a:lnTo>
                    <a:pt x="3724947" y="986676"/>
                  </a:lnTo>
                  <a:lnTo>
                    <a:pt x="3738298" y="993241"/>
                  </a:lnTo>
                  <a:lnTo>
                    <a:pt x="3751649" y="999759"/>
                  </a:lnTo>
                  <a:lnTo>
                    <a:pt x="3765000" y="1006231"/>
                  </a:lnTo>
                  <a:lnTo>
                    <a:pt x="3778352" y="1012658"/>
                  </a:lnTo>
                  <a:lnTo>
                    <a:pt x="3791703" y="1019043"/>
                  </a:lnTo>
                  <a:lnTo>
                    <a:pt x="3805054" y="1025384"/>
                  </a:lnTo>
                  <a:lnTo>
                    <a:pt x="3818405" y="1031684"/>
                  </a:lnTo>
                  <a:lnTo>
                    <a:pt x="3831756" y="1037944"/>
                  </a:lnTo>
                  <a:lnTo>
                    <a:pt x="3845107" y="1044163"/>
                  </a:lnTo>
                  <a:lnTo>
                    <a:pt x="3858458" y="1050344"/>
                  </a:lnTo>
                  <a:lnTo>
                    <a:pt x="3871809" y="1056487"/>
                  </a:lnTo>
                  <a:lnTo>
                    <a:pt x="3885160" y="1062593"/>
                  </a:lnTo>
                  <a:lnTo>
                    <a:pt x="3898511" y="1068662"/>
                  </a:lnTo>
                  <a:lnTo>
                    <a:pt x="3911862" y="1074695"/>
                  </a:lnTo>
                  <a:lnTo>
                    <a:pt x="3925213" y="1080694"/>
                  </a:lnTo>
                  <a:lnTo>
                    <a:pt x="3938564" y="1086658"/>
                  </a:lnTo>
                  <a:lnTo>
                    <a:pt x="3951915" y="1092589"/>
                  </a:lnTo>
                  <a:lnTo>
                    <a:pt x="3965266" y="1098487"/>
                  </a:lnTo>
                  <a:lnTo>
                    <a:pt x="3978618" y="1104352"/>
                  </a:lnTo>
                  <a:lnTo>
                    <a:pt x="3991969" y="1110187"/>
                  </a:lnTo>
                  <a:lnTo>
                    <a:pt x="3991969" y="11101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41407" y="4353121"/>
              <a:ext cx="3991969" cy="1987463"/>
            </a:xfrm>
            <a:custGeom>
              <a:avLst/>
              <a:pathLst>
                <a:path w="3991969" h="1987463">
                  <a:moveTo>
                    <a:pt x="3991969" y="1862125"/>
                  </a:moveTo>
                  <a:lnTo>
                    <a:pt x="3978618" y="1851725"/>
                  </a:lnTo>
                  <a:lnTo>
                    <a:pt x="3965266" y="1841233"/>
                  </a:lnTo>
                  <a:lnTo>
                    <a:pt x="3951915" y="1830646"/>
                  </a:lnTo>
                  <a:lnTo>
                    <a:pt x="3938564" y="1819965"/>
                  </a:lnTo>
                  <a:lnTo>
                    <a:pt x="3925213" y="1809189"/>
                  </a:lnTo>
                  <a:lnTo>
                    <a:pt x="3911862" y="1798318"/>
                  </a:lnTo>
                  <a:lnTo>
                    <a:pt x="3898511" y="1787351"/>
                  </a:lnTo>
                  <a:lnTo>
                    <a:pt x="3885160" y="1776287"/>
                  </a:lnTo>
                  <a:lnTo>
                    <a:pt x="3871809" y="1765126"/>
                  </a:lnTo>
                  <a:lnTo>
                    <a:pt x="3858458" y="1753867"/>
                  </a:lnTo>
                  <a:lnTo>
                    <a:pt x="3845107" y="1742511"/>
                  </a:lnTo>
                  <a:lnTo>
                    <a:pt x="3831756" y="1731056"/>
                  </a:lnTo>
                  <a:lnTo>
                    <a:pt x="3818405" y="1719503"/>
                  </a:lnTo>
                  <a:lnTo>
                    <a:pt x="3805054" y="1707850"/>
                  </a:lnTo>
                  <a:lnTo>
                    <a:pt x="3791703" y="1696097"/>
                  </a:lnTo>
                  <a:lnTo>
                    <a:pt x="3778352" y="1684244"/>
                  </a:lnTo>
                  <a:lnTo>
                    <a:pt x="3765000" y="1672291"/>
                  </a:lnTo>
                  <a:lnTo>
                    <a:pt x="3751649" y="1660237"/>
                  </a:lnTo>
                  <a:lnTo>
                    <a:pt x="3738298" y="1648081"/>
                  </a:lnTo>
                  <a:lnTo>
                    <a:pt x="3724947" y="1635825"/>
                  </a:lnTo>
                  <a:lnTo>
                    <a:pt x="3711596" y="1623466"/>
                  </a:lnTo>
                  <a:lnTo>
                    <a:pt x="3698245" y="1611006"/>
                  </a:lnTo>
                  <a:lnTo>
                    <a:pt x="3684894" y="1598443"/>
                  </a:lnTo>
                  <a:lnTo>
                    <a:pt x="3671543" y="1585778"/>
                  </a:lnTo>
                  <a:lnTo>
                    <a:pt x="3658192" y="1573011"/>
                  </a:lnTo>
                  <a:lnTo>
                    <a:pt x="3644841" y="1560140"/>
                  </a:lnTo>
                  <a:lnTo>
                    <a:pt x="3631490" y="1547167"/>
                  </a:lnTo>
                  <a:lnTo>
                    <a:pt x="3618139" y="1534091"/>
                  </a:lnTo>
                  <a:lnTo>
                    <a:pt x="3604788" y="1520913"/>
                  </a:lnTo>
                  <a:lnTo>
                    <a:pt x="3591437" y="1507631"/>
                  </a:lnTo>
                  <a:lnTo>
                    <a:pt x="3578085" y="1494247"/>
                  </a:lnTo>
                  <a:lnTo>
                    <a:pt x="3564734" y="1480760"/>
                  </a:lnTo>
                  <a:lnTo>
                    <a:pt x="3551383" y="1467171"/>
                  </a:lnTo>
                  <a:lnTo>
                    <a:pt x="3538032" y="1453480"/>
                  </a:lnTo>
                  <a:lnTo>
                    <a:pt x="3524681" y="1439686"/>
                  </a:lnTo>
                  <a:lnTo>
                    <a:pt x="3511330" y="1425791"/>
                  </a:lnTo>
                  <a:lnTo>
                    <a:pt x="3497979" y="1411795"/>
                  </a:lnTo>
                  <a:lnTo>
                    <a:pt x="3484628" y="1397698"/>
                  </a:lnTo>
                  <a:lnTo>
                    <a:pt x="3471277" y="1383500"/>
                  </a:lnTo>
                  <a:lnTo>
                    <a:pt x="3457926" y="1369203"/>
                  </a:lnTo>
                  <a:lnTo>
                    <a:pt x="3444575" y="1354807"/>
                  </a:lnTo>
                  <a:lnTo>
                    <a:pt x="3431224" y="1340313"/>
                  </a:lnTo>
                  <a:lnTo>
                    <a:pt x="3417873" y="1325721"/>
                  </a:lnTo>
                  <a:lnTo>
                    <a:pt x="3404522" y="1311033"/>
                  </a:lnTo>
                  <a:lnTo>
                    <a:pt x="3391171" y="1296249"/>
                  </a:lnTo>
                  <a:lnTo>
                    <a:pt x="3377819" y="1281370"/>
                  </a:lnTo>
                  <a:lnTo>
                    <a:pt x="3364468" y="1266398"/>
                  </a:lnTo>
                  <a:lnTo>
                    <a:pt x="3351117" y="1251334"/>
                  </a:lnTo>
                  <a:lnTo>
                    <a:pt x="3337766" y="1236179"/>
                  </a:lnTo>
                  <a:lnTo>
                    <a:pt x="3324415" y="1220935"/>
                  </a:lnTo>
                  <a:lnTo>
                    <a:pt x="3311064" y="1205603"/>
                  </a:lnTo>
                  <a:lnTo>
                    <a:pt x="3297713" y="1190186"/>
                  </a:lnTo>
                  <a:lnTo>
                    <a:pt x="3284362" y="1174683"/>
                  </a:lnTo>
                  <a:lnTo>
                    <a:pt x="3271011" y="1159099"/>
                  </a:lnTo>
                  <a:lnTo>
                    <a:pt x="3257660" y="1143435"/>
                  </a:lnTo>
                  <a:lnTo>
                    <a:pt x="3244309" y="1127692"/>
                  </a:lnTo>
                  <a:lnTo>
                    <a:pt x="3230958" y="1111874"/>
                  </a:lnTo>
                  <a:lnTo>
                    <a:pt x="3217607" y="1095982"/>
                  </a:lnTo>
                  <a:lnTo>
                    <a:pt x="3204256" y="1080020"/>
                  </a:lnTo>
                  <a:lnTo>
                    <a:pt x="3190905" y="1063991"/>
                  </a:lnTo>
                  <a:lnTo>
                    <a:pt x="3177553" y="1047902"/>
                  </a:lnTo>
                  <a:lnTo>
                    <a:pt x="3164202" y="1031761"/>
                  </a:lnTo>
                  <a:lnTo>
                    <a:pt x="3150851" y="1015574"/>
                  </a:lnTo>
                  <a:lnTo>
                    <a:pt x="3137500" y="999349"/>
                  </a:lnTo>
                  <a:lnTo>
                    <a:pt x="3124149" y="983094"/>
                  </a:lnTo>
                  <a:lnTo>
                    <a:pt x="3110798" y="966815"/>
                  </a:lnTo>
                  <a:lnTo>
                    <a:pt x="3097447" y="950520"/>
                  </a:lnTo>
                  <a:lnTo>
                    <a:pt x="3084096" y="934217"/>
                  </a:lnTo>
                  <a:lnTo>
                    <a:pt x="3070745" y="917914"/>
                  </a:lnTo>
                  <a:lnTo>
                    <a:pt x="3057394" y="901619"/>
                  </a:lnTo>
                  <a:lnTo>
                    <a:pt x="3044043" y="885339"/>
                  </a:lnTo>
                  <a:lnTo>
                    <a:pt x="3030692" y="869083"/>
                  </a:lnTo>
                  <a:lnTo>
                    <a:pt x="3017341" y="852857"/>
                  </a:lnTo>
                  <a:lnTo>
                    <a:pt x="3003990" y="836670"/>
                  </a:lnTo>
                  <a:lnTo>
                    <a:pt x="2990639" y="820529"/>
                  </a:lnTo>
                  <a:lnTo>
                    <a:pt x="2977287" y="804442"/>
                  </a:lnTo>
                  <a:lnTo>
                    <a:pt x="2963936" y="788417"/>
                  </a:lnTo>
                  <a:lnTo>
                    <a:pt x="2950585" y="772460"/>
                  </a:lnTo>
                  <a:lnTo>
                    <a:pt x="2937234" y="756580"/>
                  </a:lnTo>
                  <a:lnTo>
                    <a:pt x="2923883" y="740783"/>
                  </a:lnTo>
                  <a:lnTo>
                    <a:pt x="2910532" y="725077"/>
                  </a:lnTo>
                  <a:lnTo>
                    <a:pt x="2897181" y="709468"/>
                  </a:lnTo>
                  <a:lnTo>
                    <a:pt x="2883830" y="693962"/>
                  </a:lnTo>
                  <a:lnTo>
                    <a:pt x="2870479" y="678567"/>
                  </a:lnTo>
                  <a:lnTo>
                    <a:pt x="2857128" y="663288"/>
                  </a:lnTo>
                  <a:lnTo>
                    <a:pt x="2843777" y="648131"/>
                  </a:lnTo>
                  <a:lnTo>
                    <a:pt x="2830426" y="633102"/>
                  </a:lnTo>
                  <a:lnTo>
                    <a:pt x="2817075" y="618206"/>
                  </a:lnTo>
                  <a:lnTo>
                    <a:pt x="2803724" y="603449"/>
                  </a:lnTo>
                  <a:lnTo>
                    <a:pt x="2790373" y="588836"/>
                  </a:lnTo>
                  <a:lnTo>
                    <a:pt x="2777021" y="574371"/>
                  </a:lnTo>
                  <a:lnTo>
                    <a:pt x="2763670" y="560058"/>
                  </a:lnTo>
                  <a:lnTo>
                    <a:pt x="2750319" y="545901"/>
                  </a:lnTo>
                  <a:lnTo>
                    <a:pt x="2736968" y="531905"/>
                  </a:lnTo>
                  <a:lnTo>
                    <a:pt x="2723617" y="518072"/>
                  </a:lnTo>
                  <a:lnTo>
                    <a:pt x="2710266" y="504407"/>
                  </a:lnTo>
                  <a:lnTo>
                    <a:pt x="2696915" y="490911"/>
                  </a:lnTo>
                  <a:lnTo>
                    <a:pt x="2683564" y="477588"/>
                  </a:lnTo>
                  <a:lnTo>
                    <a:pt x="2670213" y="464440"/>
                  </a:lnTo>
                  <a:lnTo>
                    <a:pt x="2656862" y="451469"/>
                  </a:lnTo>
                  <a:lnTo>
                    <a:pt x="2643511" y="438677"/>
                  </a:lnTo>
                  <a:lnTo>
                    <a:pt x="2630160" y="426067"/>
                  </a:lnTo>
                  <a:lnTo>
                    <a:pt x="2616809" y="413638"/>
                  </a:lnTo>
                  <a:lnTo>
                    <a:pt x="2603458" y="401393"/>
                  </a:lnTo>
                  <a:lnTo>
                    <a:pt x="2590107" y="389332"/>
                  </a:lnTo>
                  <a:lnTo>
                    <a:pt x="2576755" y="377457"/>
                  </a:lnTo>
                  <a:lnTo>
                    <a:pt x="2563404" y="365768"/>
                  </a:lnTo>
                  <a:lnTo>
                    <a:pt x="2550053" y="354266"/>
                  </a:lnTo>
                  <a:lnTo>
                    <a:pt x="2536702" y="342951"/>
                  </a:lnTo>
                  <a:lnTo>
                    <a:pt x="2523351" y="331823"/>
                  </a:lnTo>
                  <a:lnTo>
                    <a:pt x="2510000" y="320882"/>
                  </a:lnTo>
                  <a:lnTo>
                    <a:pt x="2496649" y="310129"/>
                  </a:lnTo>
                  <a:lnTo>
                    <a:pt x="2483298" y="299563"/>
                  </a:lnTo>
                  <a:lnTo>
                    <a:pt x="2469947" y="289184"/>
                  </a:lnTo>
                  <a:lnTo>
                    <a:pt x="2456596" y="278992"/>
                  </a:lnTo>
                  <a:lnTo>
                    <a:pt x="2443245" y="268986"/>
                  </a:lnTo>
                  <a:lnTo>
                    <a:pt x="2429894" y="259167"/>
                  </a:lnTo>
                  <a:lnTo>
                    <a:pt x="2416543" y="249532"/>
                  </a:lnTo>
                  <a:lnTo>
                    <a:pt x="2403192" y="240083"/>
                  </a:lnTo>
                  <a:lnTo>
                    <a:pt x="2389841" y="230818"/>
                  </a:lnTo>
                  <a:lnTo>
                    <a:pt x="2376489" y="221738"/>
                  </a:lnTo>
                  <a:lnTo>
                    <a:pt x="2363138" y="212840"/>
                  </a:lnTo>
                  <a:lnTo>
                    <a:pt x="2349787" y="204126"/>
                  </a:lnTo>
                  <a:lnTo>
                    <a:pt x="2336436" y="195593"/>
                  </a:lnTo>
                  <a:lnTo>
                    <a:pt x="2323085" y="187242"/>
                  </a:lnTo>
                  <a:lnTo>
                    <a:pt x="2309734" y="179072"/>
                  </a:lnTo>
                  <a:lnTo>
                    <a:pt x="2296383" y="171082"/>
                  </a:lnTo>
                  <a:lnTo>
                    <a:pt x="2283032" y="163272"/>
                  </a:lnTo>
                  <a:lnTo>
                    <a:pt x="2269681" y="155641"/>
                  </a:lnTo>
                  <a:lnTo>
                    <a:pt x="2256330" y="148189"/>
                  </a:lnTo>
                  <a:lnTo>
                    <a:pt x="2242979" y="140916"/>
                  </a:lnTo>
                  <a:lnTo>
                    <a:pt x="2229628" y="133820"/>
                  </a:lnTo>
                  <a:lnTo>
                    <a:pt x="2216277" y="126901"/>
                  </a:lnTo>
                  <a:lnTo>
                    <a:pt x="2202926" y="120159"/>
                  </a:lnTo>
                  <a:lnTo>
                    <a:pt x="2189575" y="113594"/>
                  </a:lnTo>
                  <a:lnTo>
                    <a:pt x="2176223" y="107205"/>
                  </a:lnTo>
                  <a:lnTo>
                    <a:pt x="2162872" y="100992"/>
                  </a:lnTo>
                  <a:lnTo>
                    <a:pt x="2149521" y="94955"/>
                  </a:lnTo>
                  <a:lnTo>
                    <a:pt x="2136170" y="89093"/>
                  </a:lnTo>
                  <a:lnTo>
                    <a:pt x="2122819" y="83406"/>
                  </a:lnTo>
                  <a:lnTo>
                    <a:pt x="2109468" y="77895"/>
                  </a:lnTo>
                  <a:lnTo>
                    <a:pt x="2096117" y="72558"/>
                  </a:lnTo>
                  <a:lnTo>
                    <a:pt x="2082766" y="67397"/>
                  </a:lnTo>
                  <a:lnTo>
                    <a:pt x="2069415" y="62411"/>
                  </a:lnTo>
                  <a:lnTo>
                    <a:pt x="2056064" y="57600"/>
                  </a:lnTo>
                  <a:lnTo>
                    <a:pt x="2042713" y="52964"/>
                  </a:lnTo>
                  <a:lnTo>
                    <a:pt x="2029362" y="48504"/>
                  </a:lnTo>
                  <a:lnTo>
                    <a:pt x="2016011" y="44220"/>
                  </a:lnTo>
                  <a:lnTo>
                    <a:pt x="2002660" y="40112"/>
                  </a:lnTo>
                  <a:lnTo>
                    <a:pt x="1989309" y="36185"/>
                  </a:lnTo>
                  <a:lnTo>
                    <a:pt x="1975957" y="32441"/>
                  </a:lnTo>
                  <a:lnTo>
                    <a:pt x="1962606" y="28883"/>
                  </a:lnTo>
                  <a:lnTo>
                    <a:pt x="1949255" y="25514"/>
                  </a:lnTo>
                  <a:lnTo>
                    <a:pt x="1935904" y="22338"/>
                  </a:lnTo>
                  <a:lnTo>
                    <a:pt x="1922553" y="19358"/>
                  </a:lnTo>
                  <a:lnTo>
                    <a:pt x="1909202" y="16576"/>
                  </a:lnTo>
                  <a:lnTo>
                    <a:pt x="1895851" y="13998"/>
                  </a:lnTo>
                  <a:lnTo>
                    <a:pt x="1882500" y="11626"/>
                  </a:lnTo>
                  <a:lnTo>
                    <a:pt x="1869149" y="9463"/>
                  </a:lnTo>
                  <a:lnTo>
                    <a:pt x="1855798" y="7514"/>
                  </a:lnTo>
                  <a:lnTo>
                    <a:pt x="1842447" y="5782"/>
                  </a:lnTo>
                  <a:lnTo>
                    <a:pt x="1829096" y="4269"/>
                  </a:lnTo>
                  <a:lnTo>
                    <a:pt x="1815745" y="2980"/>
                  </a:lnTo>
                  <a:lnTo>
                    <a:pt x="1802394" y="1918"/>
                  </a:lnTo>
                  <a:lnTo>
                    <a:pt x="1789042" y="1086"/>
                  </a:lnTo>
                  <a:lnTo>
                    <a:pt x="1775691" y="487"/>
                  </a:lnTo>
                  <a:lnTo>
                    <a:pt x="1762340" y="124"/>
                  </a:lnTo>
                  <a:lnTo>
                    <a:pt x="1748989" y="0"/>
                  </a:lnTo>
                  <a:lnTo>
                    <a:pt x="1735638" y="117"/>
                  </a:lnTo>
                  <a:lnTo>
                    <a:pt x="1722287" y="478"/>
                  </a:lnTo>
                  <a:lnTo>
                    <a:pt x="1708936" y="1085"/>
                  </a:lnTo>
                  <a:lnTo>
                    <a:pt x="1695585" y="1940"/>
                  </a:lnTo>
                  <a:lnTo>
                    <a:pt x="1682234" y="3046"/>
                  </a:lnTo>
                  <a:lnTo>
                    <a:pt x="1668883" y="11540"/>
                  </a:lnTo>
                  <a:lnTo>
                    <a:pt x="1655532" y="38531"/>
                  </a:lnTo>
                  <a:lnTo>
                    <a:pt x="1642181" y="65309"/>
                  </a:lnTo>
                  <a:lnTo>
                    <a:pt x="1628830" y="91848"/>
                  </a:lnTo>
                  <a:lnTo>
                    <a:pt x="1615479" y="118124"/>
                  </a:lnTo>
                  <a:lnTo>
                    <a:pt x="1602128" y="144114"/>
                  </a:lnTo>
                  <a:lnTo>
                    <a:pt x="1588776" y="169796"/>
                  </a:lnTo>
                  <a:lnTo>
                    <a:pt x="1575425" y="195149"/>
                  </a:lnTo>
                  <a:lnTo>
                    <a:pt x="1562074" y="220155"/>
                  </a:lnTo>
                  <a:lnTo>
                    <a:pt x="1548723" y="244795"/>
                  </a:lnTo>
                  <a:lnTo>
                    <a:pt x="1535372" y="269053"/>
                  </a:lnTo>
                  <a:lnTo>
                    <a:pt x="1522021" y="292913"/>
                  </a:lnTo>
                  <a:lnTo>
                    <a:pt x="1508670" y="316361"/>
                  </a:lnTo>
                  <a:lnTo>
                    <a:pt x="1495319" y="339384"/>
                  </a:lnTo>
                  <a:lnTo>
                    <a:pt x="1481968" y="361969"/>
                  </a:lnTo>
                  <a:lnTo>
                    <a:pt x="1468617" y="384107"/>
                  </a:lnTo>
                  <a:lnTo>
                    <a:pt x="1455266" y="405788"/>
                  </a:lnTo>
                  <a:lnTo>
                    <a:pt x="1441915" y="427005"/>
                  </a:lnTo>
                  <a:lnTo>
                    <a:pt x="1428564" y="447749"/>
                  </a:lnTo>
                  <a:lnTo>
                    <a:pt x="1415213" y="468016"/>
                  </a:lnTo>
                  <a:lnTo>
                    <a:pt x="1401862" y="487802"/>
                  </a:lnTo>
                  <a:lnTo>
                    <a:pt x="1388510" y="507105"/>
                  </a:lnTo>
                  <a:lnTo>
                    <a:pt x="1375159" y="525922"/>
                  </a:lnTo>
                  <a:lnTo>
                    <a:pt x="1361808" y="544255"/>
                  </a:lnTo>
                  <a:lnTo>
                    <a:pt x="1348457" y="562106"/>
                  </a:lnTo>
                  <a:lnTo>
                    <a:pt x="1335106" y="579477"/>
                  </a:lnTo>
                  <a:lnTo>
                    <a:pt x="1321755" y="596385"/>
                  </a:lnTo>
                  <a:lnTo>
                    <a:pt x="1308404" y="612861"/>
                  </a:lnTo>
                  <a:lnTo>
                    <a:pt x="1295053" y="628938"/>
                  </a:lnTo>
                  <a:lnTo>
                    <a:pt x="1281702" y="644650"/>
                  </a:lnTo>
                  <a:lnTo>
                    <a:pt x="1268351" y="660029"/>
                  </a:lnTo>
                  <a:lnTo>
                    <a:pt x="1255000" y="675106"/>
                  </a:lnTo>
                  <a:lnTo>
                    <a:pt x="1241649" y="689914"/>
                  </a:lnTo>
                  <a:lnTo>
                    <a:pt x="1228298" y="704483"/>
                  </a:lnTo>
                  <a:lnTo>
                    <a:pt x="1214947" y="718844"/>
                  </a:lnTo>
                  <a:lnTo>
                    <a:pt x="1201596" y="733024"/>
                  </a:lnTo>
                  <a:lnTo>
                    <a:pt x="1188244" y="747055"/>
                  </a:lnTo>
                  <a:lnTo>
                    <a:pt x="1174893" y="760961"/>
                  </a:lnTo>
                  <a:lnTo>
                    <a:pt x="1161542" y="774771"/>
                  </a:lnTo>
                  <a:lnTo>
                    <a:pt x="1148191" y="788508"/>
                  </a:lnTo>
                  <a:lnTo>
                    <a:pt x="1134840" y="802197"/>
                  </a:lnTo>
                  <a:lnTo>
                    <a:pt x="1121489" y="815860"/>
                  </a:lnTo>
                  <a:lnTo>
                    <a:pt x="1108138" y="829519"/>
                  </a:lnTo>
                  <a:lnTo>
                    <a:pt x="1094787" y="843191"/>
                  </a:lnTo>
                  <a:lnTo>
                    <a:pt x="1081436" y="856894"/>
                  </a:lnTo>
                  <a:lnTo>
                    <a:pt x="1068085" y="870645"/>
                  </a:lnTo>
                  <a:lnTo>
                    <a:pt x="1054734" y="884457"/>
                  </a:lnTo>
                  <a:lnTo>
                    <a:pt x="1041383" y="898343"/>
                  </a:lnTo>
                  <a:lnTo>
                    <a:pt x="1028032" y="912312"/>
                  </a:lnTo>
                  <a:lnTo>
                    <a:pt x="1014681" y="926373"/>
                  </a:lnTo>
                  <a:lnTo>
                    <a:pt x="1001330" y="940533"/>
                  </a:lnTo>
                  <a:lnTo>
                    <a:pt x="987978" y="954798"/>
                  </a:lnTo>
                  <a:lnTo>
                    <a:pt x="974627" y="969170"/>
                  </a:lnTo>
                  <a:lnTo>
                    <a:pt x="961276" y="983652"/>
                  </a:lnTo>
                  <a:lnTo>
                    <a:pt x="947925" y="998244"/>
                  </a:lnTo>
                  <a:lnTo>
                    <a:pt x="934574" y="1012946"/>
                  </a:lnTo>
                  <a:lnTo>
                    <a:pt x="921223" y="1027757"/>
                  </a:lnTo>
                  <a:lnTo>
                    <a:pt x="907872" y="1042672"/>
                  </a:lnTo>
                  <a:lnTo>
                    <a:pt x="894521" y="1057689"/>
                  </a:lnTo>
                  <a:lnTo>
                    <a:pt x="881170" y="1072803"/>
                  </a:lnTo>
                  <a:lnTo>
                    <a:pt x="867819" y="1088007"/>
                  </a:lnTo>
                  <a:lnTo>
                    <a:pt x="854468" y="1103297"/>
                  </a:lnTo>
                  <a:lnTo>
                    <a:pt x="841117" y="1118666"/>
                  </a:lnTo>
                  <a:lnTo>
                    <a:pt x="827766" y="1134106"/>
                  </a:lnTo>
                  <a:lnTo>
                    <a:pt x="814415" y="1149611"/>
                  </a:lnTo>
                  <a:lnTo>
                    <a:pt x="801064" y="1165173"/>
                  </a:lnTo>
                  <a:lnTo>
                    <a:pt x="787712" y="1180783"/>
                  </a:lnTo>
                  <a:lnTo>
                    <a:pt x="774361" y="1196435"/>
                  </a:lnTo>
                  <a:lnTo>
                    <a:pt x="761010" y="1212120"/>
                  </a:lnTo>
                  <a:lnTo>
                    <a:pt x="747659" y="1227830"/>
                  </a:lnTo>
                  <a:lnTo>
                    <a:pt x="734308" y="1243557"/>
                  </a:lnTo>
                  <a:lnTo>
                    <a:pt x="720957" y="1259294"/>
                  </a:lnTo>
                  <a:lnTo>
                    <a:pt x="707606" y="1275032"/>
                  </a:lnTo>
                  <a:lnTo>
                    <a:pt x="694255" y="1290764"/>
                  </a:lnTo>
                  <a:lnTo>
                    <a:pt x="680904" y="1306483"/>
                  </a:lnTo>
                  <a:lnTo>
                    <a:pt x="667553" y="1322180"/>
                  </a:lnTo>
                  <a:lnTo>
                    <a:pt x="654202" y="1337850"/>
                  </a:lnTo>
                  <a:lnTo>
                    <a:pt x="640851" y="1353484"/>
                  </a:lnTo>
                  <a:lnTo>
                    <a:pt x="627500" y="1369076"/>
                  </a:lnTo>
                  <a:lnTo>
                    <a:pt x="614149" y="1384620"/>
                  </a:lnTo>
                  <a:lnTo>
                    <a:pt x="600798" y="1400109"/>
                  </a:lnTo>
                  <a:lnTo>
                    <a:pt x="587446" y="1415538"/>
                  </a:lnTo>
                  <a:lnTo>
                    <a:pt x="574095" y="1430900"/>
                  </a:lnTo>
                  <a:lnTo>
                    <a:pt x="560744" y="1446190"/>
                  </a:lnTo>
                  <a:lnTo>
                    <a:pt x="547393" y="1461402"/>
                  </a:lnTo>
                  <a:lnTo>
                    <a:pt x="534042" y="1476532"/>
                  </a:lnTo>
                  <a:lnTo>
                    <a:pt x="520691" y="1491574"/>
                  </a:lnTo>
                  <a:lnTo>
                    <a:pt x="507340" y="1506523"/>
                  </a:lnTo>
                  <a:lnTo>
                    <a:pt x="493989" y="1521376"/>
                  </a:lnTo>
                  <a:lnTo>
                    <a:pt x="480638" y="1536128"/>
                  </a:lnTo>
                  <a:lnTo>
                    <a:pt x="467287" y="1550775"/>
                  </a:lnTo>
                  <a:lnTo>
                    <a:pt x="453936" y="1565314"/>
                  </a:lnTo>
                  <a:lnTo>
                    <a:pt x="440585" y="1579739"/>
                  </a:lnTo>
                  <a:lnTo>
                    <a:pt x="427234" y="1594049"/>
                  </a:lnTo>
                  <a:lnTo>
                    <a:pt x="413883" y="1608240"/>
                  </a:lnTo>
                  <a:lnTo>
                    <a:pt x="400532" y="1622310"/>
                  </a:lnTo>
                  <a:lnTo>
                    <a:pt x="387180" y="1636256"/>
                  </a:lnTo>
                  <a:lnTo>
                    <a:pt x="373829" y="1650079"/>
                  </a:lnTo>
                  <a:lnTo>
                    <a:pt x="360478" y="1663778"/>
                  </a:lnTo>
                  <a:lnTo>
                    <a:pt x="347127" y="1677352"/>
                  </a:lnTo>
                  <a:lnTo>
                    <a:pt x="333776" y="1690802"/>
                  </a:lnTo>
                  <a:lnTo>
                    <a:pt x="320425" y="1704127"/>
                  </a:lnTo>
                  <a:lnTo>
                    <a:pt x="307074" y="1717327"/>
                  </a:lnTo>
                  <a:lnTo>
                    <a:pt x="293723" y="1730403"/>
                  </a:lnTo>
                  <a:lnTo>
                    <a:pt x="280372" y="1743354"/>
                  </a:lnTo>
                  <a:lnTo>
                    <a:pt x="267021" y="1756181"/>
                  </a:lnTo>
                  <a:lnTo>
                    <a:pt x="253670" y="1768884"/>
                  </a:lnTo>
                  <a:lnTo>
                    <a:pt x="240319" y="1781463"/>
                  </a:lnTo>
                  <a:lnTo>
                    <a:pt x="226968" y="1793920"/>
                  </a:lnTo>
                  <a:lnTo>
                    <a:pt x="213617" y="1806253"/>
                  </a:lnTo>
                  <a:lnTo>
                    <a:pt x="200266" y="1818465"/>
                  </a:lnTo>
                  <a:lnTo>
                    <a:pt x="186914" y="1830555"/>
                  </a:lnTo>
                  <a:lnTo>
                    <a:pt x="173563" y="1842524"/>
                  </a:lnTo>
                  <a:lnTo>
                    <a:pt x="160212" y="1854373"/>
                  </a:lnTo>
                  <a:lnTo>
                    <a:pt x="146861" y="1866103"/>
                  </a:lnTo>
                  <a:lnTo>
                    <a:pt x="133510" y="1877713"/>
                  </a:lnTo>
                  <a:lnTo>
                    <a:pt x="120159" y="1889206"/>
                  </a:lnTo>
                  <a:lnTo>
                    <a:pt x="106808" y="1900581"/>
                  </a:lnTo>
                  <a:lnTo>
                    <a:pt x="93457" y="1911840"/>
                  </a:lnTo>
                  <a:lnTo>
                    <a:pt x="80106" y="1922984"/>
                  </a:lnTo>
                  <a:lnTo>
                    <a:pt x="66755" y="1934012"/>
                  </a:lnTo>
                  <a:lnTo>
                    <a:pt x="53404" y="1944927"/>
                  </a:lnTo>
                  <a:lnTo>
                    <a:pt x="40053" y="1955728"/>
                  </a:lnTo>
                  <a:lnTo>
                    <a:pt x="26702" y="1966417"/>
                  </a:lnTo>
                  <a:lnTo>
                    <a:pt x="13351" y="1976995"/>
                  </a:lnTo>
                  <a:lnTo>
                    <a:pt x="0" y="1987463"/>
                  </a:lnTo>
                  <a:lnTo>
                    <a:pt x="0" y="1987463"/>
                  </a:lnTo>
                  <a:lnTo>
                    <a:pt x="0" y="19874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41407" y="4031900"/>
              <a:ext cx="3991969" cy="1560917"/>
            </a:xfrm>
            <a:custGeom>
              <a:avLst/>
              <a:pathLst>
                <a:path w="3991969" h="1560917">
                  <a:moveTo>
                    <a:pt x="0" y="1401986"/>
                  </a:moveTo>
                  <a:lnTo>
                    <a:pt x="13351" y="1396723"/>
                  </a:lnTo>
                  <a:lnTo>
                    <a:pt x="26702" y="1391446"/>
                  </a:lnTo>
                  <a:lnTo>
                    <a:pt x="40053" y="1386153"/>
                  </a:lnTo>
                  <a:lnTo>
                    <a:pt x="53404" y="1380846"/>
                  </a:lnTo>
                  <a:lnTo>
                    <a:pt x="66755" y="1375523"/>
                  </a:lnTo>
                  <a:lnTo>
                    <a:pt x="80106" y="1370185"/>
                  </a:lnTo>
                  <a:lnTo>
                    <a:pt x="93457" y="1364833"/>
                  </a:lnTo>
                  <a:lnTo>
                    <a:pt x="106808" y="1359465"/>
                  </a:lnTo>
                  <a:lnTo>
                    <a:pt x="120159" y="1354081"/>
                  </a:lnTo>
                  <a:lnTo>
                    <a:pt x="133510" y="1348683"/>
                  </a:lnTo>
                  <a:lnTo>
                    <a:pt x="146861" y="1343269"/>
                  </a:lnTo>
                  <a:lnTo>
                    <a:pt x="160212" y="1337839"/>
                  </a:lnTo>
                  <a:lnTo>
                    <a:pt x="173563" y="1332395"/>
                  </a:lnTo>
                  <a:lnTo>
                    <a:pt x="186914" y="1326935"/>
                  </a:lnTo>
                  <a:lnTo>
                    <a:pt x="200266" y="1321459"/>
                  </a:lnTo>
                  <a:lnTo>
                    <a:pt x="213617" y="1315968"/>
                  </a:lnTo>
                  <a:lnTo>
                    <a:pt x="226968" y="1310461"/>
                  </a:lnTo>
                  <a:lnTo>
                    <a:pt x="240319" y="1304938"/>
                  </a:lnTo>
                  <a:lnTo>
                    <a:pt x="253670" y="1299400"/>
                  </a:lnTo>
                  <a:lnTo>
                    <a:pt x="267021" y="1293846"/>
                  </a:lnTo>
                  <a:lnTo>
                    <a:pt x="280372" y="1288277"/>
                  </a:lnTo>
                  <a:lnTo>
                    <a:pt x="293723" y="1282691"/>
                  </a:lnTo>
                  <a:lnTo>
                    <a:pt x="307074" y="1277090"/>
                  </a:lnTo>
                  <a:lnTo>
                    <a:pt x="320425" y="1271472"/>
                  </a:lnTo>
                  <a:lnTo>
                    <a:pt x="333776" y="1265839"/>
                  </a:lnTo>
                  <a:lnTo>
                    <a:pt x="347127" y="1260190"/>
                  </a:lnTo>
                  <a:lnTo>
                    <a:pt x="360478" y="1254525"/>
                  </a:lnTo>
                  <a:lnTo>
                    <a:pt x="373829" y="1248843"/>
                  </a:lnTo>
                  <a:lnTo>
                    <a:pt x="387180" y="1243146"/>
                  </a:lnTo>
                  <a:lnTo>
                    <a:pt x="400532" y="1237432"/>
                  </a:lnTo>
                  <a:lnTo>
                    <a:pt x="413883" y="1231702"/>
                  </a:lnTo>
                  <a:lnTo>
                    <a:pt x="427234" y="1225956"/>
                  </a:lnTo>
                  <a:lnTo>
                    <a:pt x="440585" y="1220191"/>
                  </a:lnTo>
                  <a:lnTo>
                    <a:pt x="453936" y="1214407"/>
                  </a:lnTo>
                  <a:lnTo>
                    <a:pt x="467287" y="1208601"/>
                  </a:lnTo>
                  <a:lnTo>
                    <a:pt x="480638" y="1202771"/>
                  </a:lnTo>
                  <a:lnTo>
                    <a:pt x="493989" y="1196916"/>
                  </a:lnTo>
                  <a:lnTo>
                    <a:pt x="507340" y="1191034"/>
                  </a:lnTo>
                  <a:lnTo>
                    <a:pt x="520691" y="1185124"/>
                  </a:lnTo>
                  <a:lnTo>
                    <a:pt x="534042" y="1179182"/>
                  </a:lnTo>
                  <a:lnTo>
                    <a:pt x="547393" y="1173208"/>
                  </a:lnTo>
                  <a:lnTo>
                    <a:pt x="560744" y="1167198"/>
                  </a:lnTo>
                  <a:lnTo>
                    <a:pt x="574095" y="1161153"/>
                  </a:lnTo>
                  <a:lnTo>
                    <a:pt x="587446" y="1155068"/>
                  </a:lnTo>
                  <a:lnTo>
                    <a:pt x="600798" y="1148943"/>
                  </a:lnTo>
                  <a:lnTo>
                    <a:pt x="614149" y="1142776"/>
                  </a:lnTo>
                  <a:lnTo>
                    <a:pt x="627500" y="1136563"/>
                  </a:lnTo>
                  <a:lnTo>
                    <a:pt x="640851" y="1130304"/>
                  </a:lnTo>
                  <a:lnTo>
                    <a:pt x="654202" y="1123996"/>
                  </a:lnTo>
                  <a:lnTo>
                    <a:pt x="667553" y="1117638"/>
                  </a:lnTo>
                  <a:lnTo>
                    <a:pt x="680904" y="1111226"/>
                  </a:lnTo>
                  <a:lnTo>
                    <a:pt x="694255" y="1104759"/>
                  </a:lnTo>
                  <a:lnTo>
                    <a:pt x="707606" y="1098234"/>
                  </a:lnTo>
                  <a:lnTo>
                    <a:pt x="720957" y="1091650"/>
                  </a:lnTo>
                  <a:lnTo>
                    <a:pt x="734308" y="1085004"/>
                  </a:lnTo>
                  <a:lnTo>
                    <a:pt x="747659" y="1078294"/>
                  </a:lnTo>
                  <a:lnTo>
                    <a:pt x="761010" y="1071518"/>
                  </a:lnTo>
                  <a:lnTo>
                    <a:pt x="774361" y="1064673"/>
                  </a:lnTo>
                  <a:lnTo>
                    <a:pt x="787712" y="1057756"/>
                  </a:lnTo>
                  <a:lnTo>
                    <a:pt x="801064" y="1050766"/>
                  </a:lnTo>
                  <a:lnTo>
                    <a:pt x="814415" y="1043701"/>
                  </a:lnTo>
                  <a:lnTo>
                    <a:pt x="827766" y="1036557"/>
                  </a:lnTo>
                  <a:lnTo>
                    <a:pt x="841117" y="1029332"/>
                  </a:lnTo>
                  <a:lnTo>
                    <a:pt x="854468" y="1022024"/>
                  </a:lnTo>
                  <a:lnTo>
                    <a:pt x="867819" y="1014630"/>
                  </a:lnTo>
                  <a:lnTo>
                    <a:pt x="881170" y="1007148"/>
                  </a:lnTo>
                  <a:lnTo>
                    <a:pt x="894521" y="999575"/>
                  </a:lnTo>
                  <a:lnTo>
                    <a:pt x="907872" y="991908"/>
                  </a:lnTo>
                  <a:lnTo>
                    <a:pt x="921223" y="984145"/>
                  </a:lnTo>
                  <a:lnTo>
                    <a:pt x="934574" y="976282"/>
                  </a:lnTo>
                  <a:lnTo>
                    <a:pt x="947925" y="968318"/>
                  </a:lnTo>
                  <a:lnTo>
                    <a:pt x="961276" y="960250"/>
                  </a:lnTo>
                  <a:lnTo>
                    <a:pt x="974627" y="952074"/>
                  </a:lnTo>
                  <a:lnTo>
                    <a:pt x="987978" y="943787"/>
                  </a:lnTo>
                  <a:lnTo>
                    <a:pt x="1001330" y="935388"/>
                  </a:lnTo>
                  <a:lnTo>
                    <a:pt x="1014681" y="926872"/>
                  </a:lnTo>
                  <a:lnTo>
                    <a:pt x="1028032" y="918237"/>
                  </a:lnTo>
                  <a:lnTo>
                    <a:pt x="1041383" y="909480"/>
                  </a:lnTo>
                  <a:lnTo>
                    <a:pt x="1054734" y="900597"/>
                  </a:lnTo>
                  <a:lnTo>
                    <a:pt x="1068085" y="891586"/>
                  </a:lnTo>
                  <a:lnTo>
                    <a:pt x="1081436" y="882443"/>
                  </a:lnTo>
                  <a:lnTo>
                    <a:pt x="1094787" y="873166"/>
                  </a:lnTo>
                  <a:lnTo>
                    <a:pt x="1108138" y="863750"/>
                  </a:lnTo>
                  <a:lnTo>
                    <a:pt x="1121489" y="854193"/>
                  </a:lnTo>
                  <a:lnTo>
                    <a:pt x="1134840" y="844490"/>
                  </a:lnTo>
                  <a:lnTo>
                    <a:pt x="1148191" y="834639"/>
                  </a:lnTo>
                  <a:lnTo>
                    <a:pt x="1161542" y="824636"/>
                  </a:lnTo>
                  <a:lnTo>
                    <a:pt x="1174893" y="814478"/>
                  </a:lnTo>
                  <a:lnTo>
                    <a:pt x="1188244" y="804160"/>
                  </a:lnTo>
                  <a:lnTo>
                    <a:pt x="1201596" y="793679"/>
                  </a:lnTo>
                  <a:lnTo>
                    <a:pt x="1214947" y="783032"/>
                  </a:lnTo>
                  <a:lnTo>
                    <a:pt x="1228298" y="772213"/>
                  </a:lnTo>
                  <a:lnTo>
                    <a:pt x="1241649" y="761221"/>
                  </a:lnTo>
                  <a:lnTo>
                    <a:pt x="1255000" y="750050"/>
                  </a:lnTo>
                  <a:lnTo>
                    <a:pt x="1268351" y="738696"/>
                  </a:lnTo>
                  <a:lnTo>
                    <a:pt x="1281702" y="727156"/>
                  </a:lnTo>
                  <a:lnTo>
                    <a:pt x="1295053" y="715424"/>
                  </a:lnTo>
                  <a:lnTo>
                    <a:pt x="1308404" y="703498"/>
                  </a:lnTo>
                  <a:lnTo>
                    <a:pt x="1321755" y="691372"/>
                  </a:lnTo>
                  <a:lnTo>
                    <a:pt x="1335106" y="679042"/>
                  </a:lnTo>
                  <a:lnTo>
                    <a:pt x="1348457" y="666504"/>
                  </a:lnTo>
                  <a:lnTo>
                    <a:pt x="1361808" y="653763"/>
                  </a:lnTo>
                  <a:lnTo>
                    <a:pt x="1375159" y="640828"/>
                  </a:lnTo>
                  <a:lnTo>
                    <a:pt x="1388510" y="627709"/>
                  </a:lnTo>
                  <a:lnTo>
                    <a:pt x="1401862" y="614415"/>
                  </a:lnTo>
                  <a:lnTo>
                    <a:pt x="1415213" y="600958"/>
                  </a:lnTo>
                  <a:lnTo>
                    <a:pt x="1428564" y="587346"/>
                  </a:lnTo>
                  <a:lnTo>
                    <a:pt x="1441915" y="573591"/>
                  </a:lnTo>
                  <a:lnTo>
                    <a:pt x="1455266" y="559704"/>
                  </a:lnTo>
                  <a:lnTo>
                    <a:pt x="1468617" y="545694"/>
                  </a:lnTo>
                  <a:lnTo>
                    <a:pt x="1481968" y="531575"/>
                  </a:lnTo>
                  <a:lnTo>
                    <a:pt x="1495319" y="517356"/>
                  </a:lnTo>
                  <a:lnTo>
                    <a:pt x="1508670" y="503050"/>
                  </a:lnTo>
                  <a:lnTo>
                    <a:pt x="1522021" y="488669"/>
                  </a:lnTo>
                  <a:lnTo>
                    <a:pt x="1535372" y="474225"/>
                  </a:lnTo>
                  <a:lnTo>
                    <a:pt x="1548723" y="459730"/>
                  </a:lnTo>
                  <a:lnTo>
                    <a:pt x="1562074" y="445198"/>
                  </a:lnTo>
                  <a:lnTo>
                    <a:pt x="1575425" y="430640"/>
                  </a:lnTo>
                  <a:lnTo>
                    <a:pt x="1588776" y="416072"/>
                  </a:lnTo>
                  <a:lnTo>
                    <a:pt x="1602128" y="401505"/>
                  </a:lnTo>
                  <a:lnTo>
                    <a:pt x="1615479" y="386954"/>
                  </a:lnTo>
                  <a:lnTo>
                    <a:pt x="1628830" y="372433"/>
                  </a:lnTo>
                  <a:lnTo>
                    <a:pt x="1642181" y="357957"/>
                  </a:lnTo>
                  <a:lnTo>
                    <a:pt x="1655532" y="343539"/>
                  </a:lnTo>
                  <a:lnTo>
                    <a:pt x="1668883" y="329195"/>
                  </a:lnTo>
                  <a:lnTo>
                    <a:pt x="1682234" y="314941"/>
                  </a:lnTo>
                  <a:lnTo>
                    <a:pt x="1695585" y="300790"/>
                  </a:lnTo>
                  <a:lnTo>
                    <a:pt x="1708936" y="286760"/>
                  </a:lnTo>
                  <a:lnTo>
                    <a:pt x="1722287" y="272866"/>
                  </a:lnTo>
                  <a:lnTo>
                    <a:pt x="1735638" y="259124"/>
                  </a:lnTo>
                  <a:lnTo>
                    <a:pt x="1748989" y="245551"/>
                  </a:lnTo>
                  <a:lnTo>
                    <a:pt x="1762340" y="232162"/>
                  </a:lnTo>
                  <a:lnTo>
                    <a:pt x="1775691" y="218975"/>
                  </a:lnTo>
                  <a:lnTo>
                    <a:pt x="1789042" y="206008"/>
                  </a:lnTo>
                  <a:lnTo>
                    <a:pt x="1802394" y="193276"/>
                  </a:lnTo>
                  <a:lnTo>
                    <a:pt x="1815745" y="180798"/>
                  </a:lnTo>
                  <a:lnTo>
                    <a:pt x="1829096" y="168590"/>
                  </a:lnTo>
                  <a:lnTo>
                    <a:pt x="1842447" y="156672"/>
                  </a:lnTo>
                  <a:lnTo>
                    <a:pt x="1855798" y="145060"/>
                  </a:lnTo>
                  <a:lnTo>
                    <a:pt x="1869149" y="133772"/>
                  </a:lnTo>
                  <a:lnTo>
                    <a:pt x="1882500" y="122827"/>
                  </a:lnTo>
                  <a:lnTo>
                    <a:pt x="1895851" y="112243"/>
                  </a:lnTo>
                  <a:lnTo>
                    <a:pt x="1909202" y="102038"/>
                  </a:lnTo>
                  <a:lnTo>
                    <a:pt x="1922553" y="92230"/>
                  </a:lnTo>
                  <a:lnTo>
                    <a:pt x="1935904" y="82838"/>
                  </a:lnTo>
                  <a:lnTo>
                    <a:pt x="1949255" y="73879"/>
                  </a:lnTo>
                  <a:lnTo>
                    <a:pt x="1962606" y="65373"/>
                  </a:lnTo>
                  <a:lnTo>
                    <a:pt x="1975957" y="57337"/>
                  </a:lnTo>
                  <a:lnTo>
                    <a:pt x="1989309" y="49790"/>
                  </a:lnTo>
                  <a:lnTo>
                    <a:pt x="2002660" y="42749"/>
                  </a:lnTo>
                  <a:lnTo>
                    <a:pt x="2016011" y="36234"/>
                  </a:lnTo>
                  <a:lnTo>
                    <a:pt x="2029362" y="30261"/>
                  </a:lnTo>
                  <a:lnTo>
                    <a:pt x="2042713" y="24839"/>
                  </a:lnTo>
                  <a:lnTo>
                    <a:pt x="2056064" y="19964"/>
                  </a:lnTo>
                  <a:lnTo>
                    <a:pt x="2069415" y="15633"/>
                  </a:lnTo>
                  <a:lnTo>
                    <a:pt x="2082766" y="11842"/>
                  </a:lnTo>
                  <a:lnTo>
                    <a:pt x="2096117" y="8586"/>
                  </a:lnTo>
                  <a:lnTo>
                    <a:pt x="2109468" y="5860"/>
                  </a:lnTo>
                  <a:lnTo>
                    <a:pt x="2122819" y="3660"/>
                  </a:lnTo>
                  <a:lnTo>
                    <a:pt x="2136170" y="1979"/>
                  </a:lnTo>
                  <a:lnTo>
                    <a:pt x="2149521" y="813"/>
                  </a:lnTo>
                  <a:lnTo>
                    <a:pt x="2162872" y="155"/>
                  </a:lnTo>
                  <a:lnTo>
                    <a:pt x="2176223" y="0"/>
                  </a:lnTo>
                  <a:lnTo>
                    <a:pt x="2189575" y="340"/>
                  </a:lnTo>
                  <a:lnTo>
                    <a:pt x="2202926" y="1170"/>
                  </a:lnTo>
                  <a:lnTo>
                    <a:pt x="2216277" y="2482"/>
                  </a:lnTo>
                  <a:lnTo>
                    <a:pt x="2229628" y="4270"/>
                  </a:lnTo>
                  <a:lnTo>
                    <a:pt x="2242979" y="6527"/>
                  </a:lnTo>
                  <a:lnTo>
                    <a:pt x="2256330" y="9245"/>
                  </a:lnTo>
                  <a:lnTo>
                    <a:pt x="2269681" y="12416"/>
                  </a:lnTo>
                  <a:lnTo>
                    <a:pt x="2283032" y="16033"/>
                  </a:lnTo>
                  <a:lnTo>
                    <a:pt x="2296383" y="20088"/>
                  </a:lnTo>
                  <a:lnTo>
                    <a:pt x="2309734" y="24572"/>
                  </a:lnTo>
                  <a:lnTo>
                    <a:pt x="2323085" y="29479"/>
                  </a:lnTo>
                  <a:lnTo>
                    <a:pt x="2336436" y="34799"/>
                  </a:lnTo>
                  <a:lnTo>
                    <a:pt x="2349787" y="40524"/>
                  </a:lnTo>
                  <a:lnTo>
                    <a:pt x="2363138" y="46645"/>
                  </a:lnTo>
                  <a:lnTo>
                    <a:pt x="2376489" y="53155"/>
                  </a:lnTo>
                  <a:lnTo>
                    <a:pt x="2389841" y="60043"/>
                  </a:lnTo>
                  <a:lnTo>
                    <a:pt x="2403192" y="67302"/>
                  </a:lnTo>
                  <a:lnTo>
                    <a:pt x="2416543" y="74923"/>
                  </a:lnTo>
                  <a:lnTo>
                    <a:pt x="2429894" y="82896"/>
                  </a:lnTo>
                  <a:lnTo>
                    <a:pt x="2443245" y="91212"/>
                  </a:lnTo>
                  <a:lnTo>
                    <a:pt x="2456596" y="99864"/>
                  </a:lnTo>
                  <a:lnTo>
                    <a:pt x="2469947" y="108841"/>
                  </a:lnTo>
                  <a:lnTo>
                    <a:pt x="2483298" y="118134"/>
                  </a:lnTo>
                  <a:lnTo>
                    <a:pt x="2496649" y="127734"/>
                  </a:lnTo>
                  <a:lnTo>
                    <a:pt x="2510000" y="137633"/>
                  </a:lnTo>
                  <a:lnTo>
                    <a:pt x="2523351" y="147821"/>
                  </a:lnTo>
                  <a:lnTo>
                    <a:pt x="2536702" y="158288"/>
                  </a:lnTo>
                  <a:lnTo>
                    <a:pt x="2550053" y="169027"/>
                  </a:lnTo>
                  <a:lnTo>
                    <a:pt x="2563404" y="180027"/>
                  </a:lnTo>
                  <a:lnTo>
                    <a:pt x="2576755" y="191279"/>
                  </a:lnTo>
                  <a:lnTo>
                    <a:pt x="2590107" y="202775"/>
                  </a:lnTo>
                  <a:lnTo>
                    <a:pt x="2603458" y="214505"/>
                  </a:lnTo>
                  <a:lnTo>
                    <a:pt x="2616809" y="226460"/>
                  </a:lnTo>
                  <a:lnTo>
                    <a:pt x="2630160" y="238632"/>
                  </a:lnTo>
                  <a:lnTo>
                    <a:pt x="2643511" y="251012"/>
                  </a:lnTo>
                  <a:lnTo>
                    <a:pt x="2656862" y="263590"/>
                  </a:lnTo>
                  <a:lnTo>
                    <a:pt x="2670213" y="276357"/>
                  </a:lnTo>
                  <a:lnTo>
                    <a:pt x="2683564" y="289306"/>
                  </a:lnTo>
                  <a:lnTo>
                    <a:pt x="2696915" y="302428"/>
                  </a:lnTo>
                  <a:lnTo>
                    <a:pt x="2710266" y="315713"/>
                  </a:lnTo>
                  <a:lnTo>
                    <a:pt x="2723617" y="329153"/>
                  </a:lnTo>
                  <a:lnTo>
                    <a:pt x="2736968" y="342741"/>
                  </a:lnTo>
                  <a:lnTo>
                    <a:pt x="2750319" y="356466"/>
                  </a:lnTo>
                  <a:lnTo>
                    <a:pt x="2763670" y="370323"/>
                  </a:lnTo>
                  <a:lnTo>
                    <a:pt x="2777021" y="384301"/>
                  </a:lnTo>
                  <a:lnTo>
                    <a:pt x="2790373" y="398394"/>
                  </a:lnTo>
                  <a:lnTo>
                    <a:pt x="2803724" y="412592"/>
                  </a:lnTo>
                  <a:lnTo>
                    <a:pt x="2817075" y="426890"/>
                  </a:lnTo>
                  <a:lnTo>
                    <a:pt x="2830426" y="441277"/>
                  </a:lnTo>
                  <a:lnTo>
                    <a:pt x="2843777" y="455748"/>
                  </a:lnTo>
                  <a:lnTo>
                    <a:pt x="2857128" y="470294"/>
                  </a:lnTo>
                  <a:lnTo>
                    <a:pt x="2870479" y="484908"/>
                  </a:lnTo>
                  <a:lnTo>
                    <a:pt x="2883830" y="499582"/>
                  </a:lnTo>
                  <a:lnTo>
                    <a:pt x="2897181" y="514310"/>
                  </a:lnTo>
                  <a:lnTo>
                    <a:pt x="2910532" y="529085"/>
                  </a:lnTo>
                  <a:lnTo>
                    <a:pt x="2923883" y="543899"/>
                  </a:lnTo>
                  <a:lnTo>
                    <a:pt x="2937234" y="558746"/>
                  </a:lnTo>
                  <a:lnTo>
                    <a:pt x="2950585" y="573618"/>
                  </a:lnTo>
                  <a:lnTo>
                    <a:pt x="2963936" y="588510"/>
                  </a:lnTo>
                  <a:lnTo>
                    <a:pt x="2977287" y="603415"/>
                  </a:lnTo>
                  <a:lnTo>
                    <a:pt x="2990639" y="618327"/>
                  </a:lnTo>
                  <a:lnTo>
                    <a:pt x="3003990" y="633239"/>
                  </a:lnTo>
                  <a:lnTo>
                    <a:pt x="3017341" y="648145"/>
                  </a:lnTo>
                  <a:lnTo>
                    <a:pt x="3030692" y="663039"/>
                  </a:lnTo>
                  <a:lnTo>
                    <a:pt x="3044043" y="677916"/>
                  </a:lnTo>
                  <a:lnTo>
                    <a:pt x="3057394" y="692769"/>
                  </a:lnTo>
                  <a:lnTo>
                    <a:pt x="3070745" y="707594"/>
                  </a:lnTo>
                  <a:lnTo>
                    <a:pt x="3084096" y="722384"/>
                  </a:lnTo>
                  <a:lnTo>
                    <a:pt x="3097447" y="737134"/>
                  </a:lnTo>
                  <a:lnTo>
                    <a:pt x="3110798" y="751840"/>
                  </a:lnTo>
                  <a:lnTo>
                    <a:pt x="3124149" y="766495"/>
                  </a:lnTo>
                  <a:lnTo>
                    <a:pt x="3137500" y="781095"/>
                  </a:lnTo>
                  <a:lnTo>
                    <a:pt x="3150851" y="795635"/>
                  </a:lnTo>
                  <a:lnTo>
                    <a:pt x="3164202" y="810110"/>
                  </a:lnTo>
                  <a:lnTo>
                    <a:pt x="3177553" y="824516"/>
                  </a:lnTo>
                  <a:lnTo>
                    <a:pt x="3190905" y="838848"/>
                  </a:lnTo>
                  <a:lnTo>
                    <a:pt x="3204256" y="853101"/>
                  </a:lnTo>
                  <a:lnTo>
                    <a:pt x="3217607" y="867272"/>
                  </a:lnTo>
                  <a:lnTo>
                    <a:pt x="3230958" y="881360"/>
                  </a:lnTo>
                  <a:lnTo>
                    <a:pt x="3244309" y="895364"/>
                  </a:lnTo>
                  <a:lnTo>
                    <a:pt x="3257660" y="909286"/>
                  </a:lnTo>
                  <a:lnTo>
                    <a:pt x="3271011" y="923125"/>
                  </a:lnTo>
                  <a:lnTo>
                    <a:pt x="3284362" y="936883"/>
                  </a:lnTo>
                  <a:lnTo>
                    <a:pt x="3297713" y="950560"/>
                  </a:lnTo>
                  <a:lnTo>
                    <a:pt x="3311064" y="964156"/>
                  </a:lnTo>
                  <a:lnTo>
                    <a:pt x="3324415" y="977671"/>
                  </a:lnTo>
                  <a:lnTo>
                    <a:pt x="3337766" y="991107"/>
                  </a:lnTo>
                  <a:lnTo>
                    <a:pt x="3351117" y="1004464"/>
                  </a:lnTo>
                  <a:lnTo>
                    <a:pt x="3364468" y="1017742"/>
                  </a:lnTo>
                  <a:lnTo>
                    <a:pt x="3377819" y="1030941"/>
                  </a:lnTo>
                  <a:lnTo>
                    <a:pt x="3391171" y="1044063"/>
                  </a:lnTo>
                  <a:lnTo>
                    <a:pt x="3404522" y="1057107"/>
                  </a:lnTo>
                  <a:lnTo>
                    <a:pt x="3417873" y="1070074"/>
                  </a:lnTo>
                  <a:lnTo>
                    <a:pt x="3431224" y="1082965"/>
                  </a:lnTo>
                  <a:lnTo>
                    <a:pt x="3444575" y="1095780"/>
                  </a:lnTo>
                  <a:lnTo>
                    <a:pt x="3457926" y="1108519"/>
                  </a:lnTo>
                  <a:lnTo>
                    <a:pt x="3471277" y="1121183"/>
                  </a:lnTo>
                  <a:lnTo>
                    <a:pt x="3484628" y="1133772"/>
                  </a:lnTo>
                  <a:lnTo>
                    <a:pt x="3497979" y="1146287"/>
                  </a:lnTo>
                  <a:lnTo>
                    <a:pt x="3511330" y="1158728"/>
                  </a:lnTo>
                  <a:lnTo>
                    <a:pt x="3524681" y="1171095"/>
                  </a:lnTo>
                  <a:lnTo>
                    <a:pt x="3538032" y="1183390"/>
                  </a:lnTo>
                  <a:lnTo>
                    <a:pt x="3551383" y="1195612"/>
                  </a:lnTo>
                  <a:lnTo>
                    <a:pt x="3564734" y="1207762"/>
                  </a:lnTo>
                  <a:lnTo>
                    <a:pt x="3578085" y="1219840"/>
                  </a:lnTo>
                  <a:lnTo>
                    <a:pt x="3591437" y="1231847"/>
                  </a:lnTo>
                  <a:lnTo>
                    <a:pt x="3604788" y="1243784"/>
                  </a:lnTo>
                  <a:lnTo>
                    <a:pt x="3618139" y="1255649"/>
                  </a:lnTo>
                  <a:lnTo>
                    <a:pt x="3631490" y="1267445"/>
                  </a:lnTo>
                  <a:lnTo>
                    <a:pt x="3644841" y="1279171"/>
                  </a:lnTo>
                  <a:lnTo>
                    <a:pt x="3658192" y="1290828"/>
                  </a:lnTo>
                  <a:lnTo>
                    <a:pt x="3671543" y="1302416"/>
                  </a:lnTo>
                  <a:lnTo>
                    <a:pt x="3684894" y="1313936"/>
                  </a:lnTo>
                  <a:lnTo>
                    <a:pt x="3698245" y="1325388"/>
                  </a:lnTo>
                  <a:lnTo>
                    <a:pt x="3711596" y="1336772"/>
                  </a:lnTo>
                  <a:lnTo>
                    <a:pt x="3724947" y="1348089"/>
                  </a:lnTo>
                  <a:lnTo>
                    <a:pt x="3738298" y="1359339"/>
                  </a:lnTo>
                  <a:lnTo>
                    <a:pt x="3751649" y="1370523"/>
                  </a:lnTo>
                  <a:lnTo>
                    <a:pt x="3765000" y="1381641"/>
                  </a:lnTo>
                  <a:lnTo>
                    <a:pt x="3778352" y="1392694"/>
                  </a:lnTo>
                  <a:lnTo>
                    <a:pt x="3791703" y="1403681"/>
                  </a:lnTo>
                  <a:lnTo>
                    <a:pt x="3805054" y="1414603"/>
                  </a:lnTo>
                  <a:lnTo>
                    <a:pt x="3818405" y="1425461"/>
                  </a:lnTo>
                  <a:lnTo>
                    <a:pt x="3831756" y="1436254"/>
                  </a:lnTo>
                  <a:lnTo>
                    <a:pt x="3845107" y="1446984"/>
                  </a:lnTo>
                  <a:lnTo>
                    <a:pt x="3858458" y="1457651"/>
                  </a:lnTo>
                  <a:lnTo>
                    <a:pt x="3871809" y="1468255"/>
                  </a:lnTo>
                  <a:lnTo>
                    <a:pt x="3885160" y="1478796"/>
                  </a:lnTo>
                  <a:lnTo>
                    <a:pt x="3898511" y="1489275"/>
                  </a:lnTo>
                  <a:lnTo>
                    <a:pt x="3911862" y="1499692"/>
                  </a:lnTo>
                  <a:lnTo>
                    <a:pt x="3925213" y="1510048"/>
                  </a:lnTo>
                  <a:lnTo>
                    <a:pt x="3938564" y="1520343"/>
                  </a:lnTo>
                  <a:lnTo>
                    <a:pt x="3951915" y="1530577"/>
                  </a:lnTo>
                  <a:lnTo>
                    <a:pt x="3965266" y="1540750"/>
                  </a:lnTo>
                  <a:lnTo>
                    <a:pt x="3978618" y="1550863"/>
                  </a:lnTo>
                  <a:lnTo>
                    <a:pt x="3991969" y="1560917"/>
                  </a:lnTo>
                  <a:lnTo>
                    <a:pt x="3991969" y="1560917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1407" y="435712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641407" y="3498589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2"/>
            <p:cNvSpPr/>
            <p:nvPr/>
          </p:nvSpPr>
          <p:spPr>
            <a:xfrm>
              <a:off x="330060" y="5774820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30060" y="5042448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30060" y="4310076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30060" y="3577704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1.25</a:t>
              </a:r>
            </a:p>
          </p:txBody>
        </p:sp>
        <p:sp>
          <p:nvSpPr>
            <p:cNvPr id="106" name="pl106"/>
            <p:cNvSpPr/>
            <p:nvPr/>
          </p:nvSpPr>
          <p:spPr>
            <a:xfrm>
              <a:off x="606613" y="58218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6613" y="50894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06613" y="43571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06613" y="36247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454351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51228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570221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62815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tx114"/>
            <p:cNvSpPr/>
            <p:nvPr/>
          </p:nvSpPr>
          <p:spPr>
            <a:xfrm>
              <a:off x="1365517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42345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3481387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453932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494197" y="6562733"/>
              <a:ext cx="28639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</a:t>
              </a:r>
            </a:p>
          </p:txBody>
        </p:sp>
        <p:sp>
          <p:nvSpPr>
            <p:cNvPr id="119" name="rc119"/>
            <p:cNvSpPr/>
            <p:nvPr/>
          </p:nvSpPr>
          <p:spPr>
            <a:xfrm>
              <a:off x="5012852" y="3498589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012852" y="615080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012852" y="545230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012852" y="475380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012852" y="405529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303245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47019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637143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80409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012852" y="580155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012852" y="510305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012852" y="440455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012852" y="3706048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588672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05366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220618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5012852" y="3498589"/>
              <a:ext cx="3991969" cy="2841995"/>
            </a:xfrm>
            <a:custGeom>
              <a:avLst/>
              <a:pathLst>
                <a:path w="3991969" h="2841995">
                  <a:moveTo>
                    <a:pt x="0" y="2243910"/>
                  </a:moveTo>
                  <a:lnTo>
                    <a:pt x="13351" y="2240667"/>
                  </a:lnTo>
                  <a:lnTo>
                    <a:pt x="26702" y="2237405"/>
                  </a:lnTo>
                  <a:lnTo>
                    <a:pt x="40053" y="2234123"/>
                  </a:lnTo>
                  <a:lnTo>
                    <a:pt x="53404" y="2230820"/>
                  </a:lnTo>
                  <a:lnTo>
                    <a:pt x="66755" y="2227497"/>
                  </a:lnTo>
                  <a:lnTo>
                    <a:pt x="80106" y="2224152"/>
                  </a:lnTo>
                  <a:lnTo>
                    <a:pt x="93457" y="2220785"/>
                  </a:lnTo>
                  <a:lnTo>
                    <a:pt x="106808" y="2217396"/>
                  </a:lnTo>
                  <a:lnTo>
                    <a:pt x="120159" y="2213984"/>
                  </a:lnTo>
                  <a:lnTo>
                    <a:pt x="133510" y="2210549"/>
                  </a:lnTo>
                  <a:lnTo>
                    <a:pt x="146861" y="2207090"/>
                  </a:lnTo>
                  <a:lnTo>
                    <a:pt x="160212" y="2203605"/>
                  </a:lnTo>
                  <a:lnTo>
                    <a:pt x="173563" y="2200095"/>
                  </a:lnTo>
                  <a:lnTo>
                    <a:pt x="186914" y="2196559"/>
                  </a:lnTo>
                  <a:lnTo>
                    <a:pt x="200266" y="2192996"/>
                  </a:lnTo>
                  <a:lnTo>
                    <a:pt x="213617" y="2189404"/>
                  </a:lnTo>
                  <a:lnTo>
                    <a:pt x="226968" y="2185784"/>
                  </a:lnTo>
                  <a:lnTo>
                    <a:pt x="240319" y="2182134"/>
                  </a:lnTo>
                  <a:lnTo>
                    <a:pt x="253670" y="2178453"/>
                  </a:lnTo>
                  <a:lnTo>
                    <a:pt x="267021" y="2174739"/>
                  </a:lnTo>
                  <a:lnTo>
                    <a:pt x="280372" y="2170992"/>
                  </a:lnTo>
                  <a:lnTo>
                    <a:pt x="293723" y="2167210"/>
                  </a:lnTo>
                  <a:lnTo>
                    <a:pt x="307074" y="2163392"/>
                  </a:lnTo>
                  <a:lnTo>
                    <a:pt x="320425" y="2159534"/>
                  </a:lnTo>
                  <a:lnTo>
                    <a:pt x="333776" y="2155634"/>
                  </a:lnTo>
                  <a:lnTo>
                    <a:pt x="347127" y="2151689"/>
                  </a:lnTo>
                  <a:lnTo>
                    <a:pt x="360478" y="2147697"/>
                  </a:lnTo>
                  <a:lnTo>
                    <a:pt x="373829" y="2143653"/>
                  </a:lnTo>
                  <a:lnTo>
                    <a:pt x="387180" y="2139556"/>
                  </a:lnTo>
                  <a:lnTo>
                    <a:pt x="400532" y="2135401"/>
                  </a:lnTo>
                  <a:lnTo>
                    <a:pt x="413883" y="2131186"/>
                  </a:lnTo>
                  <a:lnTo>
                    <a:pt x="427234" y="2126907"/>
                  </a:lnTo>
                  <a:lnTo>
                    <a:pt x="440585" y="2122560"/>
                  </a:lnTo>
                  <a:lnTo>
                    <a:pt x="453936" y="2118141"/>
                  </a:lnTo>
                  <a:lnTo>
                    <a:pt x="467287" y="2113648"/>
                  </a:lnTo>
                  <a:lnTo>
                    <a:pt x="480638" y="2109076"/>
                  </a:lnTo>
                  <a:lnTo>
                    <a:pt x="493989" y="2104420"/>
                  </a:lnTo>
                  <a:lnTo>
                    <a:pt x="507340" y="2099677"/>
                  </a:lnTo>
                  <a:lnTo>
                    <a:pt x="520691" y="2094842"/>
                  </a:lnTo>
                  <a:lnTo>
                    <a:pt x="534042" y="2089911"/>
                  </a:lnTo>
                  <a:lnTo>
                    <a:pt x="547393" y="2084879"/>
                  </a:lnTo>
                  <a:lnTo>
                    <a:pt x="560744" y="2079742"/>
                  </a:lnTo>
                  <a:lnTo>
                    <a:pt x="574095" y="2074494"/>
                  </a:lnTo>
                  <a:lnTo>
                    <a:pt x="587446" y="2069130"/>
                  </a:lnTo>
                  <a:lnTo>
                    <a:pt x="600798" y="2063646"/>
                  </a:lnTo>
                  <a:lnTo>
                    <a:pt x="614149" y="2058035"/>
                  </a:lnTo>
                  <a:lnTo>
                    <a:pt x="627500" y="2052292"/>
                  </a:lnTo>
                  <a:lnTo>
                    <a:pt x="640851" y="2046411"/>
                  </a:lnTo>
                  <a:lnTo>
                    <a:pt x="654202" y="2040388"/>
                  </a:lnTo>
                  <a:lnTo>
                    <a:pt x="667553" y="2034215"/>
                  </a:lnTo>
                  <a:lnTo>
                    <a:pt x="680904" y="2027887"/>
                  </a:lnTo>
                  <a:lnTo>
                    <a:pt x="694255" y="2021399"/>
                  </a:lnTo>
                  <a:lnTo>
                    <a:pt x="707606" y="2014744"/>
                  </a:lnTo>
                  <a:lnTo>
                    <a:pt x="720957" y="2007916"/>
                  </a:lnTo>
                  <a:lnTo>
                    <a:pt x="734308" y="2000911"/>
                  </a:lnTo>
                  <a:lnTo>
                    <a:pt x="747659" y="1993722"/>
                  </a:lnTo>
                  <a:lnTo>
                    <a:pt x="761010" y="1986344"/>
                  </a:lnTo>
                  <a:lnTo>
                    <a:pt x="774361" y="1978774"/>
                  </a:lnTo>
                  <a:lnTo>
                    <a:pt x="787712" y="1971006"/>
                  </a:lnTo>
                  <a:lnTo>
                    <a:pt x="801064" y="1963039"/>
                  </a:lnTo>
                  <a:lnTo>
                    <a:pt x="814415" y="1954868"/>
                  </a:lnTo>
                  <a:lnTo>
                    <a:pt x="827766" y="1946494"/>
                  </a:lnTo>
                  <a:lnTo>
                    <a:pt x="841117" y="1937915"/>
                  </a:lnTo>
                  <a:lnTo>
                    <a:pt x="854468" y="1929134"/>
                  </a:lnTo>
                  <a:lnTo>
                    <a:pt x="867819" y="1920154"/>
                  </a:lnTo>
                  <a:lnTo>
                    <a:pt x="881170" y="1910978"/>
                  </a:lnTo>
                  <a:lnTo>
                    <a:pt x="894521" y="1901614"/>
                  </a:lnTo>
                  <a:lnTo>
                    <a:pt x="907872" y="1892071"/>
                  </a:lnTo>
                  <a:lnTo>
                    <a:pt x="921223" y="1882359"/>
                  </a:lnTo>
                  <a:lnTo>
                    <a:pt x="934574" y="1872494"/>
                  </a:lnTo>
                  <a:lnTo>
                    <a:pt x="947925" y="1862490"/>
                  </a:lnTo>
                  <a:lnTo>
                    <a:pt x="961276" y="1852366"/>
                  </a:lnTo>
                  <a:lnTo>
                    <a:pt x="974627" y="1842144"/>
                  </a:lnTo>
                  <a:lnTo>
                    <a:pt x="987978" y="1831846"/>
                  </a:lnTo>
                  <a:lnTo>
                    <a:pt x="1001330" y="1821498"/>
                  </a:lnTo>
                  <a:lnTo>
                    <a:pt x="1014681" y="1811128"/>
                  </a:lnTo>
                  <a:lnTo>
                    <a:pt x="1028032" y="1800766"/>
                  </a:lnTo>
                  <a:lnTo>
                    <a:pt x="1041383" y="1790443"/>
                  </a:lnTo>
                  <a:lnTo>
                    <a:pt x="1054734" y="1780193"/>
                  </a:lnTo>
                  <a:lnTo>
                    <a:pt x="1068085" y="1770048"/>
                  </a:lnTo>
                  <a:lnTo>
                    <a:pt x="1081436" y="1760045"/>
                  </a:lnTo>
                  <a:lnTo>
                    <a:pt x="1094787" y="1750220"/>
                  </a:lnTo>
                  <a:lnTo>
                    <a:pt x="1108138" y="1740607"/>
                  </a:lnTo>
                  <a:lnTo>
                    <a:pt x="1121489" y="1731243"/>
                  </a:lnTo>
                  <a:lnTo>
                    <a:pt x="1134840" y="1722146"/>
                  </a:lnTo>
                  <a:lnTo>
                    <a:pt x="1148191" y="1713336"/>
                  </a:lnTo>
                  <a:lnTo>
                    <a:pt x="1161542" y="1704825"/>
                  </a:lnTo>
                  <a:lnTo>
                    <a:pt x="1174893" y="1696627"/>
                  </a:lnTo>
                  <a:lnTo>
                    <a:pt x="1188244" y="1688753"/>
                  </a:lnTo>
                  <a:lnTo>
                    <a:pt x="1201596" y="1681211"/>
                  </a:lnTo>
                  <a:lnTo>
                    <a:pt x="1214947" y="1674009"/>
                  </a:lnTo>
                  <a:lnTo>
                    <a:pt x="1228298" y="1667152"/>
                  </a:lnTo>
                  <a:lnTo>
                    <a:pt x="1241649" y="1660643"/>
                  </a:lnTo>
                  <a:lnTo>
                    <a:pt x="1255000" y="1654486"/>
                  </a:lnTo>
                  <a:lnTo>
                    <a:pt x="1268351" y="1648681"/>
                  </a:lnTo>
                  <a:lnTo>
                    <a:pt x="1281702" y="1643227"/>
                  </a:lnTo>
                  <a:lnTo>
                    <a:pt x="1295053" y="1638124"/>
                  </a:lnTo>
                  <a:lnTo>
                    <a:pt x="1308404" y="1633369"/>
                  </a:lnTo>
                  <a:lnTo>
                    <a:pt x="1321755" y="1628957"/>
                  </a:lnTo>
                  <a:lnTo>
                    <a:pt x="1335106" y="1624883"/>
                  </a:lnTo>
                  <a:lnTo>
                    <a:pt x="1348457" y="1621143"/>
                  </a:lnTo>
                  <a:lnTo>
                    <a:pt x="1361808" y="1617729"/>
                  </a:lnTo>
                  <a:lnTo>
                    <a:pt x="1375159" y="1614633"/>
                  </a:lnTo>
                  <a:lnTo>
                    <a:pt x="1388510" y="1611848"/>
                  </a:lnTo>
                  <a:lnTo>
                    <a:pt x="1401862" y="1609365"/>
                  </a:lnTo>
                  <a:lnTo>
                    <a:pt x="1415213" y="1607173"/>
                  </a:lnTo>
                  <a:lnTo>
                    <a:pt x="1428564" y="1605263"/>
                  </a:lnTo>
                  <a:lnTo>
                    <a:pt x="1441915" y="1595989"/>
                  </a:lnTo>
                  <a:lnTo>
                    <a:pt x="1455266" y="1579988"/>
                  </a:lnTo>
                  <a:lnTo>
                    <a:pt x="1468617" y="1563921"/>
                  </a:lnTo>
                  <a:lnTo>
                    <a:pt x="1481968" y="1547797"/>
                  </a:lnTo>
                  <a:lnTo>
                    <a:pt x="1495319" y="1531625"/>
                  </a:lnTo>
                  <a:lnTo>
                    <a:pt x="1508670" y="1515416"/>
                  </a:lnTo>
                  <a:lnTo>
                    <a:pt x="1522021" y="1499180"/>
                  </a:lnTo>
                  <a:lnTo>
                    <a:pt x="1535372" y="1482928"/>
                  </a:lnTo>
                  <a:lnTo>
                    <a:pt x="1548723" y="1466673"/>
                  </a:lnTo>
                  <a:lnTo>
                    <a:pt x="1562074" y="1450426"/>
                  </a:lnTo>
                  <a:lnTo>
                    <a:pt x="1575425" y="1434200"/>
                  </a:lnTo>
                  <a:lnTo>
                    <a:pt x="1588776" y="1418008"/>
                  </a:lnTo>
                  <a:lnTo>
                    <a:pt x="1602128" y="1401864"/>
                  </a:lnTo>
                  <a:lnTo>
                    <a:pt x="1615479" y="1385783"/>
                  </a:lnTo>
                  <a:lnTo>
                    <a:pt x="1628830" y="1369778"/>
                  </a:lnTo>
                  <a:lnTo>
                    <a:pt x="1642181" y="1353866"/>
                  </a:lnTo>
                  <a:lnTo>
                    <a:pt x="1655532" y="1338061"/>
                  </a:lnTo>
                  <a:lnTo>
                    <a:pt x="1668883" y="1322379"/>
                  </a:lnTo>
                  <a:lnTo>
                    <a:pt x="1682234" y="1306838"/>
                  </a:lnTo>
                  <a:lnTo>
                    <a:pt x="1695585" y="1291453"/>
                  </a:lnTo>
                  <a:lnTo>
                    <a:pt x="1708936" y="1276242"/>
                  </a:lnTo>
                  <a:lnTo>
                    <a:pt x="1722287" y="1261223"/>
                  </a:lnTo>
                  <a:lnTo>
                    <a:pt x="1735638" y="1246412"/>
                  </a:lnTo>
                  <a:lnTo>
                    <a:pt x="1748989" y="1231828"/>
                  </a:lnTo>
                  <a:lnTo>
                    <a:pt x="1762340" y="1217489"/>
                  </a:lnTo>
                  <a:lnTo>
                    <a:pt x="1775691" y="1203413"/>
                  </a:lnTo>
                  <a:lnTo>
                    <a:pt x="1789042" y="1189618"/>
                  </a:lnTo>
                  <a:lnTo>
                    <a:pt x="1802394" y="1176114"/>
                  </a:lnTo>
                  <a:lnTo>
                    <a:pt x="1815745" y="1162904"/>
                  </a:lnTo>
                  <a:lnTo>
                    <a:pt x="1829096" y="1149989"/>
                  </a:lnTo>
                  <a:lnTo>
                    <a:pt x="1842447" y="1137371"/>
                  </a:lnTo>
                  <a:lnTo>
                    <a:pt x="1855798" y="1125053"/>
                  </a:lnTo>
                  <a:lnTo>
                    <a:pt x="1869149" y="1113036"/>
                  </a:lnTo>
                  <a:lnTo>
                    <a:pt x="1882500" y="1101320"/>
                  </a:lnTo>
                  <a:lnTo>
                    <a:pt x="1895851" y="1089906"/>
                  </a:lnTo>
                  <a:lnTo>
                    <a:pt x="1909202" y="1078795"/>
                  </a:lnTo>
                  <a:lnTo>
                    <a:pt x="1922553" y="1067986"/>
                  </a:lnTo>
                  <a:lnTo>
                    <a:pt x="1935904" y="1057479"/>
                  </a:lnTo>
                  <a:lnTo>
                    <a:pt x="1949255" y="1047273"/>
                  </a:lnTo>
                  <a:lnTo>
                    <a:pt x="1962606" y="1037367"/>
                  </a:lnTo>
                  <a:lnTo>
                    <a:pt x="1975957" y="1027760"/>
                  </a:lnTo>
                  <a:lnTo>
                    <a:pt x="1989309" y="1018450"/>
                  </a:lnTo>
                  <a:lnTo>
                    <a:pt x="2002660" y="1009435"/>
                  </a:lnTo>
                  <a:lnTo>
                    <a:pt x="2016011" y="1000712"/>
                  </a:lnTo>
                  <a:lnTo>
                    <a:pt x="2029362" y="992279"/>
                  </a:lnTo>
                  <a:lnTo>
                    <a:pt x="2042713" y="984132"/>
                  </a:lnTo>
                  <a:lnTo>
                    <a:pt x="2056064" y="976269"/>
                  </a:lnTo>
                  <a:lnTo>
                    <a:pt x="2069415" y="968685"/>
                  </a:lnTo>
                  <a:lnTo>
                    <a:pt x="2082766" y="961378"/>
                  </a:lnTo>
                  <a:lnTo>
                    <a:pt x="2096117" y="954341"/>
                  </a:lnTo>
                  <a:lnTo>
                    <a:pt x="2109468" y="947571"/>
                  </a:lnTo>
                  <a:lnTo>
                    <a:pt x="2122819" y="941063"/>
                  </a:lnTo>
                  <a:lnTo>
                    <a:pt x="2136170" y="934812"/>
                  </a:lnTo>
                  <a:lnTo>
                    <a:pt x="2149521" y="928813"/>
                  </a:lnTo>
                  <a:lnTo>
                    <a:pt x="2162872" y="923058"/>
                  </a:lnTo>
                  <a:lnTo>
                    <a:pt x="2176223" y="917544"/>
                  </a:lnTo>
                  <a:lnTo>
                    <a:pt x="2189575" y="912263"/>
                  </a:lnTo>
                  <a:lnTo>
                    <a:pt x="2202926" y="907208"/>
                  </a:lnTo>
                  <a:lnTo>
                    <a:pt x="2216277" y="902374"/>
                  </a:lnTo>
                  <a:lnTo>
                    <a:pt x="2229628" y="897753"/>
                  </a:lnTo>
                  <a:lnTo>
                    <a:pt x="2242979" y="893338"/>
                  </a:lnTo>
                  <a:lnTo>
                    <a:pt x="2256330" y="889121"/>
                  </a:lnTo>
                  <a:lnTo>
                    <a:pt x="2269681" y="885096"/>
                  </a:lnTo>
                  <a:lnTo>
                    <a:pt x="2283032" y="881253"/>
                  </a:lnTo>
                  <a:lnTo>
                    <a:pt x="2296383" y="877585"/>
                  </a:lnTo>
                  <a:lnTo>
                    <a:pt x="2309734" y="874084"/>
                  </a:lnTo>
                  <a:lnTo>
                    <a:pt x="2323085" y="870742"/>
                  </a:lnTo>
                  <a:lnTo>
                    <a:pt x="2336436" y="867549"/>
                  </a:lnTo>
                  <a:lnTo>
                    <a:pt x="2349787" y="864497"/>
                  </a:lnTo>
                  <a:lnTo>
                    <a:pt x="2363138" y="861578"/>
                  </a:lnTo>
                  <a:lnTo>
                    <a:pt x="2376489" y="858781"/>
                  </a:lnTo>
                  <a:lnTo>
                    <a:pt x="2389841" y="856099"/>
                  </a:lnTo>
                  <a:lnTo>
                    <a:pt x="2403192" y="853522"/>
                  </a:lnTo>
                  <a:lnTo>
                    <a:pt x="2416543" y="851041"/>
                  </a:lnTo>
                  <a:lnTo>
                    <a:pt x="2429894" y="848646"/>
                  </a:lnTo>
                  <a:lnTo>
                    <a:pt x="2443245" y="846328"/>
                  </a:lnTo>
                  <a:lnTo>
                    <a:pt x="2456596" y="844078"/>
                  </a:lnTo>
                  <a:lnTo>
                    <a:pt x="2469947" y="841887"/>
                  </a:lnTo>
                  <a:lnTo>
                    <a:pt x="2483298" y="839744"/>
                  </a:lnTo>
                  <a:lnTo>
                    <a:pt x="2496649" y="837641"/>
                  </a:lnTo>
                  <a:lnTo>
                    <a:pt x="2510000" y="835569"/>
                  </a:lnTo>
                  <a:lnTo>
                    <a:pt x="2523351" y="833517"/>
                  </a:lnTo>
                  <a:lnTo>
                    <a:pt x="2536702" y="831478"/>
                  </a:lnTo>
                  <a:lnTo>
                    <a:pt x="2550053" y="829442"/>
                  </a:lnTo>
                  <a:lnTo>
                    <a:pt x="2563404" y="827400"/>
                  </a:lnTo>
                  <a:lnTo>
                    <a:pt x="2576755" y="825343"/>
                  </a:lnTo>
                  <a:lnTo>
                    <a:pt x="2590107" y="823263"/>
                  </a:lnTo>
                  <a:lnTo>
                    <a:pt x="2603458" y="821151"/>
                  </a:lnTo>
                  <a:lnTo>
                    <a:pt x="2616809" y="819000"/>
                  </a:lnTo>
                  <a:lnTo>
                    <a:pt x="2630160" y="816800"/>
                  </a:lnTo>
                  <a:lnTo>
                    <a:pt x="2643511" y="814546"/>
                  </a:lnTo>
                  <a:lnTo>
                    <a:pt x="2656862" y="812228"/>
                  </a:lnTo>
                  <a:lnTo>
                    <a:pt x="2670213" y="809840"/>
                  </a:lnTo>
                  <a:lnTo>
                    <a:pt x="2683564" y="807375"/>
                  </a:lnTo>
                  <a:lnTo>
                    <a:pt x="2696915" y="804827"/>
                  </a:lnTo>
                  <a:lnTo>
                    <a:pt x="2710266" y="802188"/>
                  </a:lnTo>
                  <a:lnTo>
                    <a:pt x="2723617" y="799454"/>
                  </a:lnTo>
                  <a:lnTo>
                    <a:pt x="2736968" y="796618"/>
                  </a:lnTo>
                  <a:lnTo>
                    <a:pt x="2750319" y="793675"/>
                  </a:lnTo>
                  <a:lnTo>
                    <a:pt x="2763670" y="790621"/>
                  </a:lnTo>
                  <a:lnTo>
                    <a:pt x="2777021" y="787450"/>
                  </a:lnTo>
                  <a:lnTo>
                    <a:pt x="2790373" y="784158"/>
                  </a:lnTo>
                  <a:lnTo>
                    <a:pt x="2803724" y="780742"/>
                  </a:lnTo>
                  <a:lnTo>
                    <a:pt x="2817075" y="777198"/>
                  </a:lnTo>
                  <a:lnTo>
                    <a:pt x="2830426" y="773522"/>
                  </a:lnTo>
                  <a:lnTo>
                    <a:pt x="2843777" y="769713"/>
                  </a:lnTo>
                  <a:lnTo>
                    <a:pt x="2857128" y="765766"/>
                  </a:lnTo>
                  <a:lnTo>
                    <a:pt x="2870479" y="761680"/>
                  </a:lnTo>
                  <a:lnTo>
                    <a:pt x="2883830" y="757454"/>
                  </a:lnTo>
                  <a:lnTo>
                    <a:pt x="2897181" y="753084"/>
                  </a:lnTo>
                  <a:lnTo>
                    <a:pt x="2910532" y="748571"/>
                  </a:lnTo>
                  <a:lnTo>
                    <a:pt x="2923883" y="743913"/>
                  </a:lnTo>
                  <a:lnTo>
                    <a:pt x="2937234" y="739109"/>
                  </a:lnTo>
                  <a:lnTo>
                    <a:pt x="2950585" y="734159"/>
                  </a:lnTo>
                  <a:lnTo>
                    <a:pt x="2963936" y="729062"/>
                  </a:lnTo>
                  <a:lnTo>
                    <a:pt x="2977287" y="723819"/>
                  </a:lnTo>
                  <a:lnTo>
                    <a:pt x="2990639" y="718429"/>
                  </a:lnTo>
                  <a:lnTo>
                    <a:pt x="3003990" y="712893"/>
                  </a:lnTo>
                  <a:lnTo>
                    <a:pt x="3017341" y="707211"/>
                  </a:lnTo>
                  <a:lnTo>
                    <a:pt x="3030692" y="701385"/>
                  </a:lnTo>
                  <a:lnTo>
                    <a:pt x="3044043" y="695415"/>
                  </a:lnTo>
                  <a:lnTo>
                    <a:pt x="3057394" y="689302"/>
                  </a:lnTo>
                  <a:lnTo>
                    <a:pt x="3070745" y="683047"/>
                  </a:lnTo>
                  <a:lnTo>
                    <a:pt x="3084096" y="676652"/>
                  </a:lnTo>
                  <a:lnTo>
                    <a:pt x="3097447" y="670118"/>
                  </a:lnTo>
                  <a:lnTo>
                    <a:pt x="3110798" y="663447"/>
                  </a:lnTo>
                  <a:lnTo>
                    <a:pt x="3124149" y="656640"/>
                  </a:lnTo>
                  <a:lnTo>
                    <a:pt x="3137500" y="649700"/>
                  </a:lnTo>
                  <a:lnTo>
                    <a:pt x="3150851" y="642629"/>
                  </a:lnTo>
                  <a:lnTo>
                    <a:pt x="3164202" y="635430"/>
                  </a:lnTo>
                  <a:lnTo>
                    <a:pt x="3177553" y="628105"/>
                  </a:lnTo>
                  <a:lnTo>
                    <a:pt x="3190905" y="620657"/>
                  </a:lnTo>
                  <a:lnTo>
                    <a:pt x="3204256" y="613088"/>
                  </a:lnTo>
                  <a:lnTo>
                    <a:pt x="3217607" y="605400"/>
                  </a:lnTo>
                  <a:lnTo>
                    <a:pt x="3230958" y="597595"/>
                  </a:lnTo>
                  <a:lnTo>
                    <a:pt x="3244309" y="589676"/>
                  </a:lnTo>
                  <a:lnTo>
                    <a:pt x="3257660" y="581644"/>
                  </a:lnTo>
                  <a:lnTo>
                    <a:pt x="3271011" y="573502"/>
                  </a:lnTo>
                  <a:lnTo>
                    <a:pt x="3284362" y="565250"/>
                  </a:lnTo>
                  <a:lnTo>
                    <a:pt x="3297713" y="556892"/>
                  </a:lnTo>
                  <a:lnTo>
                    <a:pt x="3311064" y="548428"/>
                  </a:lnTo>
                  <a:lnTo>
                    <a:pt x="3324415" y="539860"/>
                  </a:lnTo>
                  <a:lnTo>
                    <a:pt x="3337766" y="531189"/>
                  </a:lnTo>
                  <a:lnTo>
                    <a:pt x="3351117" y="522418"/>
                  </a:lnTo>
                  <a:lnTo>
                    <a:pt x="3364468" y="513547"/>
                  </a:lnTo>
                  <a:lnTo>
                    <a:pt x="3377819" y="504579"/>
                  </a:lnTo>
                  <a:lnTo>
                    <a:pt x="3391171" y="495513"/>
                  </a:lnTo>
                  <a:lnTo>
                    <a:pt x="3404522" y="486352"/>
                  </a:lnTo>
                  <a:lnTo>
                    <a:pt x="3417873" y="477096"/>
                  </a:lnTo>
                  <a:lnTo>
                    <a:pt x="3431224" y="467747"/>
                  </a:lnTo>
                  <a:lnTo>
                    <a:pt x="3444575" y="458305"/>
                  </a:lnTo>
                  <a:lnTo>
                    <a:pt x="3457926" y="448773"/>
                  </a:lnTo>
                  <a:lnTo>
                    <a:pt x="3471277" y="439150"/>
                  </a:lnTo>
                  <a:lnTo>
                    <a:pt x="3484628" y="429438"/>
                  </a:lnTo>
                  <a:lnTo>
                    <a:pt x="3497979" y="419638"/>
                  </a:lnTo>
                  <a:lnTo>
                    <a:pt x="3511330" y="409750"/>
                  </a:lnTo>
                  <a:lnTo>
                    <a:pt x="3524681" y="399775"/>
                  </a:lnTo>
                  <a:lnTo>
                    <a:pt x="3538032" y="389715"/>
                  </a:lnTo>
                  <a:lnTo>
                    <a:pt x="3551383" y="379569"/>
                  </a:lnTo>
                  <a:lnTo>
                    <a:pt x="3564734" y="369339"/>
                  </a:lnTo>
                  <a:lnTo>
                    <a:pt x="3578085" y="359024"/>
                  </a:lnTo>
                  <a:lnTo>
                    <a:pt x="3591437" y="348627"/>
                  </a:lnTo>
                  <a:lnTo>
                    <a:pt x="3604788" y="338146"/>
                  </a:lnTo>
                  <a:lnTo>
                    <a:pt x="3618139" y="327584"/>
                  </a:lnTo>
                  <a:lnTo>
                    <a:pt x="3631490" y="316940"/>
                  </a:lnTo>
                  <a:lnTo>
                    <a:pt x="3644841" y="306215"/>
                  </a:lnTo>
                  <a:lnTo>
                    <a:pt x="3658192" y="295410"/>
                  </a:lnTo>
                  <a:lnTo>
                    <a:pt x="3671543" y="284524"/>
                  </a:lnTo>
                  <a:lnTo>
                    <a:pt x="3684894" y="273558"/>
                  </a:lnTo>
                  <a:lnTo>
                    <a:pt x="3698245" y="262514"/>
                  </a:lnTo>
                  <a:lnTo>
                    <a:pt x="3711596" y="251390"/>
                  </a:lnTo>
                  <a:lnTo>
                    <a:pt x="3724947" y="240187"/>
                  </a:lnTo>
                  <a:lnTo>
                    <a:pt x="3738298" y="228907"/>
                  </a:lnTo>
                  <a:lnTo>
                    <a:pt x="3751649" y="217548"/>
                  </a:lnTo>
                  <a:lnTo>
                    <a:pt x="3765000" y="206112"/>
                  </a:lnTo>
                  <a:lnTo>
                    <a:pt x="3778352" y="194598"/>
                  </a:lnTo>
                  <a:lnTo>
                    <a:pt x="3791703" y="183007"/>
                  </a:lnTo>
                  <a:lnTo>
                    <a:pt x="3805054" y="171339"/>
                  </a:lnTo>
                  <a:lnTo>
                    <a:pt x="3818405" y="159595"/>
                  </a:lnTo>
                  <a:lnTo>
                    <a:pt x="3831756" y="147774"/>
                  </a:lnTo>
                  <a:lnTo>
                    <a:pt x="3845107" y="135876"/>
                  </a:lnTo>
                  <a:lnTo>
                    <a:pt x="3858458" y="123902"/>
                  </a:lnTo>
                  <a:lnTo>
                    <a:pt x="3871809" y="111853"/>
                  </a:lnTo>
                  <a:lnTo>
                    <a:pt x="3885160" y="99727"/>
                  </a:lnTo>
                  <a:lnTo>
                    <a:pt x="3898511" y="87526"/>
                  </a:lnTo>
                  <a:lnTo>
                    <a:pt x="3911862" y="75248"/>
                  </a:lnTo>
                  <a:lnTo>
                    <a:pt x="3925213" y="62896"/>
                  </a:lnTo>
                  <a:lnTo>
                    <a:pt x="3938564" y="50467"/>
                  </a:lnTo>
                  <a:lnTo>
                    <a:pt x="3951915" y="37963"/>
                  </a:lnTo>
                  <a:lnTo>
                    <a:pt x="3965266" y="25384"/>
                  </a:lnTo>
                  <a:lnTo>
                    <a:pt x="3978618" y="12730"/>
                  </a:lnTo>
                  <a:lnTo>
                    <a:pt x="3991969" y="0"/>
                  </a:lnTo>
                  <a:lnTo>
                    <a:pt x="3991969" y="2060713"/>
                  </a:lnTo>
                  <a:lnTo>
                    <a:pt x="3978618" y="2055882"/>
                  </a:lnTo>
                  <a:lnTo>
                    <a:pt x="3965266" y="2051033"/>
                  </a:lnTo>
                  <a:lnTo>
                    <a:pt x="3951915" y="2046166"/>
                  </a:lnTo>
                  <a:lnTo>
                    <a:pt x="3938564" y="2041281"/>
                  </a:lnTo>
                  <a:lnTo>
                    <a:pt x="3925213" y="2036379"/>
                  </a:lnTo>
                  <a:lnTo>
                    <a:pt x="3911862" y="2031460"/>
                  </a:lnTo>
                  <a:lnTo>
                    <a:pt x="3898511" y="2026523"/>
                  </a:lnTo>
                  <a:lnTo>
                    <a:pt x="3885160" y="2021570"/>
                  </a:lnTo>
                  <a:lnTo>
                    <a:pt x="3871809" y="2016600"/>
                  </a:lnTo>
                  <a:lnTo>
                    <a:pt x="3858458" y="2011613"/>
                  </a:lnTo>
                  <a:lnTo>
                    <a:pt x="3845107" y="2006610"/>
                  </a:lnTo>
                  <a:lnTo>
                    <a:pt x="3831756" y="2001591"/>
                  </a:lnTo>
                  <a:lnTo>
                    <a:pt x="3818405" y="1996556"/>
                  </a:lnTo>
                  <a:lnTo>
                    <a:pt x="3805054" y="1991506"/>
                  </a:lnTo>
                  <a:lnTo>
                    <a:pt x="3791703" y="1986440"/>
                  </a:lnTo>
                  <a:lnTo>
                    <a:pt x="3778352" y="1981359"/>
                  </a:lnTo>
                  <a:lnTo>
                    <a:pt x="3765000" y="1976264"/>
                  </a:lnTo>
                  <a:lnTo>
                    <a:pt x="3751649" y="1971155"/>
                  </a:lnTo>
                  <a:lnTo>
                    <a:pt x="3738298" y="1966031"/>
                  </a:lnTo>
                  <a:lnTo>
                    <a:pt x="3724947" y="1960895"/>
                  </a:lnTo>
                  <a:lnTo>
                    <a:pt x="3711596" y="1955745"/>
                  </a:lnTo>
                  <a:lnTo>
                    <a:pt x="3698245" y="1950582"/>
                  </a:lnTo>
                  <a:lnTo>
                    <a:pt x="3684894" y="1945406"/>
                  </a:lnTo>
                  <a:lnTo>
                    <a:pt x="3671543" y="1940219"/>
                  </a:lnTo>
                  <a:lnTo>
                    <a:pt x="3658192" y="1935021"/>
                  </a:lnTo>
                  <a:lnTo>
                    <a:pt x="3644841" y="1929811"/>
                  </a:lnTo>
                  <a:lnTo>
                    <a:pt x="3631490" y="1924592"/>
                  </a:lnTo>
                  <a:lnTo>
                    <a:pt x="3618139" y="1919362"/>
                  </a:lnTo>
                  <a:lnTo>
                    <a:pt x="3604788" y="1914123"/>
                  </a:lnTo>
                  <a:lnTo>
                    <a:pt x="3591437" y="1908875"/>
                  </a:lnTo>
                  <a:lnTo>
                    <a:pt x="3578085" y="1903619"/>
                  </a:lnTo>
                  <a:lnTo>
                    <a:pt x="3564734" y="1898356"/>
                  </a:lnTo>
                  <a:lnTo>
                    <a:pt x="3551383" y="1893086"/>
                  </a:lnTo>
                  <a:lnTo>
                    <a:pt x="3538032" y="1887809"/>
                  </a:lnTo>
                  <a:lnTo>
                    <a:pt x="3524681" y="1882528"/>
                  </a:lnTo>
                  <a:lnTo>
                    <a:pt x="3511330" y="1877242"/>
                  </a:lnTo>
                  <a:lnTo>
                    <a:pt x="3497979" y="1871952"/>
                  </a:lnTo>
                  <a:lnTo>
                    <a:pt x="3484628" y="1866659"/>
                  </a:lnTo>
                  <a:lnTo>
                    <a:pt x="3471277" y="1861364"/>
                  </a:lnTo>
                  <a:lnTo>
                    <a:pt x="3457926" y="1856068"/>
                  </a:lnTo>
                  <a:lnTo>
                    <a:pt x="3444575" y="1850772"/>
                  </a:lnTo>
                  <a:lnTo>
                    <a:pt x="3431224" y="1845477"/>
                  </a:lnTo>
                  <a:lnTo>
                    <a:pt x="3417873" y="1840184"/>
                  </a:lnTo>
                  <a:lnTo>
                    <a:pt x="3404522" y="1834893"/>
                  </a:lnTo>
                  <a:lnTo>
                    <a:pt x="3391171" y="1829607"/>
                  </a:lnTo>
                  <a:lnTo>
                    <a:pt x="3377819" y="1824327"/>
                  </a:lnTo>
                  <a:lnTo>
                    <a:pt x="3364468" y="1819053"/>
                  </a:lnTo>
                  <a:lnTo>
                    <a:pt x="3351117" y="1813787"/>
                  </a:lnTo>
                  <a:lnTo>
                    <a:pt x="3337766" y="1808530"/>
                  </a:lnTo>
                  <a:lnTo>
                    <a:pt x="3324415" y="1803284"/>
                  </a:lnTo>
                  <a:lnTo>
                    <a:pt x="3311064" y="1798050"/>
                  </a:lnTo>
                  <a:lnTo>
                    <a:pt x="3297713" y="1792830"/>
                  </a:lnTo>
                  <a:lnTo>
                    <a:pt x="3284362" y="1787625"/>
                  </a:lnTo>
                  <a:lnTo>
                    <a:pt x="3271011" y="1782438"/>
                  </a:lnTo>
                  <a:lnTo>
                    <a:pt x="3257660" y="1777269"/>
                  </a:lnTo>
                  <a:lnTo>
                    <a:pt x="3244309" y="1772121"/>
                  </a:lnTo>
                  <a:lnTo>
                    <a:pt x="3230958" y="1766995"/>
                  </a:lnTo>
                  <a:lnTo>
                    <a:pt x="3217607" y="1761894"/>
                  </a:lnTo>
                  <a:lnTo>
                    <a:pt x="3204256" y="1756819"/>
                  </a:lnTo>
                  <a:lnTo>
                    <a:pt x="3190905" y="1751773"/>
                  </a:lnTo>
                  <a:lnTo>
                    <a:pt x="3177553" y="1746758"/>
                  </a:lnTo>
                  <a:lnTo>
                    <a:pt x="3164202" y="1741776"/>
                  </a:lnTo>
                  <a:lnTo>
                    <a:pt x="3150851" y="1736829"/>
                  </a:lnTo>
                  <a:lnTo>
                    <a:pt x="3137500" y="1731920"/>
                  </a:lnTo>
                  <a:lnTo>
                    <a:pt x="3124149" y="1727052"/>
                  </a:lnTo>
                  <a:lnTo>
                    <a:pt x="3110798" y="1722227"/>
                  </a:lnTo>
                  <a:lnTo>
                    <a:pt x="3097447" y="1717448"/>
                  </a:lnTo>
                  <a:lnTo>
                    <a:pt x="3084096" y="1712720"/>
                  </a:lnTo>
                  <a:lnTo>
                    <a:pt x="3070745" y="1708047"/>
                  </a:lnTo>
                  <a:lnTo>
                    <a:pt x="3057394" y="1703432"/>
                  </a:lnTo>
                  <a:lnTo>
                    <a:pt x="3044043" y="1698881"/>
                  </a:lnTo>
                  <a:lnTo>
                    <a:pt x="3030692" y="1694396"/>
                  </a:lnTo>
                  <a:lnTo>
                    <a:pt x="3017341" y="1689983"/>
                  </a:lnTo>
                  <a:lnTo>
                    <a:pt x="3003990" y="1685645"/>
                  </a:lnTo>
                  <a:lnTo>
                    <a:pt x="2990639" y="1681387"/>
                  </a:lnTo>
                  <a:lnTo>
                    <a:pt x="2977287" y="1677212"/>
                  </a:lnTo>
                  <a:lnTo>
                    <a:pt x="2963936" y="1673123"/>
                  </a:lnTo>
                  <a:lnTo>
                    <a:pt x="2950585" y="1669125"/>
                  </a:lnTo>
                  <a:lnTo>
                    <a:pt x="2937234" y="1665221"/>
                  </a:lnTo>
                  <a:lnTo>
                    <a:pt x="2923883" y="1661415"/>
                  </a:lnTo>
                  <a:lnTo>
                    <a:pt x="2910532" y="1657709"/>
                  </a:lnTo>
                  <a:lnTo>
                    <a:pt x="2897181" y="1654107"/>
                  </a:lnTo>
                  <a:lnTo>
                    <a:pt x="2883830" y="1650612"/>
                  </a:lnTo>
                  <a:lnTo>
                    <a:pt x="2870479" y="1647226"/>
                  </a:lnTo>
                  <a:lnTo>
                    <a:pt x="2857128" y="1643952"/>
                  </a:lnTo>
                  <a:lnTo>
                    <a:pt x="2843777" y="1640793"/>
                  </a:lnTo>
                  <a:lnTo>
                    <a:pt x="2830426" y="1637750"/>
                  </a:lnTo>
                  <a:lnTo>
                    <a:pt x="2817075" y="1634825"/>
                  </a:lnTo>
                  <a:lnTo>
                    <a:pt x="2803724" y="1632019"/>
                  </a:lnTo>
                  <a:lnTo>
                    <a:pt x="2790373" y="1629335"/>
                  </a:lnTo>
                  <a:lnTo>
                    <a:pt x="2777021" y="1626773"/>
                  </a:lnTo>
                  <a:lnTo>
                    <a:pt x="2763670" y="1624333"/>
                  </a:lnTo>
                  <a:lnTo>
                    <a:pt x="2750319" y="1622017"/>
                  </a:lnTo>
                  <a:lnTo>
                    <a:pt x="2736968" y="1619825"/>
                  </a:lnTo>
                  <a:lnTo>
                    <a:pt x="2723617" y="1617757"/>
                  </a:lnTo>
                  <a:lnTo>
                    <a:pt x="2710266" y="1615811"/>
                  </a:lnTo>
                  <a:lnTo>
                    <a:pt x="2696915" y="1613989"/>
                  </a:lnTo>
                  <a:lnTo>
                    <a:pt x="2683564" y="1612288"/>
                  </a:lnTo>
                  <a:lnTo>
                    <a:pt x="2670213" y="1610708"/>
                  </a:lnTo>
                  <a:lnTo>
                    <a:pt x="2656862" y="1609247"/>
                  </a:lnTo>
                  <a:lnTo>
                    <a:pt x="2643511" y="1607905"/>
                  </a:lnTo>
                  <a:lnTo>
                    <a:pt x="2630160" y="1606677"/>
                  </a:lnTo>
                  <a:lnTo>
                    <a:pt x="2616809" y="1605564"/>
                  </a:lnTo>
                  <a:lnTo>
                    <a:pt x="2603458" y="1604562"/>
                  </a:lnTo>
                  <a:lnTo>
                    <a:pt x="2590107" y="1603669"/>
                  </a:lnTo>
                  <a:lnTo>
                    <a:pt x="2576755" y="1602881"/>
                  </a:lnTo>
                  <a:lnTo>
                    <a:pt x="2563404" y="1602197"/>
                  </a:lnTo>
                  <a:lnTo>
                    <a:pt x="2550053" y="1601613"/>
                  </a:lnTo>
                  <a:lnTo>
                    <a:pt x="2536702" y="1601125"/>
                  </a:lnTo>
                  <a:lnTo>
                    <a:pt x="2523351" y="1600731"/>
                  </a:lnTo>
                  <a:lnTo>
                    <a:pt x="2510000" y="1600427"/>
                  </a:lnTo>
                  <a:lnTo>
                    <a:pt x="2496649" y="1600208"/>
                  </a:lnTo>
                  <a:lnTo>
                    <a:pt x="2483298" y="1600072"/>
                  </a:lnTo>
                  <a:lnTo>
                    <a:pt x="2469947" y="1600015"/>
                  </a:lnTo>
                  <a:lnTo>
                    <a:pt x="2456596" y="1600032"/>
                  </a:lnTo>
                  <a:lnTo>
                    <a:pt x="2443245" y="1600120"/>
                  </a:lnTo>
                  <a:lnTo>
                    <a:pt x="2429894" y="1600274"/>
                  </a:lnTo>
                  <a:lnTo>
                    <a:pt x="2416543" y="1600491"/>
                  </a:lnTo>
                  <a:lnTo>
                    <a:pt x="2403192" y="1600767"/>
                  </a:lnTo>
                  <a:lnTo>
                    <a:pt x="2389841" y="1601097"/>
                  </a:lnTo>
                  <a:lnTo>
                    <a:pt x="2376489" y="1601477"/>
                  </a:lnTo>
                  <a:lnTo>
                    <a:pt x="2363138" y="1601904"/>
                  </a:lnTo>
                  <a:lnTo>
                    <a:pt x="2349787" y="1602373"/>
                  </a:lnTo>
                  <a:lnTo>
                    <a:pt x="2336436" y="1602880"/>
                  </a:lnTo>
                  <a:lnTo>
                    <a:pt x="2323085" y="1603421"/>
                  </a:lnTo>
                  <a:lnTo>
                    <a:pt x="2309734" y="1603993"/>
                  </a:lnTo>
                  <a:lnTo>
                    <a:pt x="2296383" y="1604590"/>
                  </a:lnTo>
                  <a:lnTo>
                    <a:pt x="2283032" y="1605211"/>
                  </a:lnTo>
                  <a:lnTo>
                    <a:pt x="2269681" y="1605850"/>
                  </a:lnTo>
                  <a:lnTo>
                    <a:pt x="2256330" y="1606504"/>
                  </a:lnTo>
                  <a:lnTo>
                    <a:pt x="2242979" y="1607169"/>
                  </a:lnTo>
                  <a:lnTo>
                    <a:pt x="2229628" y="1607841"/>
                  </a:lnTo>
                  <a:lnTo>
                    <a:pt x="2216277" y="1608518"/>
                  </a:lnTo>
                  <a:lnTo>
                    <a:pt x="2202926" y="1609195"/>
                  </a:lnTo>
                  <a:lnTo>
                    <a:pt x="2189575" y="1609869"/>
                  </a:lnTo>
                  <a:lnTo>
                    <a:pt x="2176223" y="1610536"/>
                  </a:lnTo>
                  <a:lnTo>
                    <a:pt x="2162872" y="1611194"/>
                  </a:lnTo>
                  <a:lnTo>
                    <a:pt x="2149521" y="1611839"/>
                  </a:lnTo>
                  <a:lnTo>
                    <a:pt x="2136170" y="1612468"/>
                  </a:lnTo>
                  <a:lnTo>
                    <a:pt x="2122819" y="1613077"/>
                  </a:lnTo>
                  <a:lnTo>
                    <a:pt x="2109468" y="1613664"/>
                  </a:lnTo>
                  <a:lnTo>
                    <a:pt x="2096117" y="1614226"/>
                  </a:lnTo>
                  <a:lnTo>
                    <a:pt x="2082766" y="1614760"/>
                  </a:lnTo>
                  <a:lnTo>
                    <a:pt x="2069415" y="1615262"/>
                  </a:lnTo>
                  <a:lnTo>
                    <a:pt x="2056064" y="1615731"/>
                  </a:lnTo>
                  <a:lnTo>
                    <a:pt x="2042713" y="1616162"/>
                  </a:lnTo>
                  <a:lnTo>
                    <a:pt x="2029362" y="1616555"/>
                  </a:lnTo>
                  <a:lnTo>
                    <a:pt x="2016011" y="1616905"/>
                  </a:lnTo>
                  <a:lnTo>
                    <a:pt x="2002660" y="1617211"/>
                  </a:lnTo>
                  <a:lnTo>
                    <a:pt x="1989309" y="1617470"/>
                  </a:lnTo>
                  <a:lnTo>
                    <a:pt x="1975957" y="1617679"/>
                  </a:lnTo>
                  <a:lnTo>
                    <a:pt x="1962606" y="1617836"/>
                  </a:lnTo>
                  <a:lnTo>
                    <a:pt x="1949255" y="1617938"/>
                  </a:lnTo>
                  <a:lnTo>
                    <a:pt x="1935904" y="1617984"/>
                  </a:lnTo>
                  <a:lnTo>
                    <a:pt x="1922553" y="1617971"/>
                  </a:lnTo>
                  <a:lnTo>
                    <a:pt x="1909202" y="1617896"/>
                  </a:lnTo>
                  <a:lnTo>
                    <a:pt x="1895851" y="1617757"/>
                  </a:lnTo>
                  <a:lnTo>
                    <a:pt x="1882500" y="1617553"/>
                  </a:lnTo>
                  <a:lnTo>
                    <a:pt x="1869149" y="1617281"/>
                  </a:lnTo>
                  <a:lnTo>
                    <a:pt x="1855798" y="1616938"/>
                  </a:lnTo>
                  <a:lnTo>
                    <a:pt x="1842447" y="1616523"/>
                  </a:lnTo>
                  <a:lnTo>
                    <a:pt x="1829096" y="1616034"/>
                  </a:lnTo>
                  <a:lnTo>
                    <a:pt x="1815745" y="1615468"/>
                  </a:lnTo>
                  <a:lnTo>
                    <a:pt x="1802394" y="1614824"/>
                  </a:lnTo>
                  <a:lnTo>
                    <a:pt x="1789042" y="1614099"/>
                  </a:lnTo>
                  <a:lnTo>
                    <a:pt x="1775691" y="1613293"/>
                  </a:lnTo>
                  <a:lnTo>
                    <a:pt x="1762340" y="1612408"/>
                  </a:lnTo>
                  <a:lnTo>
                    <a:pt x="1748989" y="1611458"/>
                  </a:lnTo>
                  <a:lnTo>
                    <a:pt x="1735638" y="1610457"/>
                  </a:lnTo>
                  <a:lnTo>
                    <a:pt x="1722287" y="1609418"/>
                  </a:lnTo>
                  <a:lnTo>
                    <a:pt x="1708936" y="1608356"/>
                  </a:lnTo>
                  <a:lnTo>
                    <a:pt x="1695585" y="1607283"/>
                  </a:lnTo>
                  <a:lnTo>
                    <a:pt x="1682234" y="1606215"/>
                  </a:lnTo>
                  <a:lnTo>
                    <a:pt x="1668883" y="1605165"/>
                  </a:lnTo>
                  <a:lnTo>
                    <a:pt x="1655532" y="1604147"/>
                  </a:lnTo>
                  <a:lnTo>
                    <a:pt x="1642181" y="1603175"/>
                  </a:lnTo>
                  <a:lnTo>
                    <a:pt x="1628830" y="1602264"/>
                  </a:lnTo>
                  <a:lnTo>
                    <a:pt x="1615479" y="1601427"/>
                  </a:lnTo>
                  <a:lnTo>
                    <a:pt x="1602128" y="1600678"/>
                  </a:lnTo>
                  <a:lnTo>
                    <a:pt x="1588776" y="1600033"/>
                  </a:lnTo>
                  <a:lnTo>
                    <a:pt x="1575425" y="1599504"/>
                  </a:lnTo>
                  <a:lnTo>
                    <a:pt x="1562074" y="1599105"/>
                  </a:lnTo>
                  <a:lnTo>
                    <a:pt x="1548723" y="1598851"/>
                  </a:lnTo>
                  <a:lnTo>
                    <a:pt x="1535372" y="1598755"/>
                  </a:lnTo>
                  <a:lnTo>
                    <a:pt x="1522021" y="1598831"/>
                  </a:lnTo>
                  <a:lnTo>
                    <a:pt x="1508670" y="1599092"/>
                  </a:lnTo>
                  <a:lnTo>
                    <a:pt x="1495319" y="1599551"/>
                  </a:lnTo>
                  <a:lnTo>
                    <a:pt x="1481968" y="1600221"/>
                  </a:lnTo>
                  <a:lnTo>
                    <a:pt x="1468617" y="1601115"/>
                  </a:lnTo>
                  <a:lnTo>
                    <a:pt x="1455266" y="1602246"/>
                  </a:lnTo>
                  <a:lnTo>
                    <a:pt x="1441915" y="1603625"/>
                  </a:lnTo>
                  <a:lnTo>
                    <a:pt x="1428564" y="1611915"/>
                  </a:lnTo>
                  <a:lnTo>
                    <a:pt x="1415213" y="1627760"/>
                  </a:lnTo>
                  <a:lnTo>
                    <a:pt x="1401862" y="1643514"/>
                  </a:lnTo>
                  <a:lnTo>
                    <a:pt x="1388510" y="1659172"/>
                  </a:lnTo>
                  <a:lnTo>
                    <a:pt x="1375159" y="1674728"/>
                  </a:lnTo>
                  <a:lnTo>
                    <a:pt x="1361808" y="1690176"/>
                  </a:lnTo>
                  <a:lnTo>
                    <a:pt x="1348457" y="1705512"/>
                  </a:lnTo>
                  <a:lnTo>
                    <a:pt x="1335106" y="1720730"/>
                  </a:lnTo>
                  <a:lnTo>
                    <a:pt x="1321755" y="1735828"/>
                  </a:lnTo>
                  <a:lnTo>
                    <a:pt x="1308404" y="1750803"/>
                  </a:lnTo>
                  <a:lnTo>
                    <a:pt x="1295053" y="1765652"/>
                  </a:lnTo>
                  <a:lnTo>
                    <a:pt x="1281702" y="1780374"/>
                  </a:lnTo>
                  <a:lnTo>
                    <a:pt x="1268351" y="1794968"/>
                  </a:lnTo>
                  <a:lnTo>
                    <a:pt x="1255000" y="1809434"/>
                  </a:lnTo>
                  <a:lnTo>
                    <a:pt x="1241649" y="1823773"/>
                  </a:lnTo>
                  <a:lnTo>
                    <a:pt x="1228298" y="1837986"/>
                  </a:lnTo>
                  <a:lnTo>
                    <a:pt x="1214947" y="1852077"/>
                  </a:lnTo>
                  <a:lnTo>
                    <a:pt x="1201596" y="1866047"/>
                  </a:lnTo>
                  <a:lnTo>
                    <a:pt x="1188244" y="1879903"/>
                  </a:lnTo>
                  <a:lnTo>
                    <a:pt x="1174893" y="1893648"/>
                  </a:lnTo>
                  <a:lnTo>
                    <a:pt x="1161542" y="1907289"/>
                  </a:lnTo>
                  <a:lnTo>
                    <a:pt x="1148191" y="1920835"/>
                  </a:lnTo>
                  <a:lnTo>
                    <a:pt x="1134840" y="1934293"/>
                  </a:lnTo>
                  <a:lnTo>
                    <a:pt x="1121489" y="1947673"/>
                  </a:lnTo>
                  <a:lnTo>
                    <a:pt x="1108138" y="1960987"/>
                  </a:lnTo>
                  <a:lnTo>
                    <a:pt x="1094787" y="1974246"/>
                  </a:lnTo>
                  <a:lnTo>
                    <a:pt x="1081436" y="1987468"/>
                  </a:lnTo>
                  <a:lnTo>
                    <a:pt x="1068085" y="2000666"/>
                  </a:lnTo>
                  <a:lnTo>
                    <a:pt x="1054734" y="2013857"/>
                  </a:lnTo>
                  <a:lnTo>
                    <a:pt x="1041383" y="2027055"/>
                  </a:lnTo>
                  <a:lnTo>
                    <a:pt x="1028032" y="2040272"/>
                  </a:lnTo>
                  <a:lnTo>
                    <a:pt x="1014681" y="2053522"/>
                  </a:lnTo>
                  <a:lnTo>
                    <a:pt x="1001330" y="2066815"/>
                  </a:lnTo>
                  <a:lnTo>
                    <a:pt x="987978" y="2080161"/>
                  </a:lnTo>
                  <a:lnTo>
                    <a:pt x="974627" y="2093568"/>
                  </a:lnTo>
                  <a:lnTo>
                    <a:pt x="961276" y="2107041"/>
                  </a:lnTo>
                  <a:lnTo>
                    <a:pt x="947925" y="2120585"/>
                  </a:lnTo>
                  <a:lnTo>
                    <a:pt x="934574" y="2134203"/>
                  </a:lnTo>
                  <a:lnTo>
                    <a:pt x="921223" y="2147895"/>
                  </a:lnTo>
                  <a:lnTo>
                    <a:pt x="907872" y="2161659"/>
                  </a:lnTo>
                  <a:lnTo>
                    <a:pt x="894521" y="2175492"/>
                  </a:lnTo>
                  <a:lnTo>
                    <a:pt x="881170" y="2189390"/>
                  </a:lnTo>
                  <a:lnTo>
                    <a:pt x="867819" y="2203344"/>
                  </a:lnTo>
                  <a:lnTo>
                    <a:pt x="854468" y="2217347"/>
                  </a:lnTo>
                  <a:lnTo>
                    <a:pt x="841117" y="2231389"/>
                  </a:lnTo>
                  <a:lnTo>
                    <a:pt x="827766" y="2245460"/>
                  </a:lnTo>
                  <a:lnTo>
                    <a:pt x="814415" y="2259547"/>
                  </a:lnTo>
                  <a:lnTo>
                    <a:pt x="801064" y="2273639"/>
                  </a:lnTo>
                  <a:lnTo>
                    <a:pt x="787712" y="2287723"/>
                  </a:lnTo>
                  <a:lnTo>
                    <a:pt x="774361" y="2301784"/>
                  </a:lnTo>
                  <a:lnTo>
                    <a:pt x="761010" y="2315811"/>
                  </a:lnTo>
                  <a:lnTo>
                    <a:pt x="747659" y="2329789"/>
                  </a:lnTo>
                  <a:lnTo>
                    <a:pt x="734308" y="2343704"/>
                  </a:lnTo>
                  <a:lnTo>
                    <a:pt x="720957" y="2357545"/>
                  </a:lnTo>
                  <a:lnTo>
                    <a:pt x="707606" y="2371299"/>
                  </a:lnTo>
                  <a:lnTo>
                    <a:pt x="694255" y="2384952"/>
                  </a:lnTo>
                  <a:lnTo>
                    <a:pt x="680904" y="2398494"/>
                  </a:lnTo>
                  <a:lnTo>
                    <a:pt x="667553" y="2411913"/>
                  </a:lnTo>
                  <a:lnTo>
                    <a:pt x="654202" y="2425199"/>
                  </a:lnTo>
                  <a:lnTo>
                    <a:pt x="640851" y="2438342"/>
                  </a:lnTo>
                  <a:lnTo>
                    <a:pt x="627500" y="2451332"/>
                  </a:lnTo>
                  <a:lnTo>
                    <a:pt x="614149" y="2464161"/>
                  </a:lnTo>
                  <a:lnTo>
                    <a:pt x="600798" y="2476821"/>
                  </a:lnTo>
                  <a:lnTo>
                    <a:pt x="587446" y="2489305"/>
                  </a:lnTo>
                  <a:lnTo>
                    <a:pt x="574095" y="2501605"/>
                  </a:lnTo>
                  <a:lnTo>
                    <a:pt x="560744" y="2513717"/>
                  </a:lnTo>
                  <a:lnTo>
                    <a:pt x="547393" y="2525635"/>
                  </a:lnTo>
                  <a:lnTo>
                    <a:pt x="534042" y="2537354"/>
                  </a:lnTo>
                  <a:lnTo>
                    <a:pt x="520691" y="2548870"/>
                  </a:lnTo>
                  <a:lnTo>
                    <a:pt x="507340" y="2560180"/>
                  </a:lnTo>
                  <a:lnTo>
                    <a:pt x="493989" y="2571280"/>
                  </a:lnTo>
                  <a:lnTo>
                    <a:pt x="480638" y="2582169"/>
                  </a:lnTo>
                  <a:lnTo>
                    <a:pt x="467287" y="2592843"/>
                  </a:lnTo>
                  <a:lnTo>
                    <a:pt x="453936" y="2603302"/>
                  </a:lnTo>
                  <a:lnTo>
                    <a:pt x="440585" y="2613545"/>
                  </a:lnTo>
                  <a:lnTo>
                    <a:pt x="427234" y="2623571"/>
                  </a:lnTo>
                  <a:lnTo>
                    <a:pt x="413883" y="2633379"/>
                  </a:lnTo>
                  <a:lnTo>
                    <a:pt x="400532" y="2642970"/>
                  </a:lnTo>
                  <a:lnTo>
                    <a:pt x="387180" y="2652345"/>
                  </a:lnTo>
                  <a:lnTo>
                    <a:pt x="373829" y="2661504"/>
                  </a:lnTo>
                  <a:lnTo>
                    <a:pt x="360478" y="2670448"/>
                  </a:lnTo>
                  <a:lnTo>
                    <a:pt x="347127" y="2679179"/>
                  </a:lnTo>
                  <a:lnTo>
                    <a:pt x="333776" y="2687698"/>
                  </a:lnTo>
                  <a:lnTo>
                    <a:pt x="320425" y="2696008"/>
                  </a:lnTo>
                  <a:lnTo>
                    <a:pt x="307074" y="2704109"/>
                  </a:lnTo>
                  <a:lnTo>
                    <a:pt x="293723" y="2712005"/>
                  </a:lnTo>
                  <a:lnTo>
                    <a:pt x="280372" y="2719699"/>
                  </a:lnTo>
                  <a:lnTo>
                    <a:pt x="267021" y="2727194"/>
                  </a:lnTo>
                  <a:lnTo>
                    <a:pt x="253670" y="2734495"/>
                  </a:lnTo>
                  <a:lnTo>
                    <a:pt x="240319" y="2741606"/>
                  </a:lnTo>
                  <a:lnTo>
                    <a:pt x="226968" y="2748533"/>
                  </a:lnTo>
                  <a:lnTo>
                    <a:pt x="213617" y="2755279"/>
                  </a:lnTo>
                  <a:lnTo>
                    <a:pt x="200266" y="2761849"/>
                  </a:lnTo>
                  <a:lnTo>
                    <a:pt x="186914" y="2768247"/>
                  </a:lnTo>
                  <a:lnTo>
                    <a:pt x="173563" y="2774478"/>
                  </a:lnTo>
                  <a:lnTo>
                    <a:pt x="160212" y="2780545"/>
                  </a:lnTo>
                  <a:lnTo>
                    <a:pt x="146861" y="2786453"/>
                  </a:lnTo>
                  <a:lnTo>
                    <a:pt x="133510" y="2792205"/>
                  </a:lnTo>
                  <a:lnTo>
                    <a:pt x="120159" y="2797805"/>
                  </a:lnTo>
                  <a:lnTo>
                    <a:pt x="106808" y="2803258"/>
                  </a:lnTo>
                  <a:lnTo>
                    <a:pt x="93457" y="2808567"/>
                  </a:lnTo>
                  <a:lnTo>
                    <a:pt x="80106" y="2813736"/>
                  </a:lnTo>
                  <a:lnTo>
                    <a:pt x="66755" y="2818768"/>
                  </a:lnTo>
                  <a:lnTo>
                    <a:pt x="53404" y="2823667"/>
                  </a:lnTo>
                  <a:lnTo>
                    <a:pt x="40053" y="2828435"/>
                  </a:lnTo>
                  <a:lnTo>
                    <a:pt x="26702" y="2833078"/>
                  </a:lnTo>
                  <a:lnTo>
                    <a:pt x="13351" y="2837597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012852" y="3498589"/>
              <a:ext cx="3991969" cy="2243910"/>
            </a:xfrm>
            <a:custGeom>
              <a:avLst/>
              <a:pathLst>
                <a:path w="3991969" h="2243910">
                  <a:moveTo>
                    <a:pt x="0" y="2243910"/>
                  </a:moveTo>
                  <a:lnTo>
                    <a:pt x="13351" y="2240667"/>
                  </a:lnTo>
                  <a:lnTo>
                    <a:pt x="26702" y="2237405"/>
                  </a:lnTo>
                  <a:lnTo>
                    <a:pt x="40053" y="2234123"/>
                  </a:lnTo>
                  <a:lnTo>
                    <a:pt x="53404" y="2230820"/>
                  </a:lnTo>
                  <a:lnTo>
                    <a:pt x="66755" y="2227497"/>
                  </a:lnTo>
                  <a:lnTo>
                    <a:pt x="80106" y="2224152"/>
                  </a:lnTo>
                  <a:lnTo>
                    <a:pt x="93457" y="2220785"/>
                  </a:lnTo>
                  <a:lnTo>
                    <a:pt x="106808" y="2217396"/>
                  </a:lnTo>
                  <a:lnTo>
                    <a:pt x="120159" y="2213984"/>
                  </a:lnTo>
                  <a:lnTo>
                    <a:pt x="133510" y="2210549"/>
                  </a:lnTo>
                  <a:lnTo>
                    <a:pt x="146861" y="2207090"/>
                  </a:lnTo>
                  <a:lnTo>
                    <a:pt x="160212" y="2203605"/>
                  </a:lnTo>
                  <a:lnTo>
                    <a:pt x="173563" y="2200095"/>
                  </a:lnTo>
                  <a:lnTo>
                    <a:pt x="186914" y="2196559"/>
                  </a:lnTo>
                  <a:lnTo>
                    <a:pt x="200266" y="2192996"/>
                  </a:lnTo>
                  <a:lnTo>
                    <a:pt x="213617" y="2189404"/>
                  </a:lnTo>
                  <a:lnTo>
                    <a:pt x="226968" y="2185784"/>
                  </a:lnTo>
                  <a:lnTo>
                    <a:pt x="240319" y="2182134"/>
                  </a:lnTo>
                  <a:lnTo>
                    <a:pt x="253670" y="2178453"/>
                  </a:lnTo>
                  <a:lnTo>
                    <a:pt x="267021" y="2174739"/>
                  </a:lnTo>
                  <a:lnTo>
                    <a:pt x="280372" y="2170992"/>
                  </a:lnTo>
                  <a:lnTo>
                    <a:pt x="293723" y="2167210"/>
                  </a:lnTo>
                  <a:lnTo>
                    <a:pt x="307074" y="2163392"/>
                  </a:lnTo>
                  <a:lnTo>
                    <a:pt x="320425" y="2159534"/>
                  </a:lnTo>
                  <a:lnTo>
                    <a:pt x="333776" y="2155634"/>
                  </a:lnTo>
                  <a:lnTo>
                    <a:pt x="347127" y="2151689"/>
                  </a:lnTo>
                  <a:lnTo>
                    <a:pt x="360478" y="2147697"/>
                  </a:lnTo>
                  <a:lnTo>
                    <a:pt x="373829" y="2143653"/>
                  </a:lnTo>
                  <a:lnTo>
                    <a:pt x="387180" y="2139556"/>
                  </a:lnTo>
                  <a:lnTo>
                    <a:pt x="400532" y="2135401"/>
                  </a:lnTo>
                  <a:lnTo>
                    <a:pt x="413883" y="2131186"/>
                  </a:lnTo>
                  <a:lnTo>
                    <a:pt x="427234" y="2126907"/>
                  </a:lnTo>
                  <a:lnTo>
                    <a:pt x="440585" y="2122560"/>
                  </a:lnTo>
                  <a:lnTo>
                    <a:pt x="453936" y="2118141"/>
                  </a:lnTo>
                  <a:lnTo>
                    <a:pt x="467287" y="2113648"/>
                  </a:lnTo>
                  <a:lnTo>
                    <a:pt x="480638" y="2109076"/>
                  </a:lnTo>
                  <a:lnTo>
                    <a:pt x="493989" y="2104420"/>
                  </a:lnTo>
                  <a:lnTo>
                    <a:pt x="507340" y="2099677"/>
                  </a:lnTo>
                  <a:lnTo>
                    <a:pt x="520691" y="2094842"/>
                  </a:lnTo>
                  <a:lnTo>
                    <a:pt x="534042" y="2089911"/>
                  </a:lnTo>
                  <a:lnTo>
                    <a:pt x="547393" y="2084879"/>
                  </a:lnTo>
                  <a:lnTo>
                    <a:pt x="560744" y="2079742"/>
                  </a:lnTo>
                  <a:lnTo>
                    <a:pt x="574095" y="2074494"/>
                  </a:lnTo>
                  <a:lnTo>
                    <a:pt x="587446" y="2069130"/>
                  </a:lnTo>
                  <a:lnTo>
                    <a:pt x="600798" y="2063646"/>
                  </a:lnTo>
                  <a:lnTo>
                    <a:pt x="614149" y="2058035"/>
                  </a:lnTo>
                  <a:lnTo>
                    <a:pt x="627500" y="2052292"/>
                  </a:lnTo>
                  <a:lnTo>
                    <a:pt x="640851" y="2046411"/>
                  </a:lnTo>
                  <a:lnTo>
                    <a:pt x="654202" y="2040388"/>
                  </a:lnTo>
                  <a:lnTo>
                    <a:pt x="667553" y="2034215"/>
                  </a:lnTo>
                  <a:lnTo>
                    <a:pt x="680904" y="2027887"/>
                  </a:lnTo>
                  <a:lnTo>
                    <a:pt x="694255" y="2021399"/>
                  </a:lnTo>
                  <a:lnTo>
                    <a:pt x="707606" y="2014744"/>
                  </a:lnTo>
                  <a:lnTo>
                    <a:pt x="720957" y="2007916"/>
                  </a:lnTo>
                  <a:lnTo>
                    <a:pt x="734308" y="2000911"/>
                  </a:lnTo>
                  <a:lnTo>
                    <a:pt x="747659" y="1993722"/>
                  </a:lnTo>
                  <a:lnTo>
                    <a:pt x="761010" y="1986344"/>
                  </a:lnTo>
                  <a:lnTo>
                    <a:pt x="774361" y="1978774"/>
                  </a:lnTo>
                  <a:lnTo>
                    <a:pt x="787712" y="1971006"/>
                  </a:lnTo>
                  <a:lnTo>
                    <a:pt x="801064" y="1963039"/>
                  </a:lnTo>
                  <a:lnTo>
                    <a:pt x="814415" y="1954868"/>
                  </a:lnTo>
                  <a:lnTo>
                    <a:pt x="827766" y="1946494"/>
                  </a:lnTo>
                  <a:lnTo>
                    <a:pt x="841117" y="1937915"/>
                  </a:lnTo>
                  <a:lnTo>
                    <a:pt x="854468" y="1929134"/>
                  </a:lnTo>
                  <a:lnTo>
                    <a:pt x="867819" y="1920154"/>
                  </a:lnTo>
                  <a:lnTo>
                    <a:pt x="881170" y="1910978"/>
                  </a:lnTo>
                  <a:lnTo>
                    <a:pt x="894521" y="1901614"/>
                  </a:lnTo>
                  <a:lnTo>
                    <a:pt x="907872" y="1892071"/>
                  </a:lnTo>
                  <a:lnTo>
                    <a:pt x="921223" y="1882359"/>
                  </a:lnTo>
                  <a:lnTo>
                    <a:pt x="934574" y="1872494"/>
                  </a:lnTo>
                  <a:lnTo>
                    <a:pt x="947925" y="1862490"/>
                  </a:lnTo>
                  <a:lnTo>
                    <a:pt x="961276" y="1852366"/>
                  </a:lnTo>
                  <a:lnTo>
                    <a:pt x="974627" y="1842144"/>
                  </a:lnTo>
                  <a:lnTo>
                    <a:pt x="987978" y="1831846"/>
                  </a:lnTo>
                  <a:lnTo>
                    <a:pt x="1001330" y="1821498"/>
                  </a:lnTo>
                  <a:lnTo>
                    <a:pt x="1014681" y="1811128"/>
                  </a:lnTo>
                  <a:lnTo>
                    <a:pt x="1028032" y="1800766"/>
                  </a:lnTo>
                  <a:lnTo>
                    <a:pt x="1041383" y="1790443"/>
                  </a:lnTo>
                  <a:lnTo>
                    <a:pt x="1054734" y="1780193"/>
                  </a:lnTo>
                  <a:lnTo>
                    <a:pt x="1068085" y="1770048"/>
                  </a:lnTo>
                  <a:lnTo>
                    <a:pt x="1081436" y="1760045"/>
                  </a:lnTo>
                  <a:lnTo>
                    <a:pt x="1094787" y="1750220"/>
                  </a:lnTo>
                  <a:lnTo>
                    <a:pt x="1108138" y="1740607"/>
                  </a:lnTo>
                  <a:lnTo>
                    <a:pt x="1121489" y="1731243"/>
                  </a:lnTo>
                  <a:lnTo>
                    <a:pt x="1134840" y="1722146"/>
                  </a:lnTo>
                  <a:lnTo>
                    <a:pt x="1148191" y="1713336"/>
                  </a:lnTo>
                  <a:lnTo>
                    <a:pt x="1161542" y="1704825"/>
                  </a:lnTo>
                  <a:lnTo>
                    <a:pt x="1174893" y="1696627"/>
                  </a:lnTo>
                  <a:lnTo>
                    <a:pt x="1188244" y="1688753"/>
                  </a:lnTo>
                  <a:lnTo>
                    <a:pt x="1201596" y="1681211"/>
                  </a:lnTo>
                  <a:lnTo>
                    <a:pt x="1214947" y="1674009"/>
                  </a:lnTo>
                  <a:lnTo>
                    <a:pt x="1228298" y="1667152"/>
                  </a:lnTo>
                  <a:lnTo>
                    <a:pt x="1241649" y="1660643"/>
                  </a:lnTo>
                  <a:lnTo>
                    <a:pt x="1255000" y="1654486"/>
                  </a:lnTo>
                  <a:lnTo>
                    <a:pt x="1268351" y="1648681"/>
                  </a:lnTo>
                  <a:lnTo>
                    <a:pt x="1281702" y="1643227"/>
                  </a:lnTo>
                  <a:lnTo>
                    <a:pt x="1295053" y="1638124"/>
                  </a:lnTo>
                  <a:lnTo>
                    <a:pt x="1308404" y="1633369"/>
                  </a:lnTo>
                  <a:lnTo>
                    <a:pt x="1321755" y="1628957"/>
                  </a:lnTo>
                  <a:lnTo>
                    <a:pt x="1335106" y="1624883"/>
                  </a:lnTo>
                  <a:lnTo>
                    <a:pt x="1348457" y="1621143"/>
                  </a:lnTo>
                  <a:lnTo>
                    <a:pt x="1361808" y="1617729"/>
                  </a:lnTo>
                  <a:lnTo>
                    <a:pt x="1375159" y="1614633"/>
                  </a:lnTo>
                  <a:lnTo>
                    <a:pt x="1388510" y="1611848"/>
                  </a:lnTo>
                  <a:lnTo>
                    <a:pt x="1401862" y="1609365"/>
                  </a:lnTo>
                  <a:lnTo>
                    <a:pt x="1415213" y="1607173"/>
                  </a:lnTo>
                  <a:lnTo>
                    <a:pt x="1428564" y="1605263"/>
                  </a:lnTo>
                  <a:lnTo>
                    <a:pt x="1441915" y="1595989"/>
                  </a:lnTo>
                  <a:lnTo>
                    <a:pt x="1455266" y="1579988"/>
                  </a:lnTo>
                  <a:lnTo>
                    <a:pt x="1468617" y="1563921"/>
                  </a:lnTo>
                  <a:lnTo>
                    <a:pt x="1481968" y="1547797"/>
                  </a:lnTo>
                  <a:lnTo>
                    <a:pt x="1495319" y="1531625"/>
                  </a:lnTo>
                  <a:lnTo>
                    <a:pt x="1508670" y="1515416"/>
                  </a:lnTo>
                  <a:lnTo>
                    <a:pt x="1522021" y="1499180"/>
                  </a:lnTo>
                  <a:lnTo>
                    <a:pt x="1535372" y="1482928"/>
                  </a:lnTo>
                  <a:lnTo>
                    <a:pt x="1548723" y="1466673"/>
                  </a:lnTo>
                  <a:lnTo>
                    <a:pt x="1562074" y="1450426"/>
                  </a:lnTo>
                  <a:lnTo>
                    <a:pt x="1575425" y="1434200"/>
                  </a:lnTo>
                  <a:lnTo>
                    <a:pt x="1588776" y="1418008"/>
                  </a:lnTo>
                  <a:lnTo>
                    <a:pt x="1602128" y="1401864"/>
                  </a:lnTo>
                  <a:lnTo>
                    <a:pt x="1615479" y="1385783"/>
                  </a:lnTo>
                  <a:lnTo>
                    <a:pt x="1628830" y="1369778"/>
                  </a:lnTo>
                  <a:lnTo>
                    <a:pt x="1642181" y="1353866"/>
                  </a:lnTo>
                  <a:lnTo>
                    <a:pt x="1655532" y="1338061"/>
                  </a:lnTo>
                  <a:lnTo>
                    <a:pt x="1668883" y="1322379"/>
                  </a:lnTo>
                  <a:lnTo>
                    <a:pt x="1682234" y="1306838"/>
                  </a:lnTo>
                  <a:lnTo>
                    <a:pt x="1695585" y="1291453"/>
                  </a:lnTo>
                  <a:lnTo>
                    <a:pt x="1708936" y="1276242"/>
                  </a:lnTo>
                  <a:lnTo>
                    <a:pt x="1722287" y="1261223"/>
                  </a:lnTo>
                  <a:lnTo>
                    <a:pt x="1735638" y="1246412"/>
                  </a:lnTo>
                  <a:lnTo>
                    <a:pt x="1748989" y="1231828"/>
                  </a:lnTo>
                  <a:lnTo>
                    <a:pt x="1762340" y="1217489"/>
                  </a:lnTo>
                  <a:lnTo>
                    <a:pt x="1775691" y="1203413"/>
                  </a:lnTo>
                  <a:lnTo>
                    <a:pt x="1789042" y="1189618"/>
                  </a:lnTo>
                  <a:lnTo>
                    <a:pt x="1802394" y="1176114"/>
                  </a:lnTo>
                  <a:lnTo>
                    <a:pt x="1815745" y="1162904"/>
                  </a:lnTo>
                  <a:lnTo>
                    <a:pt x="1829096" y="1149989"/>
                  </a:lnTo>
                  <a:lnTo>
                    <a:pt x="1842447" y="1137371"/>
                  </a:lnTo>
                  <a:lnTo>
                    <a:pt x="1855798" y="1125053"/>
                  </a:lnTo>
                  <a:lnTo>
                    <a:pt x="1869149" y="1113036"/>
                  </a:lnTo>
                  <a:lnTo>
                    <a:pt x="1882500" y="1101320"/>
                  </a:lnTo>
                  <a:lnTo>
                    <a:pt x="1895851" y="1089906"/>
                  </a:lnTo>
                  <a:lnTo>
                    <a:pt x="1909202" y="1078795"/>
                  </a:lnTo>
                  <a:lnTo>
                    <a:pt x="1922553" y="1067986"/>
                  </a:lnTo>
                  <a:lnTo>
                    <a:pt x="1935904" y="1057479"/>
                  </a:lnTo>
                  <a:lnTo>
                    <a:pt x="1949255" y="1047273"/>
                  </a:lnTo>
                  <a:lnTo>
                    <a:pt x="1962606" y="1037367"/>
                  </a:lnTo>
                  <a:lnTo>
                    <a:pt x="1975957" y="1027760"/>
                  </a:lnTo>
                  <a:lnTo>
                    <a:pt x="1989309" y="1018450"/>
                  </a:lnTo>
                  <a:lnTo>
                    <a:pt x="2002660" y="1009435"/>
                  </a:lnTo>
                  <a:lnTo>
                    <a:pt x="2016011" y="1000712"/>
                  </a:lnTo>
                  <a:lnTo>
                    <a:pt x="2029362" y="992279"/>
                  </a:lnTo>
                  <a:lnTo>
                    <a:pt x="2042713" y="984132"/>
                  </a:lnTo>
                  <a:lnTo>
                    <a:pt x="2056064" y="976269"/>
                  </a:lnTo>
                  <a:lnTo>
                    <a:pt x="2069415" y="968685"/>
                  </a:lnTo>
                  <a:lnTo>
                    <a:pt x="2082766" y="961378"/>
                  </a:lnTo>
                  <a:lnTo>
                    <a:pt x="2096117" y="954341"/>
                  </a:lnTo>
                  <a:lnTo>
                    <a:pt x="2109468" y="947571"/>
                  </a:lnTo>
                  <a:lnTo>
                    <a:pt x="2122819" y="941063"/>
                  </a:lnTo>
                  <a:lnTo>
                    <a:pt x="2136170" y="934812"/>
                  </a:lnTo>
                  <a:lnTo>
                    <a:pt x="2149521" y="928813"/>
                  </a:lnTo>
                  <a:lnTo>
                    <a:pt x="2162872" y="923058"/>
                  </a:lnTo>
                  <a:lnTo>
                    <a:pt x="2176223" y="917544"/>
                  </a:lnTo>
                  <a:lnTo>
                    <a:pt x="2189575" y="912263"/>
                  </a:lnTo>
                  <a:lnTo>
                    <a:pt x="2202926" y="907208"/>
                  </a:lnTo>
                  <a:lnTo>
                    <a:pt x="2216277" y="902374"/>
                  </a:lnTo>
                  <a:lnTo>
                    <a:pt x="2229628" y="897753"/>
                  </a:lnTo>
                  <a:lnTo>
                    <a:pt x="2242979" y="893338"/>
                  </a:lnTo>
                  <a:lnTo>
                    <a:pt x="2256330" y="889121"/>
                  </a:lnTo>
                  <a:lnTo>
                    <a:pt x="2269681" y="885096"/>
                  </a:lnTo>
                  <a:lnTo>
                    <a:pt x="2283032" y="881253"/>
                  </a:lnTo>
                  <a:lnTo>
                    <a:pt x="2296383" y="877585"/>
                  </a:lnTo>
                  <a:lnTo>
                    <a:pt x="2309734" y="874084"/>
                  </a:lnTo>
                  <a:lnTo>
                    <a:pt x="2323085" y="870742"/>
                  </a:lnTo>
                  <a:lnTo>
                    <a:pt x="2336436" y="867549"/>
                  </a:lnTo>
                  <a:lnTo>
                    <a:pt x="2349787" y="864497"/>
                  </a:lnTo>
                  <a:lnTo>
                    <a:pt x="2363138" y="861578"/>
                  </a:lnTo>
                  <a:lnTo>
                    <a:pt x="2376489" y="858781"/>
                  </a:lnTo>
                  <a:lnTo>
                    <a:pt x="2389841" y="856099"/>
                  </a:lnTo>
                  <a:lnTo>
                    <a:pt x="2403192" y="853522"/>
                  </a:lnTo>
                  <a:lnTo>
                    <a:pt x="2416543" y="851041"/>
                  </a:lnTo>
                  <a:lnTo>
                    <a:pt x="2429894" y="848646"/>
                  </a:lnTo>
                  <a:lnTo>
                    <a:pt x="2443245" y="846328"/>
                  </a:lnTo>
                  <a:lnTo>
                    <a:pt x="2456596" y="844078"/>
                  </a:lnTo>
                  <a:lnTo>
                    <a:pt x="2469947" y="841887"/>
                  </a:lnTo>
                  <a:lnTo>
                    <a:pt x="2483298" y="839744"/>
                  </a:lnTo>
                  <a:lnTo>
                    <a:pt x="2496649" y="837641"/>
                  </a:lnTo>
                  <a:lnTo>
                    <a:pt x="2510000" y="835569"/>
                  </a:lnTo>
                  <a:lnTo>
                    <a:pt x="2523351" y="833517"/>
                  </a:lnTo>
                  <a:lnTo>
                    <a:pt x="2536702" y="831478"/>
                  </a:lnTo>
                  <a:lnTo>
                    <a:pt x="2550053" y="829442"/>
                  </a:lnTo>
                  <a:lnTo>
                    <a:pt x="2563404" y="827400"/>
                  </a:lnTo>
                  <a:lnTo>
                    <a:pt x="2576755" y="825343"/>
                  </a:lnTo>
                  <a:lnTo>
                    <a:pt x="2590107" y="823263"/>
                  </a:lnTo>
                  <a:lnTo>
                    <a:pt x="2603458" y="821151"/>
                  </a:lnTo>
                  <a:lnTo>
                    <a:pt x="2616809" y="819000"/>
                  </a:lnTo>
                  <a:lnTo>
                    <a:pt x="2630160" y="816800"/>
                  </a:lnTo>
                  <a:lnTo>
                    <a:pt x="2643511" y="814546"/>
                  </a:lnTo>
                  <a:lnTo>
                    <a:pt x="2656862" y="812228"/>
                  </a:lnTo>
                  <a:lnTo>
                    <a:pt x="2670213" y="809840"/>
                  </a:lnTo>
                  <a:lnTo>
                    <a:pt x="2683564" y="807375"/>
                  </a:lnTo>
                  <a:lnTo>
                    <a:pt x="2696915" y="804827"/>
                  </a:lnTo>
                  <a:lnTo>
                    <a:pt x="2710266" y="802188"/>
                  </a:lnTo>
                  <a:lnTo>
                    <a:pt x="2723617" y="799454"/>
                  </a:lnTo>
                  <a:lnTo>
                    <a:pt x="2736968" y="796618"/>
                  </a:lnTo>
                  <a:lnTo>
                    <a:pt x="2750319" y="793675"/>
                  </a:lnTo>
                  <a:lnTo>
                    <a:pt x="2763670" y="790621"/>
                  </a:lnTo>
                  <a:lnTo>
                    <a:pt x="2777021" y="787450"/>
                  </a:lnTo>
                  <a:lnTo>
                    <a:pt x="2790373" y="784158"/>
                  </a:lnTo>
                  <a:lnTo>
                    <a:pt x="2803724" y="780742"/>
                  </a:lnTo>
                  <a:lnTo>
                    <a:pt x="2817075" y="777198"/>
                  </a:lnTo>
                  <a:lnTo>
                    <a:pt x="2830426" y="773522"/>
                  </a:lnTo>
                  <a:lnTo>
                    <a:pt x="2843777" y="769713"/>
                  </a:lnTo>
                  <a:lnTo>
                    <a:pt x="2857128" y="765766"/>
                  </a:lnTo>
                  <a:lnTo>
                    <a:pt x="2870479" y="761680"/>
                  </a:lnTo>
                  <a:lnTo>
                    <a:pt x="2883830" y="757454"/>
                  </a:lnTo>
                  <a:lnTo>
                    <a:pt x="2897181" y="753084"/>
                  </a:lnTo>
                  <a:lnTo>
                    <a:pt x="2910532" y="748571"/>
                  </a:lnTo>
                  <a:lnTo>
                    <a:pt x="2923883" y="743913"/>
                  </a:lnTo>
                  <a:lnTo>
                    <a:pt x="2937234" y="739109"/>
                  </a:lnTo>
                  <a:lnTo>
                    <a:pt x="2950585" y="734159"/>
                  </a:lnTo>
                  <a:lnTo>
                    <a:pt x="2963936" y="729062"/>
                  </a:lnTo>
                  <a:lnTo>
                    <a:pt x="2977287" y="723819"/>
                  </a:lnTo>
                  <a:lnTo>
                    <a:pt x="2990639" y="718429"/>
                  </a:lnTo>
                  <a:lnTo>
                    <a:pt x="3003990" y="712893"/>
                  </a:lnTo>
                  <a:lnTo>
                    <a:pt x="3017341" y="707211"/>
                  </a:lnTo>
                  <a:lnTo>
                    <a:pt x="3030692" y="701385"/>
                  </a:lnTo>
                  <a:lnTo>
                    <a:pt x="3044043" y="695415"/>
                  </a:lnTo>
                  <a:lnTo>
                    <a:pt x="3057394" y="689302"/>
                  </a:lnTo>
                  <a:lnTo>
                    <a:pt x="3070745" y="683047"/>
                  </a:lnTo>
                  <a:lnTo>
                    <a:pt x="3084096" y="676652"/>
                  </a:lnTo>
                  <a:lnTo>
                    <a:pt x="3097447" y="670118"/>
                  </a:lnTo>
                  <a:lnTo>
                    <a:pt x="3110798" y="663447"/>
                  </a:lnTo>
                  <a:lnTo>
                    <a:pt x="3124149" y="656640"/>
                  </a:lnTo>
                  <a:lnTo>
                    <a:pt x="3137500" y="649700"/>
                  </a:lnTo>
                  <a:lnTo>
                    <a:pt x="3150851" y="642629"/>
                  </a:lnTo>
                  <a:lnTo>
                    <a:pt x="3164202" y="635430"/>
                  </a:lnTo>
                  <a:lnTo>
                    <a:pt x="3177553" y="628105"/>
                  </a:lnTo>
                  <a:lnTo>
                    <a:pt x="3190905" y="620657"/>
                  </a:lnTo>
                  <a:lnTo>
                    <a:pt x="3204256" y="613088"/>
                  </a:lnTo>
                  <a:lnTo>
                    <a:pt x="3217607" y="605400"/>
                  </a:lnTo>
                  <a:lnTo>
                    <a:pt x="3230958" y="597595"/>
                  </a:lnTo>
                  <a:lnTo>
                    <a:pt x="3244309" y="589676"/>
                  </a:lnTo>
                  <a:lnTo>
                    <a:pt x="3257660" y="581644"/>
                  </a:lnTo>
                  <a:lnTo>
                    <a:pt x="3271011" y="573502"/>
                  </a:lnTo>
                  <a:lnTo>
                    <a:pt x="3284362" y="565250"/>
                  </a:lnTo>
                  <a:lnTo>
                    <a:pt x="3297713" y="556892"/>
                  </a:lnTo>
                  <a:lnTo>
                    <a:pt x="3311064" y="548428"/>
                  </a:lnTo>
                  <a:lnTo>
                    <a:pt x="3324415" y="539860"/>
                  </a:lnTo>
                  <a:lnTo>
                    <a:pt x="3337766" y="531189"/>
                  </a:lnTo>
                  <a:lnTo>
                    <a:pt x="3351117" y="522418"/>
                  </a:lnTo>
                  <a:lnTo>
                    <a:pt x="3364468" y="513547"/>
                  </a:lnTo>
                  <a:lnTo>
                    <a:pt x="3377819" y="504579"/>
                  </a:lnTo>
                  <a:lnTo>
                    <a:pt x="3391171" y="495513"/>
                  </a:lnTo>
                  <a:lnTo>
                    <a:pt x="3404522" y="486352"/>
                  </a:lnTo>
                  <a:lnTo>
                    <a:pt x="3417873" y="477096"/>
                  </a:lnTo>
                  <a:lnTo>
                    <a:pt x="3431224" y="467747"/>
                  </a:lnTo>
                  <a:lnTo>
                    <a:pt x="3444575" y="458305"/>
                  </a:lnTo>
                  <a:lnTo>
                    <a:pt x="3457926" y="448773"/>
                  </a:lnTo>
                  <a:lnTo>
                    <a:pt x="3471277" y="439150"/>
                  </a:lnTo>
                  <a:lnTo>
                    <a:pt x="3484628" y="429438"/>
                  </a:lnTo>
                  <a:lnTo>
                    <a:pt x="3497979" y="419638"/>
                  </a:lnTo>
                  <a:lnTo>
                    <a:pt x="3511330" y="409750"/>
                  </a:lnTo>
                  <a:lnTo>
                    <a:pt x="3524681" y="399775"/>
                  </a:lnTo>
                  <a:lnTo>
                    <a:pt x="3538032" y="389715"/>
                  </a:lnTo>
                  <a:lnTo>
                    <a:pt x="3551383" y="379569"/>
                  </a:lnTo>
                  <a:lnTo>
                    <a:pt x="3564734" y="369339"/>
                  </a:lnTo>
                  <a:lnTo>
                    <a:pt x="3578085" y="359024"/>
                  </a:lnTo>
                  <a:lnTo>
                    <a:pt x="3591437" y="348627"/>
                  </a:lnTo>
                  <a:lnTo>
                    <a:pt x="3604788" y="338146"/>
                  </a:lnTo>
                  <a:lnTo>
                    <a:pt x="3618139" y="327584"/>
                  </a:lnTo>
                  <a:lnTo>
                    <a:pt x="3631490" y="316940"/>
                  </a:lnTo>
                  <a:lnTo>
                    <a:pt x="3644841" y="306215"/>
                  </a:lnTo>
                  <a:lnTo>
                    <a:pt x="3658192" y="295410"/>
                  </a:lnTo>
                  <a:lnTo>
                    <a:pt x="3671543" y="284524"/>
                  </a:lnTo>
                  <a:lnTo>
                    <a:pt x="3684894" y="273558"/>
                  </a:lnTo>
                  <a:lnTo>
                    <a:pt x="3698245" y="262514"/>
                  </a:lnTo>
                  <a:lnTo>
                    <a:pt x="3711596" y="251390"/>
                  </a:lnTo>
                  <a:lnTo>
                    <a:pt x="3724947" y="240187"/>
                  </a:lnTo>
                  <a:lnTo>
                    <a:pt x="3738298" y="228907"/>
                  </a:lnTo>
                  <a:lnTo>
                    <a:pt x="3751649" y="217548"/>
                  </a:lnTo>
                  <a:lnTo>
                    <a:pt x="3765000" y="206112"/>
                  </a:lnTo>
                  <a:lnTo>
                    <a:pt x="3778352" y="194598"/>
                  </a:lnTo>
                  <a:lnTo>
                    <a:pt x="3791703" y="183007"/>
                  </a:lnTo>
                  <a:lnTo>
                    <a:pt x="3805054" y="171339"/>
                  </a:lnTo>
                  <a:lnTo>
                    <a:pt x="3818405" y="159595"/>
                  </a:lnTo>
                  <a:lnTo>
                    <a:pt x="3831756" y="147774"/>
                  </a:lnTo>
                  <a:lnTo>
                    <a:pt x="3845107" y="135876"/>
                  </a:lnTo>
                  <a:lnTo>
                    <a:pt x="3858458" y="123902"/>
                  </a:lnTo>
                  <a:lnTo>
                    <a:pt x="3871809" y="111853"/>
                  </a:lnTo>
                  <a:lnTo>
                    <a:pt x="3885160" y="99727"/>
                  </a:lnTo>
                  <a:lnTo>
                    <a:pt x="3898511" y="87526"/>
                  </a:lnTo>
                  <a:lnTo>
                    <a:pt x="3911862" y="75248"/>
                  </a:lnTo>
                  <a:lnTo>
                    <a:pt x="3925213" y="62896"/>
                  </a:lnTo>
                  <a:lnTo>
                    <a:pt x="3938564" y="50467"/>
                  </a:lnTo>
                  <a:lnTo>
                    <a:pt x="3951915" y="37963"/>
                  </a:lnTo>
                  <a:lnTo>
                    <a:pt x="3965266" y="25384"/>
                  </a:lnTo>
                  <a:lnTo>
                    <a:pt x="3978618" y="12730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012852" y="5097344"/>
              <a:ext cx="3991969" cy="1243240"/>
            </a:xfrm>
            <a:custGeom>
              <a:avLst/>
              <a:pathLst>
                <a:path w="3991969" h="1243240">
                  <a:moveTo>
                    <a:pt x="3991969" y="461957"/>
                  </a:moveTo>
                  <a:lnTo>
                    <a:pt x="3978618" y="457126"/>
                  </a:lnTo>
                  <a:lnTo>
                    <a:pt x="3965266" y="452277"/>
                  </a:lnTo>
                  <a:lnTo>
                    <a:pt x="3951915" y="447410"/>
                  </a:lnTo>
                  <a:lnTo>
                    <a:pt x="3938564" y="442526"/>
                  </a:lnTo>
                  <a:lnTo>
                    <a:pt x="3925213" y="437624"/>
                  </a:lnTo>
                  <a:lnTo>
                    <a:pt x="3911862" y="432704"/>
                  </a:lnTo>
                  <a:lnTo>
                    <a:pt x="3898511" y="427768"/>
                  </a:lnTo>
                  <a:lnTo>
                    <a:pt x="3885160" y="422814"/>
                  </a:lnTo>
                  <a:lnTo>
                    <a:pt x="3871809" y="417844"/>
                  </a:lnTo>
                  <a:lnTo>
                    <a:pt x="3858458" y="412857"/>
                  </a:lnTo>
                  <a:lnTo>
                    <a:pt x="3845107" y="407854"/>
                  </a:lnTo>
                  <a:lnTo>
                    <a:pt x="3831756" y="402835"/>
                  </a:lnTo>
                  <a:lnTo>
                    <a:pt x="3818405" y="397800"/>
                  </a:lnTo>
                  <a:lnTo>
                    <a:pt x="3805054" y="392750"/>
                  </a:lnTo>
                  <a:lnTo>
                    <a:pt x="3791703" y="387684"/>
                  </a:lnTo>
                  <a:lnTo>
                    <a:pt x="3778352" y="382604"/>
                  </a:lnTo>
                  <a:lnTo>
                    <a:pt x="3765000" y="377509"/>
                  </a:lnTo>
                  <a:lnTo>
                    <a:pt x="3751649" y="372399"/>
                  </a:lnTo>
                  <a:lnTo>
                    <a:pt x="3738298" y="367276"/>
                  </a:lnTo>
                  <a:lnTo>
                    <a:pt x="3724947" y="362139"/>
                  </a:lnTo>
                  <a:lnTo>
                    <a:pt x="3711596" y="356989"/>
                  </a:lnTo>
                  <a:lnTo>
                    <a:pt x="3698245" y="351826"/>
                  </a:lnTo>
                  <a:lnTo>
                    <a:pt x="3684894" y="346651"/>
                  </a:lnTo>
                  <a:lnTo>
                    <a:pt x="3671543" y="341464"/>
                  </a:lnTo>
                  <a:lnTo>
                    <a:pt x="3658192" y="336265"/>
                  </a:lnTo>
                  <a:lnTo>
                    <a:pt x="3644841" y="331056"/>
                  </a:lnTo>
                  <a:lnTo>
                    <a:pt x="3631490" y="325836"/>
                  </a:lnTo>
                  <a:lnTo>
                    <a:pt x="3618139" y="320606"/>
                  </a:lnTo>
                  <a:lnTo>
                    <a:pt x="3604788" y="315367"/>
                  </a:lnTo>
                  <a:lnTo>
                    <a:pt x="3591437" y="310119"/>
                  </a:lnTo>
                  <a:lnTo>
                    <a:pt x="3578085" y="304863"/>
                  </a:lnTo>
                  <a:lnTo>
                    <a:pt x="3564734" y="299600"/>
                  </a:lnTo>
                  <a:lnTo>
                    <a:pt x="3551383" y="294330"/>
                  </a:lnTo>
                  <a:lnTo>
                    <a:pt x="3538032" y="289054"/>
                  </a:lnTo>
                  <a:lnTo>
                    <a:pt x="3524681" y="283772"/>
                  </a:lnTo>
                  <a:lnTo>
                    <a:pt x="3511330" y="278486"/>
                  </a:lnTo>
                  <a:lnTo>
                    <a:pt x="3497979" y="273196"/>
                  </a:lnTo>
                  <a:lnTo>
                    <a:pt x="3484628" y="267903"/>
                  </a:lnTo>
                  <a:lnTo>
                    <a:pt x="3471277" y="262608"/>
                  </a:lnTo>
                  <a:lnTo>
                    <a:pt x="3457926" y="257312"/>
                  </a:lnTo>
                  <a:lnTo>
                    <a:pt x="3444575" y="252016"/>
                  </a:lnTo>
                  <a:lnTo>
                    <a:pt x="3431224" y="246721"/>
                  </a:lnTo>
                  <a:lnTo>
                    <a:pt x="3417873" y="241428"/>
                  </a:lnTo>
                  <a:lnTo>
                    <a:pt x="3404522" y="236138"/>
                  </a:lnTo>
                  <a:lnTo>
                    <a:pt x="3391171" y="230852"/>
                  </a:lnTo>
                  <a:lnTo>
                    <a:pt x="3377819" y="225571"/>
                  </a:lnTo>
                  <a:lnTo>
                    <a:pt x="3364468" y="220297"/>
                  </a:lnTo>
                  <a:lnTo>
                    <a:pt x="3351117" y="215031"/>
                  </a:lnTo>
                  <a:lnTo>
                    <a:pt x="3337766" y="209774"/>
                  </a:lnTo>
                  <a:lnTo>
                    <a:pt x="3324415" y="204528"/>
                  </a:lnTo>
                  <a:lnTo>
                    <a:pt x="3311064" y="199294"/>
                  </a:lnTo>
                  <a:lnTo>
                    <a:pt x="3297713" y="194074"/>
                  </a:lnTo>
                  <a:lnTo>
                    <a:pt x="3284362" y="188870"/>
                  </a:lnTo>
                  <a:lnTo>
                    <a:pt x="3271011" y="183682"/>
                  </a:lnTo>
                  <a:lnTo>
                    <a:pt x="3257660" y="178513"/>
                  </a:lnTo>
                  <a:lnTo>
                    <a:pt x="3244309" y="173365"/>
                  </a:lnTo>
                  <a:lnTo>
                    <a:pt x="3230958" y="168240"/>
                  </a:lnTo>
                  <a:lnTo>
                    <a:pt x="3217607" y="163138"/>
                  </a:lnTo>
                  <a:lnTo>
                    <a:pt x="3204256" y="158064"/>
                  </a:lnTo>
                  <a:lnTo>
                    <a:pt x="3190905" y="153018"/>
                  </a:lnTo>
                  <a:lnTo>
                    <a:pt x="3177553" y="148002"/>
                  </a:lnTo>
                  <a:lnTo>
                    <a:pt x="3164202" y="143020"/>
                  </a:lnTo>
                  <a:lnTo>
                    <a:pt x="3150851" y="138074"/>
                  </a:lnTo>
                  <a:lnTo>
                    <a:pt x="3137500" y="133165"/>
                  </a:lnTo>
                  <a:lnTo>
                    <a:pt x="3124149" y="128297"/>
                  </a:lnTo>
                  <a:lnTo>
                    <a:pt x="3110798" y="123471"/>
                  </a:lnTo>
                  <a:lnTo>
                    <a:pt x="3097447" y="118693"/>
                  </a:lnTo>
                  <a:lnTo>
                    <a:pt x="3084096" y="113964"/>
                  </a:lnTo>
                  <a:lnTo>
                    <a:pt x="3070745" y="109291"/>
                  </a:lnTo>
                  <a:lnTo>
                    <a:pt x="3057394" y="104676"/>
                  </a:lnTo>
                  <a:lnTo>
                    <a:pt x="3044043" y="100125"/>
                  </a:lnTo>
                  <a:lnTo>
                    <a:pt x="3030692" y="95641"/>
                  </a:lnTo>
                  <a:lnTo>
                    <a:pt x="3017341" y="91228"/>
                  </a:lnTo>
                  <a:lnTo>
                    <a:pt x="3003990" y="86890"/>
                  </a:lnTo>
                  <a:lnTo>
                    <a:pt x="2990639" y="82631"/>
                  </a:lnTo>
                  <a:lnTo>
                    <a:pt x="2977287" y="78456"/>
                  </a:lnTo>
                  <a:lnTo>
                    <a:pt x="2963936" y="74367"/>
                  </a:lnTo>
                  <a:lnTo>
                    <a:pt x="2950585" y="70369"/>
                  </a:lnTo>
                  <a:lnTo>
                    <a:pt x="2937234" y="66465"/>
                  </a:lnTo>
                  <a:lnTo>
                    <a:pt x="2923883" y="62659"/>
                  </a:lnTo>
                  <a:lnTo>
                    <a:pt x="2910532" y="58953"/>
                  </a:lnTo>
                  <a:lnTo>
                    <a:pt x="2897181" y="55351"/>
                  </a:lnTo>
                  <a:lnTo>
                    <a:pt x="2883830" y="51856"/>
                  </a:lnTo>
                  <a:lnTo>
                    <a:pt x="2870479" y="48470"/>
                  </a:lnTo>
                  <a:lnTo>
                    <a:pt x="2857128" y="45197"/>
                  </a:lnTo>
                  <a:lnTo>
                    <a:pt x="2843777" y="42037"/>
                  </a:lnTo>
                  <a:lnTo>
                    <a:pt x="2830426" y="38994"/>
                  </a:lnTo>
                  <a:lnTo>
                    <a:pt x="2817075" y="36069"/>
                  </a:lnTo>
                  <a:lnTo>
                    <a:pt x="2803724" y="33264"/>
                  </a:lnTo>
                  <a:lnTo>
                    <a:pt x="2790373" y="30579"/>
                  </a:lnTo>
                  <a:lnTo>
                    <a:pt x="2777021" y="28017"/>
                  </a:lnTo>
                  <a:lnTo>
                    <a:pt x="2763670" y="25578"/>
                  </a:lnTo>
                  <a:lnTo>
                    <a:pt x="2750319" y="23262"/>
                  </a:lnTo>
                  <a:lnTo>
                    <a:pt x="2736968" y="21070"/>
                  </a:lnTo>
                  <a:lnTo>
                    <a:pt x="2723617" y="19001"/>
                  </a:lnTo>
                  <a:lnTo>
                    <a:pt x="2710266" y="17056"/>
                  </a:lnTo>
                  <a:lnTo>
                    <a:pt x="2696915" y="15233"/>
                  </a:lnTo>
                  <a:lnTo>
                    <a:pt x="2683564" y="13532"/>
                  </a:lnTo>
                  <a:lnTo>
                    <a:pt x="2670213" y="11952"/>
                  </a:lnTo>
                  <a:lnTo>
                    <a:pt x="2656862" y="10492"/>
                  </a:lnTo>
                  <a:lnTo>
                    <a:pt x="2643511" y="9149"/>
                  </a:lnTo>
                  <a:lnTo>
                    <a:pt x="2630160" y="7922"/>
                  </a:lnTo>
                  <a:lnTo>
                    <a:pt x="2616809" y="6808"/>
                  </a:lnTo>
                  <a:lnTo>
                    <a:pt x="2603458" y="5806"/>
                  </a:lnTo>
                  <a:lnTo>
                    <a:pt x="2590107" y="4913"/>
                  </a:lnTo>
                  <a:lnTo>
                    <a:pt x="2576755" y="4126"/>
                  </a:lnTo>
                  <a:lnTo>
                    <a:pt x="2563404" y="3441"/>
                  </a:lnTo>
                  <a:lnTo>
                    <a:pt x="2550053" y="2857"/>
                  </a:lnTo>
                  <a:lnTo>
                    <a:pt x="2536702" y="2370"/>
                  </a:lnTo>
                  <a:lnTo>
                    <a:pt x="2523351" y="1976"/>
                  </a:lnTo>
                  <a:lnTo>
                    <a:pt x="2510000" y="1671"/>
                  </a:lnTo>
                  <a:lnTo>
                    <a:pt x="2496649" y="1453"/>
                  </a:lnTo>
                  <a:lnTo>
                    <a:pt x="2483298" y="1317"/>
                  </a:lnTo>
                  <a:lnTo>
                    <a:pt x="2469947" y="1259"/>
                  </a:lnTo>
                  <a:lnTo>
                    <a:pt x="2456596" y="1276"/>
                  </a:lnTo>
                  <a:lnTo>
                    <a:pt x="2443245" y="1364"/>
                  </a:lnTo>
                  <a:lnTo>
                    <a:pt x="2429894" y="1519"/>
                  </a:lnTo>
                  <a:lnTo>
                    <a:pt x="2416543" y="1736"/>
                  </a:lnTo>
                  <a:lnTo>
                    <a:pt x="2403192" y="2011"/>
                  </a:lnTo>
                  <a:lnTo>
                    <a:pt x="2389841" y="2341"/>
                  </a:lnTo>
                  <a:lnTo>
                    <a:pt x="2376489" y="2721"/>
                  </a:lnTo>
                  <a:lnTo>
                    <a:pt x="2363138" y="3148"/>
                  </a:lnTo>
                  <a:lnTo>
                    <a:pt x="2349787" y="3617"/>
                  </a:lnTo>
                  <a:lnTo>
                    <a:pt x="2336436" y="4124"/>
                  </a:lnTo>
                  <a:lnTo>
                    <a:pt x="2323085" y="4665"/>
                  </a:lnTo>
                  <a:lnTo>
                    <a:pt x="2309734" y="5237"/>
                  </a:lnTo>
                  <a:lnTo>
                    <a:pt x="2296383" y="5835"/>
                  </a:lnTo>
                  <a:lnTo>
                    <a:pt x="2283032" y="6455"/>
                  </a:lnTo>
                  <a:lnTo>
                    <a:pt x="2269681" y="7094"/>
                  </a:lnTo>
                  <a:lnTo>
                    <a:pt x="2256330" y="7748"/>
                  </a:lnTo>
                  <a:lnTo>
                    <a:pt x="2242979" y="8413"/>
                  </a:lnTo>
                  <a:lnTo>
                    <a:pt x="2229628" y="9086"/>
                  </a:lnTo>
                  <a:lnTo>
                    <a:pt x="2216277" y="9762"/>
                  </a:lnTo>
                  <a:lnTo>
                    <a:pt x="2202926" y="10439"/>
                  </a:lnTo>
                  <a:lnTo>
                    <a:pt x="2189575" y="11113"/>
                  </a:lnTo>
                  <a:lnTo>
                    <a:pt x="2176223" y="11781"/>
                  </a:lnTo>
                  <a:lnTo>
                    <a:pt x="2162872" y="12439"/>
                  </a:lnTo>
                  <a:lnTo>
                    <a:pt x="2149521" y="13083"/>
                  </a:lnTo>
                  <a:lnTo>
                    <a:pt x="2136170" y="13712"/>
                  </a:lnTo>
                  <a:lnTo>
                    <a:pt x="2122819" y="14322"/>
                  </a:lnTo>
                  <a:lnTo>
                    <a:pt x="2109468" y="14909"/>
                  </a:lnTo>
                  <a:lnTo>
                    <a:pt x="2096117" y="15470"/>
                  </a:lnTo>
                  <a:lnTo>
                    <a:pt x="2082766" y="16004"/>
                  </a:lnTo>
                  <a:lnTo>
                    <a:pt x="2069415" y="16506"/>
                  </a:lnTo>
                  <a:lnTo>
                    <a:pt x="2056064" y="16975"/>
                  </a:lnTo>
                  <a:lnTo>
                    <a:pt x="2042713" y="17407"/>
                  </a:lnTo>
                  <a:lnTo>
                    <a:pt x="2029362" y="17799"/>
                  </a:lnTo>
                  <a:lnTo>
                    <a:pt x="2016011" y="18150"/>
                  </a:lnTo>
                  <a:lnTo>
                    <a:pt x="2002660" y="18455"/>
                  </a:lnTo>
                  <a:lnTo>
                    <a:pt x="1989309" y="18714"/>
                  </a:lnTo>
                  <a:lnTo>
                    <a:pt x="1975957" y="18923"/>
                  </a:lnTo>
                  <a:lnTo>
                    <a:pt x="1962606" y="19080"/>
                  </a:lnTo>
                  <a:lnTo>
                    <a:pt x="1949255" y="19183"/>
                  </a:lnTo>
                  <a:lnTo>
                    <a:pt x="1935904" y="19229"/>
                  </a:lnTo>
                  <a:lnTo>
                    <a:pt x="1922553" y="19215"/>
                  </a:lnTo>
                  <a:lnTo>
                    <a:pt x="1909202" y="19140"/>
                  </a:lnTo>
                  <a:lnTo>
                    <a:pt x="1895851" y="19002"/>
                  </a:lnTo>
                  <a:lnTo>
                    <a:pt x="1882500" y="18797"/>
                  </a:lnTo>
                  <a:lnTo>
                    <a:pt x="1869149" y="18525"/>
                  </a:lnTo>
                  <a:lnTo>
                    <a:pt x="1855798" y="18182"/>
                  </a:lnTo>
                  <a:lnTo>
                    <a:pt x="1842447" y="17767"/>
                  </a:lnTo>
                  <a:lnTo>
                    <a:pt x="1829096" y="17278"/>
                  </a:lnTo>
                  <a:lnTo>
                    <a:pt x="1815745" y="16712"/>
                  </a:lnTo>
                  <a:lnTo>
                    <a:pt x="1802394" y="16068"/>
                  </a:lnTo>
                  <a:lnTo>
                    <a:pt x="1789042" y="15344"/>
                  </a:lnTo>
                  <a:lnTo>
                    <a:pt x="1775691" y="14537"/>
                  </a:lnTo>
                  <a:lnTo>
                    <a:pt x="1762340" y="13652"/>
                  </a:lnTo>
                  <a:lnTo>
                    <a:pt x="1748989" y="12702"/>
                  </a:lnTo>
                  <a:lnTo>
                    <a:pt x="1735638" y="11701"/>
                  </a:lnTo>
                  <a:lnTo>
                    <a:pt x="1722287" y="10663"/>
                  </a:lnTo>
                  <a:lnTo>
                    <a:pt x="1708936" y="9600"/>
                  </a:lnTo>
                  <a:lnTo>
                    <a:pt x="1695585" y="8528"/>
                  </a:lnTo>
                  <a:lnTo>
                    <a:pt x="1682234" y="7459"/>
                  </a:lnTo>
                  <a:lnTo>
                    <a:pt x="1668883" y="6409"/>
                  </a:lnTo>
                  <a:lnTo>
                    <a:pt x="1655532" y="5391"/>
                  </a:lnTo>
                  <a:lnTo>
                    <a:pt x="1642181" y="4419"/>
                  </a:lnTo>
                  <a:lnTo>
                    <a:pt x="1628830" y="3508"/>
                  </a:lnTo>
                  <a:lnTo>
                    <a:pt x="1615479" y="2671"/>
                  </a:lnTo>
                  <a:lnTo>
                    <a:pt x="1602128" y="1923"/>
                  </a:lnTo>
                  <a:lnTo>
                    <a:pt x="1588776" y="1277"/>
                  </a:lnTo>
                  <a:lnTo>
                    <a:pt x="1575425" y="748"/>
                  </a:lnTo>
                  <a:lnTo>
                    <a:pt x="1562074" y="350"/>
                  </a:lnTo>
                  <a:lnTo>
                    <a:pt x="1548723" y="95"/>
                  </a:lnTo>
                  <a:lnTo>
                    <a:pt x="1535372" y="0"/>
                  </a:lnTo>
                  <a:lnTo>
                    <a:pt x="1522021" y="75"/>
                  </a:lnTo>
                  <a:lnTo>
                    <a:pt x="1508670" y="336"/>
                  </a:lnTo>
                  <a:lnTo>
                    <a:pt x="1495319" y="795"/>
                  </a:lnTo>
                  <a:lnTo>
                    <a:pt x="1481968" y="1466"/>
                  </a:lnTo>
                  <a:lnTo>
                    <a:pt x="1468617" y="2360"/>
                  </a:lnTo>
                  <a:lnTo>
                    <a:pt x="1455266" y="3490"/>
                  </a:lnTo>
                  <a:lnTo>
                    <a:pt x="1441915" y="4869"/>
                  </a:lnTo>
                  <a:lnTo>
                    <a:pt x="1428564" y="13160"/>
                  </a:lnTo>
                  <a:lnTo>
                    <a:pt x="1415213" y="29004"/>
                  </a:lnTo>
                  <a:lnTo>
                    <a:pt x="1401862" y="44759"/>
                  </a:lnTo>
                  <a:lnTo>
                    <a:pt x="1388510" y="60417"/>
                  </a:lnTo>
                  <a:lnTo>
                    <a:pt x="1375159" y="75973"/>
                  </a:lnTo>
                  <a:lnTo>
                    <a:pt x="1361808" y="91421"/>
                  </a:lnTo>
                  <a:lnTo>
                    <a:pt x="1348457" y="106756"/>
                  </a:lnTo>
                  <a:lnTo>
                    <a:pt x="1335106" y="121975"/>
                  </a:lnTo>
                  <a:lnTo>
                    <a:pt x="1321755" y="137073"/>
                  </a:lnTo>
                  <a:lnTo>
                    <a:pt x="1308404" y="152047"/>
                  </a:lnTo>
                  <a:lnTo>
                    <a:pt x="1295053" y="166896"/>
                  </a:lnTo>
                  <a:lnTo>
                    <a:pt x="1281702" y="181618"/>
                  </a:lnTo>
                  <a:lnTo>
                    <a:pt x="1268351" y="196212"/>
                  </a:lnTo>
                  <a:lnTo>
                    <a:pt x="1255000" y="210678"/>
                  </a:lnTo>
                  <a:lnTo>
                    <a:pt x="1241649" y="225017"/>
                  </a:lnTo>
                  <a:lnTo>
                    <a:pt x="1228298" y="239231"/>
                  </a:lnTo>
                  <a:lnTo>
                    <a:pt x="1214947" y="253321"/>
                  </a:lnTo>
                  <a:lnTo>
                    <a:pt x="1201596" y="267292"/>
                  </a:lnTo>
                  <a:lnTo>
                    <a:pt x="1188244" y="281147"/>
                  </a:lnTo>
                  <a:lnTo>
                    <a:pt x="1174893" y="294892"/>
                  </a:lnTo>
                  <a:lnTo>
                    <a:pt x="1161542" y="308534"/>
                  </a:lnTo>
                  <a:lnTo>
                    <a:pt x="1148191" y="322079"/>
                  </a:lnTo>
                  <a:lnTo>
                    <a:pt x="1134840" y="335537"/>
                  </a:lnTo>
                  <a:lnTo>
                    <a:pt x="1121489" y="348917"/>
                  </a:lnTo>
                  <a:lnTo>
                    <a:pt x="1108138" y="362231"/>
                  </a:lnTo>
                  <a:lnTo>
                    <a:pt x="1094787" y="375491"/>
                  </a:lnTo>
                  <a:lnTo>
                    <a:pt x="1081436" y="388712"/>
                  </a:lnTo>
                  <a:lnTo>
                    <a:pt x="1068085" y="401911"/>
                  </a:lnTo>
                  <a:lnTo>
                    <a:pt x="1054734" y="415102"/>
                  </a:lnTo>
                  <a:lnTo>
                    <a:pt x="1041383" y="428299"/>
                  </a:lnTo>
                  <a:lnTo>
                    <a:pt x="1028032" y="441517"/>
                  </a:lnTo>
                  <a:lnTo>
                    <a:pt x="1014681" y="454767"/>
                  </a:lnTo>
                  <a:lnTo>
                    <a:pt x="1001330" y="468060"/>
                  </a:lnTo>
                  <a:lnTo>
                    <a:pt x="987978" y="481406"/>
                  </a:lnTo>
                  <a:lnTo>
                    <a:pt x="974627" y="494812"/>
                  </a:lnTo>
                  <a:lnTo>
                    <a:pt x="961276" y="508285"/>
                  </a:lnTo>
                  <a:lnTo>
                    <a:pt x="947925" y="521830"/>
                  </a:lnTo>
                  <a:lnTo>
                    <a:pt x="934574" y="535447"/>
                  </a:lnTo>
                  <a:lnTo>
                    <a:pt x="921223" y="549139"/>
                  </a:lnTo>
                  <a:lnTo>
                    <a:pt x="907872" y="562903"/>
                  </a:lnTo>
                  <a:lnTo>
                    <a:pt x="894521" y="576737"/>
                  </a:lnTo>
                  <a:lnTo>
                    <a:pt x="881170" y="590634"/>
                  </a:lnTo>
                  <a:lnTo>
                    <a:pt x="867819" y="604588"/>
                  </a:lnTo>
                  <a:lnTo>
                    <a:pt x="854468" y="618591"/>
                  </a:lnTo>
                  <a:lnTo>
                    <a:pt x="841117" y="632634"/>
                  </a:lnTo>
                  <a:lnTo>
                    <a:pt x="827766" y="646704"/>
                  </a:lnTo>
                  <a:lnTo>
                    <a:pt x="814415" y="660792"/>
                  </a:lnTo>
                  <a:lnTo>
                    <a:pt x="801064" y="674884"/>
                  </a:lnTo>
                  <a:lnTo>
                    <a:pt x="787712" y="688967"/>
                  </a:lnTo>
                  <a:lnTo>
                    <a:pt x="774361" y="703029"/>
                  </a:lnTo>
                  <a:lnTo>
                    <a:pt x="761010" y="717055"/>
                  </a:lnTo>
                  <a:lnTo>
                    <a:pt x="747659" y="731033"/>
                  </a:lnTo>
                  <a:lnTo>
                    <a:pt x="734308" y="744949"/>
                  </a:lnTo>
                  <a:lnTo>
                    <a:pt x="720957" y="758790"/>
                  </a:lnTo>
                  <a:lnTo>
                    <a:pt x="707606" y="772543"/>
                  </a:lnTo>
                  <a:lnTo>
                    <a:pt x="694255" y="786197"/>
                  </a:lnTo>
                  <a:lnTo>
                    <a:pt x="680904" y="799739"/>
                  </a:lnTo>
                  <a:lnTo>
                    <a:pt x="667553" y="813158"/>
                  </a:lnTo>
                  <a:lnTo>
                    <a:pt x="654202" y="826444"/>
                  </a:lnTo>
                  <a:lnTo>
                    <a:pt x="640851" y="839586"/>
                  </a:lnTo>
                  <a:lnTo>
                    <a:pt x="627500" y="852576"/>
                  </a:lnTo>
                  <a:lnTo>
                    <a:pt x="614149" y="865405"/>
                  </a:lnTo>
                  <a:lnTo>
                    <a:pt x="600798" y="878065"/>
                  </a:lnTo>
                  <a:lnTo>
                    <a:pt x="587446" y="890549"/>
                  </a:lnTo>
                  <a:lnTo>
                    <a:pt x="574095" y="902850"/>
                  </a:lnTo>
                  <a:lnTo>
                    <a:pt x="560744" y="914962"/>
                  </a:lnTo>
                  <a:lnTo>
                    <a:pt x="547393" y="926880"/>
                  </a:lnTo>
                  <a:lnTo>
                    <a:pt x="534042" y="938599"/>
                  </a:lnTo>
                  <a:lnTo>
                    <a:pt x="520691" y="950115"/>
                  </a:lnTo>
                  <a:lnTo>
                    <a:pt x="507340" y="961424"/>
                  </a:lnTo>
                  <a:lnTo>
                    <a:pt x="493989" y="972525"/>
                  </a:lnTo>
                  <a:lnTo>
                    <a:pt x="480638" y="983413"/>
                  </a:lnTo>
                  <a:lnTo>
                    <a:pt x="467287" y="994087"/>
                  </a:lnTo>
                  <a:lnTo>
                    <a:pt x="453936" y="1004547"/>
                  </a:lnTo>
                  <a:lnTo>
                    <a:pt x="440585" y="1014789"/>
                  </a:lnTo>
                  <a:lnTo>
                    <a:pt x="427234" y="1024815"/>
                  </a:lnTo>
                  <a:lnTo>
                    <a:pt x="413883" y="1034623"/>
                  </a:lnTo>
                  <a:lnTo>
                    <a:pt x="400532" y="1044215"/>
                  </a:lnTo>
                  <a:lnTo>
                    <a:pt x="387180" y="1053589"/>
                  </a:lnTo>
                  <a:lnTo>
                    <a:pt x="373829" y="1062748"/>
                  </a:lnTo>
                  <a:lnTo>
                    <a:pt x="360478" y="1071693"/>
                  </a:lnTo>
                  <a:lnTo>
                    <a:pt x="347127" y="1080423"/>
                  </a:lnTo>
                  <a:lnTo>
                    <a:pt x="333776" y="1088943"/>
                  </a:lnTo>
                  <a:lnTo>
                    <a:pt x="320425" y="1097252"/>
                  </a:lnTo>
                  <a:lnTo>
                    <a:pt x="307074" y="1105354"/>
                  </a:lnTo>
                  <a:lnTo>
                    <a:pt x="293723" y="1113250"/>
                  </a:lnTo>
                  <a:lnTo>
                    <a:pt x="280372" y="1120943"/>
                  </a:lnTo>
                  <a:lnTo>
                    <a:pt x="267021" y="1128438"/>
                  </a:lnTo>
                  <a:lnTo>
                    <a:pt x="253670" y="1135739"/>
                  </a:lnTo>
                  <a:lnTo>
                    <a:pt x="240319" y="1142851"/>
                  </a:lnTo>
                  <a:lnTo>
                    <a:pt x="226968" y="1149777"/>
                  </a:lnTo>
                  <a:lnTo>
                    <a:pt x="213617" y="1156523"/>
                  </a:lnTo>
                  <a:lnTo>
                    <a:pt x="200266" y="1163093"/>
                  </a:lnTo>
                  <a:lnTo>
                    <a:pt x="186914" y="1169491"/>
                  </a:lnTo>
                  <a:lnTo>
                    <a:pt x="173563" y="1175722"/>
                  </a:lnTo>
                  <a:lnTo>
                    <a:pt x="160212" y="1181789"/>
                  </a:lnTo>
                  <a:lnTo>
                    <a:pt x="146861" y="1187697"/>
                  </a:lnTo>
                  <a:lnTo>
                    <a:pt x="133510" y="1193449"/>
                  </a:lnTo>
                  <a:lnTo>
                    <a:pt x="120159" y="1199050"/>
                  </a:lnTo>
                  <a:lnTo>
                    <a:pt x="106808" y="1204503"/>
                  </a:lnTo>
                  <a:lnTo>
                    <a:pt x="93457" y="1209812"/>
                  </a:lnTo>
                  <a:lnTo>
                    <a:pt x="80106" y="1214980"/>
                  </a:lnTo>
                  <a:lnTo>
                    <a:pt x="66755" y="1220012"/>
                  </a:lnTo>
                  <a:lnTo>
                    <a:pt x="53404" y="1224911"/>
                  </a:lnTo>
                  <a:lnTo>
                    <a:pt x="40053" y="1229680"/>
                  </a:lnTo>
                  <a:lnTo>
                    <a:pt x="26702" y="1234322"/>
                  </a:lnTo>
                  <a:lnTo>
                    <a:pt x="13351" y="1238841"/>
                  </a:lnTo>
                  <a:lnTo>
                    <a:pt x="0" y="1243240"/>
                  </a:lnTo>
                  <a:lnTo>
                    <a:pt x="0" y="1243240"/>
                  </a:lnTo>
                  <a:lnTo>
                    <a:pt x="0" y="12432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012852" y="4754197"/>
              <a:ext cx="3991969" cy="1398283"/>
            </a:xfrm>
            <a:custGeom>
              <a:avLst/>
              <a:pathLst>
                <a:path w="3991969" h="1398283">
                  <a:moveTo>
                    <a:pt x="0" y="1398283"/>
                  </a:moveTo>
                  <a:lnTo>
                    <a:pt x="13351" y="1392769"/>
                  </a:lnTo>
                  <a:lnTo>
                    <a:pt x="26702" y="1387167"/>
                  </a:lnTo>
                  <a:lnTo>
                    <a:pt x="40053" y="1381476"/>
                  </a:lnTo>
                  <a:lnTo>
                    <a:pt x="53404" y="1375695"/>
                  </a:lnTo>
                  <a:lnTo>
                    <a:pt x="66755" y="1369822"/>
                  </a:lnTo>
                  <a:lnTo>
                    <a:pt x="80106" y="1363856"/>
                  </a:lnTo>
                  <a:lnTo>
                    <a:pt x="93457" y="1357796"/>
                  </a:lnTo>
                  <a:lnTo>
                    <a:pt x="106808" y="1351639"/>
                  </a:lnTo>
                  <a:lnTo>
                    <a:pt x="120159" y="1345384"/>
                  </a:lnTo>
                  <a:lnTo>
                    <a:pt x="133510" y="1339031"/>
                  </a:lnTo>
                  <a:lnTo>
                    <a:pt x="146861" y="1332576"/>
                  </a:lnTo>
                  <a:lnTo>
                    <a:pt x="160212" y="1326019"/>
                  </a:lnTo>
                  <a:lnTo>
                    <a:pt x="173563" y="1319358"/>
                  </a:lnTo>
                  <a:lnTo>
                    <a:pt x="186914" y="1312592"/>
                  </a:lnTo>
                  <a:lnTo>
                    <a:pt x="200266" y="1305718"/>
                  </a:lnTo>
                  <a:lnTo>
                    <a:pt x="213617" y="1298735"/>
                  </a:lnTo>
                  <a:lnTo>
                    <a:pt x="226968" y="1291641"/>
                  </a:lnTo>
                  <a:lnTo>
                    <a:pt x="240319" y="1284434"/>
                  </a:lnTo>
                  <a:lnTo>
                    <a:pt x="253670" y="1277114"/>
                  </a:lnTo>
                  <a:lnTo>
                    <a:pt x="267021" y="1269677"/>
                  </a:lnTo>
                  <a:lnTo>
                    <a:pt x="280372" y="1262122"/>
                  </a:lnTo>
                  <a:lnTo>
                    <a:pt x="293723" y="1254447"/>
                  </a:lnTo>
                  <a:lnTo>
                    <a:pt x="307074" y="1246651"/>
                  </a:lnTo>
                  <a:lnTo>
                    <a:pt x="320425" y="1238733"/>
                  </a:lnTo>
                  <a:lnTo>
                    <a:pt x="333776" y="1230693"/>
                  </a:lnTo>
                  <a:lnTo>
                    <a:pt x="347127" y="1222530"/>
                  </a:lnTo>
                  <a:lnTo>
                    <a:pt x="360478" y="1214244"/>
                  </a:lnTo>
                  <a:lnTo>
                    <a:pt x="373829" y="1205836"/>
                  </a:lnTo>
                  <a:lnTo>
                    <a:pt x="387180" y="1197304"/>
                  </a:lnTo>
                  <a:lnTo>
                    <a:pt x="400532" y="1188650"/>
                  </a:lnTo>
                  <a:lnTo>
                    <a:pt x="413883" y="1179873"/>
                  </a:lnTo>
                  <a:lnTo>
                    <a:pt x="427234" y="1170973"/>
                  </a:lnTo>
                  <a:lnTo>
                    <a:pt x="440585" y="1161952"/>
                  </a:lnTo>
                  <a:lnTo>
                    <a:pt x="453936" y="1152808"/>
                  </a:lnTo>
                  <a:lnTo>
                    <a:pt x="467287" y="1143543"/>
                  </a:lnTo>
                  <a:lnTo>
                    <a:pt x="480638" y="1134158"/>
                  </a:lnTo>
                  <a:lnTo>
                    <a:pt x="493989" y="1124652"/>
                  </a:lnTo>
                  <a:lnTo>
                    <a:pt x="507340" y="1115027"/>
                  </a:lnTo>
                  <a:lnTo>
                    <a:pt x="520691" y="1105285"/>
                  </a:lnTo>
                  <a:lnTo>
                    <a:pt x="534042" y="1095425"/>
                  </a:lnTo>
                  <a:lnTo>
                    <a:pt x="547393" y="1085449"/>
                  </a:lnTo>
                  <a:lnTo>
                    <a:pt x="560744" y="1075358"/>
                  </a:lnTo>
                  <a:lnTo>
                    <a:pt x="574095" y="1065155"/>
                  </a:lnTo>
                  <a:lnTo>
                    <a:pt x="587446" y="1054839"/>
                  </a:lnTo>
                  <a:lnTo>
                    <a:pt x="600798" y="1044414"/>
                  </a:lnTo>
                  <a:lnTo>
                    <a:pt x="614149" y="1033881"/>
                  </a:lnTo>
                  <a:lnTo>
                    <a:pt x="627500" y="1023242"/>
                  </a:lnTo>
                  <a:lnTo>
                    <a:pt x="640851" y="1012500"/>
                  </a:lnTo>
                  <a:lnTo>
                    <a:pt x="654202" y="1001655"/>
                  </a:lnTo>
                  <a:lnTo>
                    <a:pt x="667553" y="990712"/>
                  </a:lnTo>
                  <a:lnTo>
                    <a:pt x="680904" y="979672"/>
                  </a:lnTo>
                  <a:lnTo>
                    <a:pt x="694255" y="968539"/>
                  </a:lnTo>
                  <a:lnTo>
                    <a:pt x="707606" y="957315"/>
                  </a:lnTo>
                  <a:lnTo>
                    <a:pt x="720957" y="946003"/>
                  </a:lnTo>
                  <a:lnTo>
                    <a:pt x="734308" y="934608"/>
                  </a:lnTo>
                  <a:lnTo>
                    <a:pt x="747659" y="923131"/>
                  </a:lnTo>
                  <a:lnTo>
                    <a:pt x="761010" y="911578"/>
                  </a:lnTo>
                  <a:lnTo>
                    <a:pt x="774361" y="899951"/>
                  </a:lnTo>
                  <a:lnTo>
                    <a:pt x="787712" y="888254"/>
                  </a:lnTo>
                  <a:lnTo>
                    <a:pt x="801064" y="876493"/>
                  </a:lnTo>
                  <a:lnTo>
                    <a:pt x="814415" y="864671"/>
                  </a:lnTo>
                  <a:lnTo>
                    <a:pt x="827766" y="852793"/>
                  </a:lnTo>
                  <a:lnTo>
                    <a:pt x="841117" y="840863"/>
                  </a:lnTo>
                  <a:lnTo>
                    <a:pt x="854468" y="828887"/>
                  </a:lnTo>
                  <a:lnTo>
                    <a:pt x="867819" y="816869"/>
                  </a:lnTo>
                  <a:lnTo>
                    <a:pt x="881170" y="804816"/>
                  </a:lnTo>
                  <a:lnTo>
                    <a:pt x="894521" y="792732"/>
                  </a:lnTo>
                  <a:lnTo>
                    <a:pt x="907872" y="780623"/>
                  </a:lnTo>
                  <a:lnTo>
                    <a:pt x="921223" y="768496"/>
                  </a:lnTo>
                  <a:lnTo>
                    <a:pt x="934574" y="756355"/>
                  </a:lnTo>
                  <a:lnTo>
                    <a:pt x="947925" y="744208"/>
                  </a:lnTo>
                  <a:lnTo>
                    <a:pt x="961276" y="732061"/>
                  </a:lnTo>
                  <a:lnTo>
                    <a:pt x="974627" y="719921"/>
                  </a:lnTo>
                  <a:lnTo>
                    <a:pt x="987978" y="707794"/>
                  </a:lnTo>
                  <a:lnTo>
                    <a:pt x="1001330" y="695687"/>
                  </a:lnTo>
                  <a:lnTo>
                    <a:pt x="1014681" y="683609"/>
                  </a:lnTo>
                  <a:lnTo>
                    <a:pt x="1028032" y="671565"/>
                  </a:lnTo>
                  <a:lnTo>
                    <a:pt x="1041383" y="659564"/>
                  </a:lnTo>
                  <a:lnTo>
                    <a:pt x="1054734" y="647614"/>
                  </a:lnTo>
                  <a:lnTo>
                    <a:pt x="1068085" y="635722"/>
                  </a:lnTo>
                  <a:lnTo>
                    <a:pt x="1081436" y="623896"/>
                  </a:lnTo>
                  <a:lnTo>
                    <a:pt x="1094787" y="612145"/>
                  </a:lnTo>
                  <a:lnTo>
                    <a:pt x="1108138" y="600477"/>
                  </a:lnTo>
                  <a:lnTo>
                    <a:pt x="1121489" y="588900"/>
                  </a:lnTo>
                  <a:lnTo>
                    <a:pt x="1134840" y="577416"/>
                  </a:lnTo>
                  <a:lnTo>
                    <a:pt x="1148191" y="566030"/>
                  </a:lnTo>
                  <a:lnTo>
                    <a:pt x="1161542" y="554743"/>
                  </a:lnTo>
                  <a:lnTo>
                    <a:pt x="1174893" y="543558"/>
                  </a:lnTo>
                  <a:lnTo>
                    <a:pt x="1188244" y="532478"/>
                  </a:lnTo>
                  <a:lnTo>
                    <a:pt x="1201596" y="521504"/>
                  </a:lnTo>
                  <a:lnTo>
                    <a:pt x="1214947" y="510639"/>
                  </a:lnTo>
                  <a:lnTo>
                    <a:pt x="1228298" y="499885"/>
                  </a:lnTo>
                  <a:lnTo>
                    <a:pt x="1241649" y="489244"/>
                  </a:lnTo>
                  <a:lnTo>
                    <a:pt x="1255000" y="478718"/>
                  </a:lnTo>
                  <a:lnTo>
                    <a:pt x="1268351" y="468308"/>
                  </a:lnTo>
                  <a:lnTo>
                    <a:pt x="1281702" y="458017"/>
                  </a:lnTo>
                  <a:lnTo>
                    <a:pt x="1295053" y="447845"/>
                  </a:lnTo>
                  <a:lnTo>
                    <a:pt x="1308404" y="437795"/>
                  </a:lnTo>
                  <a:lnTo>
                    <a:pt x="1321755" y="427867"/>
                  </a:lnTo>
                  <a:lnTo>
                    <a:pt x="1335106" y="418063"/>
                  </a:lnTo>
                  <a:lnTo>
                    <a:pt x="1348457" y="408384"/>
                  </a:lnTo>
                  <a:lnTo>
                    <a:pt x="1361808" y="398831"/>
                  </a:lnTo>
                  <a:lnTo>
                    <a:pt x="1375159" y="389405"/>
                  </a:lnTo>
                  <a:lnTo>
                    <a:pt x="1388510" y="380107"/>
                  </a:lnTo>
                  <a:lnTo>
                    <a:pt x="1401862" y="370937"/>
                  </a:lnTo>
                  <a:lnTo>
                    <a:pt x="1415213" y="361896"/>
                  </a:lnTo>
                  <a:lnTo>
                    <a:pt x="1428564" y="352985"/>
                  </a:lnTo>
                  <a:lnTo>
                    <a:pt x="1441915" y="344204"/>
                  </a:lnTo>
                  <a:lnTo>
                    <a:pt x="1455266" y="335553"/>
                  </a:lnTo>
                  <a:lnTo>
                    <a:pt x="1468617" y="327032"/>
                  </a:lnTo>
                  <a:lnTo>
                    <a:pt x="1481968" y="318641"/>
                  </a:lnTo>
                  <a:lnTo>
                    <a:pt x="1495319" y="310381"/>
                  </a:lnTo>
                  <a:lnTo>
                    <a:pt x="1508670" y="302252"/>
                  </a:lnTo>
                  <a:lnTo>
                    <a:pt x="1522021" y="294252"/>
                  </a:lnTo>
                  <a:lnTo>
                    <a:pt x="1535372" y="286382"/>
                  </a:lnTo>
                  <a:lnTo>
                    <a:pt x="1548723" y="278641"/>
                  </a:lnTo>
                  <a:lnTo>
                    <a:pt x="1562074" y="271030"/>
                  </a:lnTo>
                  <a:lnTo>
                    <a:pt x="1575425" y="263546"/>
                  </a:lnTo>
                  <a:lnTo>
                    <a:pt x="1588776" y="256190"/>
                  </a:lnTo>
                  <a:lnTo>
                    <a:pt x="1602128" y="248960"/>
                  </a:lnTo>
                  <a:lnTo>
                    <a:pt x="1615479" y="241856"/>
                  </a:lnTo>
                  <a:lnTo>
                    <a:pt x="1628830" y="234877"/>
                  </a:lnTo>
                  <a:lnTo>
                    <a:pt x="1642181" y="228022"/>
                  </a:lnTo>
                  <a:lnTo>
                    <a:pt x="1655532" y="221290"/>
                  </a:lnTo>
                  <a:lnTo>
                    <a:pt x="1668883" y="214678"/>
                  </a:lnTo>
                  <a:lnTo>
                    <a:pt x="1682234" y="208187"/>
                  </a:lnTo>
                  <a:lnTo>
                    <a:pt x="1695585" y="201814"/>
                  </a:lnTo>
                  <a:lnTo>
                    <a:pt x="1708936" y="195559"/>
                  </a:lnTo>
                  <a:lnTo>
                    <a:pt x="1722287" y="189419"/>
                  </a:lnTo>
                  <a:lnTo>
                    <a:pt x="1735638" y="183393"/>
                  </a:lnTo>
                  <a:lnTo>
                    <a:pt x="1748989" y="177479"/>
                  </a:lnTo>
                  <a:lnTo>
                    <a:pt x="1762340" y="171676"/>
                  </a:lnTo>
                  <a:lnTo>
                    <a:pt x="1775691" y="165981"/>
                  </a:lnTo>
                  <a:lnTo>
                    <a:pt x="1789042" y="160394"/>
                  </a:lnTo>
                  <a:lnTo>
                    <a:pt x="1802394" y="154912"/>
                  </a:lnTo>
                  <a:lnTo>
                    <a:pt x="1815745" y="149536"/>
                  </a:lnTo>
                  <a:lnTo>
                    <a:pt x="1829096" y="144266"/>
                  </a:lnTo>
                  <a:lnTo>
                    <a:pt x="1842447" y="139102"/>
                  </a:lnTo>
                  <a:lnTo>
                    <a:pt x="1855798" y="134043"/>
                  </a:lnTo>
                  <a:lnTo>
                    <a:pt x="1869149" y="129090"/>
                  </a:lnTo>
                  <a:lnTo>
                    <a:pt x="1882500" y="124242"/>
                  </a:lnTo>
                  <a:lnTo>
                    <a:pt x="1895851" y="119499"/>
                  </a:lnTo>
                  <a:lnTo>
                    <a:pt x="1909202" y="114861"/>
                  </a:lnTo>
                  <a:lnTo>
                    <a:pt x="1922553" y="110327"/>
                  </a:lnTo>
                  <a:lnTo>
                    <a:pt x="1935904" y="105897"/>
                  </a:lnTo>
                  <a:lnTo>
                    <a:pt x="1949255" y="101571"/>
                  </a:lnTo>
                  <a:lnTo>
                    <a:pt x="1962606" y="97347"/>
                  </a:lnTo>
                  <a:lnTo>
                    <a:pt x="1975957" y="93227"/>
                  </a:lnTo>
                  <a:lnTo>
                    <a:pt x="1989309" y="89209"/>
                  </a:lnTo>
                  <a:lnTo>
                    <a:pt x="2002660" y="85292"/>
                  </a:lnTo>
                  <a:lnTo>
                    <a:pt x="2016011" y="81476"/>
                  </a:lnTo>
                  <a:lnTo>
                    <a:pt x="2029362" y="77761"/>
                  </a:lnTo>
                  <a:lnTo>
                    <a:pt x="2042713" y="74146"/>
                  </a:lnTo>
                  <a:lnTo>
                    <a:pt x="2056064" y="70630"/>
                  </a:lnTo>
                  <a:lnTo>
                    <a:pt x="2069415" y="67213"/>
                  </a:lnTo>
                  <a:lnTo>
                    <a:pt x="2082766" y="63894"/>
                  </a:lnTo>
                  <a:lnTo>
                    <a:pt x="2096117" y="60671"/>
                  </a:lnTo>
                  <a:lnTo>
                    <a:pt x="2109468" y="57545"/>
                  </a:lnTo>
                  <a:lnTo>
                    <a:pt x="2122819" y="54515"/>
                  </a:lnTo>
                  <a:lnTo>
                    <a:pt x="2136170" y="51580"/>
                  </a:lnTo>
                  <a:lnTo>
                    <a:pt x="2149521" y="48738"/>
                  </a:lnTo>
                  <a:lnTo>
                    <a:pt x="2162872" y="45990"/>
                  </a:lnTo>
                  <a:lnTo>
                    <a:pt x="2176223" y="43333"/>
                  </a:lnTo>
                  <a:lnTo>
                    <a:pt x="2189575" y="40768"/>
                  </a:lnTo>
                  <a:lnTo>
                    <a:pt x="2202926" y="38294"/>
                  </a:lnTo>
                  <a:lnTo>
                    <a:pt x="2216277" y="35909"/>
                  </a:lnTo>
                  <a:lnTo>
                    <a:pt x="2229628" y="33612"/>
                  </a:lnTo>
                  <a:lnTo>
                    <a:pt x="2242979" y="31402"/>
                  </a:lnTo>
                  <a:lnTo>
                    <a:pt x="2256330" y="29280"/>
                  </a:lnTo>
                  <a:lnTo>
                    <a:pt x="2269681" y="27242"/>
                  </a:lnTo>
                  <a:lnTo>
                    <a:pt x="2283032" y="25289"/>
                  </a:lnTo>
                  <a:lnTo>
                    <a:pt x="2296383" y="23419"/>
                  </a:lnTo>
                  <a:lnTo>
                    <a:pt x="2309734" y="21631"/>
                  </a:lnTo>
                  <a:lnTo>
                    <a:pt x="2323085" y="19924"/>
                  </a:lnTo>
                  <a:lnTo>
                    <a:pt x="2336436" y="18297"/>
                  </a:lnTo>
                  <a:lnTo>
                    <a:pt x="2349787" y="16748"/>
                  </a:lnTo>
                  <a:lnTo>
                    <a:pt x="2363138" y="15278"/>
                  </a:lnTo>
                  <a:lnTo>
                    <a:pt x="2376489" y="13883"/>
                  </a:lnTo>
                  <a:lnTo>
                    <a:pt x="2389841" y="12564"/>
                  </a:lnTo>
                  <a:lnTo>
                    <a:pt x="2403192" y="11319"/>
                  </a:lnTo>
                  <a:lnTo>
                    <a:pt x="2416543" y="10147"/>
                  </a:lnTo>
                  <a:lnTo>
                    <a:pt x="2429894" y="9046"/>
                  </a:lnTo>
                  <a:lnTo>
                    <a:pt x="2443245" y="8016"/>
                  </a:lnTo>
                  <a:lnTo>
                    <a:pt x="2456596" y="7055"/>
                  </a:lnTo>
                  <a:lnTo>
                    <a:pt x="2469947" y="6161"/>
                  </a:lnTo>
                  <a:lnTo>
                    <a:pt x="2483298" y="5334"/>
                  </a:lnTo>
                  <a:lnTo>
                    <a:pt x="2496649" y="4572"/>
                  </a:lnTo>
                  <a:lnTo>
                    <a:pt x="2510000" y="3874"/>
                  </a:lnTo>
                  <a:lnTo>
                    <a:pt x="2523351" y="3239"/>
                  </a:lnTo>
                  <a:lnTo>
                    <a:pt x="2536702" y="2665"/>
                  </a:lnTo>
                  <a:lnTo>
                    <a:pt x="2550053" y="2151"/>
                  </a:lnTo>
                  <a:lnTo>
                    <a:pt x="2563404" y="1695"/>
                  </a:lnTo>
                  <a:lnTo>
                    <a:pt x="2576755" y="1297"/>
                  </a:lnTo>
                  <a:lnTo>
                    <a:pt x="2590107" y="955"/>
                  </a:lnTo>
                  <a:lnTo>
                    <a:pt x="2603458" y="667"/>
                  </a:lnTo>
                  <a:lnTo>
                    <a:pt x="2616809" y="433"/>
                  </a:lnTo>
                  <a:lnTo>
                    <a:pt x="2630160" y="250"/>
                  </a:lnTo>
                  <a:lnTo>
                    <a:pt x="2643511" y="118"/>
                  </a:lnTo>
                  <a:lnTo>
                    <a:pt x="2656862" y="35"/>
                  </a:lnTo>
                  <a:lnTo>
                    <a:pt x="2670213" y="0"/>
                  </a:lnTo>
                  <a:lnTo>
                    <a:pt x="2683564" y="11"/>
                  </a:lnTo>
                  <a:lnTo>
                    <a:pt x="2696915" y="67"/>
                  </a:lnTo>
                  <a:lnTo>
                    <a:pt x="2710266" y="166"/>
                  </a:lnTo>
                  <a:lnTo>
                    <a:pt x="2723617" y="308"/>
                  </a:lnTo>
                  <a:lnTo>
                    <a:pt x="2736968" y="490"/>
                  </a:lnTo>
                  <a:lnTo>
                    <a:pt x="2750319" y="712"/>
                  </a:lnTo>
                  <a:lnTo>
                    <a:pt x="2763670" y="972"/>
                  </a:lnTo>
                  <a:lnTo>
                    <a:pt x="2777021" y="1268"/>
                  </a:lnTo>
                  <a:lnTo>
                    <a:pt x="2790373" y="1599"/>
                  </a:lnTo>
                  <a:lnTo>
                    <a:pt x="2803724" y="1965"/>
                  </a:lnTo>
                  <a:lnTo>
                    <a:pt x="2817075" y="2362"/>
                  </a:lnTo>
                  <a:lnTo>
                    <a:pt x="2830426" y="2791"/>
                  </a:lnTo>
                  <a:lnTo>
                    <a:pt x="2843777" y="3249"/>
                  </a:lnTo>
                  <a:lnTo>
                    <a:pt x="2857128" y="3735"/>
                  </a:lnTo>
                  <a:lnTo>
                    <a:pt x="2870479" y="4247"/>
                  </a:lnTo>
                  <a:lnTo>
                    <a:pt x="2883830" y="4785"/>
                  </a:lnTo>
                  <a:lnTo>
                    <a:pt x="2897181" y="5347"/>
                  </a:lnTo>
                  <a:lnTo>
                    <a:pt x="2910532" y="5932"/>
                  </a:lnTo>
                  <a:lnTo>
                    <a:pt x="2923883" y="6537"/>
                  </a:lnTo>
                  <a:lnTo>
                    <a:pt x="2937234" y="7162"/>
                  </a:lnTo>
                  <a:lnTo>
                    <a:pt x="2950585" y="7805"/>
                  </a:lnTo>
                  <a:lnTo>
                    <a:pt x="2963936" y="8466"/>
                  </a:lnTo>
                  <a:lnTo>
                    <a:pt x="2977287" y="9141"/>
                  </a:lnTo>
                  <a:lnTo>
                    <a:pt x="2990639" y="9831"/>
                  </a:lnTo>
                  <a:lnTo>
                    <a:pt x="3003990" y="10533"/>
                  </a:lnTo>
                  <a:lnTo>
                    <a:pt x="3017341" y="11247"/>
                  </a:lnTo>
                  <a:lnTo>
                    <a:pt x="3030692" y="11970"/>
                  </a:lnTo>
                  <a:lnTo>
                    <a:pt x="3044043" y="12702"/>
                  </a:lnTo>
                  <a:lnTo>
                    <a:pt x="3057394" y="13441"/>
                  </a:lnTo>
                  <a:lnTo>
                    <a:pt x="3070745" y="14186"/>
                  </a:lnTo>
                  <a:lnTo>
                    <a:pt x="3084096" y="14935"/>
                  </a:lnTo>
                  <a:lnTo>
                    <a:pt x="3097447" y="15687"/>
                  </a:lnTo>
                  <a:lnTo>
                    <a:pt x="3110798" y="16440"/>
                  </a:lnTo>
                  <a:lnTo>
                    <a:pt x="3124149" y="17194"/>
                  </a:lnTo>
                  <a:lnTo>
                    <a:pt x="3137500" y="17947"/>
                  </a:lnTo>
                  <a:lnTo>
                    <a:pt x="3150851" y="18701"/>
                  </a:lnTo>
                  <a:lnTo>
                    <a:pt x="3164202" y="19453"/>
                  </a:lnTo>
                  <a:lnTo>
                    <a:pt x="3177553" y="20206"/>
                  </a:lnTo>
                  <a:lnTo>
                    <a:pt x="3190905" y="20958"/>
                  </a:lnTo>
                  <a:lnTo>
                    <a:pt x="3204256" y="21710"/>
                  </a:lnTo>
                  <a:lnTo>
                    <a:pt x="3217607" y="22461"/>
                  </a:lnTo>
                  <a:lnTo>
                    <a:pt x="3230958" y="23212"/>
                  </a:lnTo>
                  <a:lnTo>
                    <a:pt x="3244309" y="23963"/>
                  </a:lnTo>
                  <a:lnTo>
                    <a:pt x="3257660" y="24713"/>
                  </a:lnTo>
                  <a:lnTo>
                    <a:pt x="3271011" y="25463"/>
                  </a:lnTo>
                  <a:lnTo>
                    <a:pt x="3284362" y="26213"/>
                  </a:lnTo>
                  <a:lnTo>
                    <a:pt x="3297713" y="26963"/>
                  </a:lnTo>
                  <a:lnTo>
                    <a:pt x="3311064" y="27712"/>
                  </a:lnTo>
                  <a:lnTo>
                    <a:pt x="3324415" y="28461"/>
                  </a:lnTo>
                  <a:lnTo>
                    <a:pt x="3337766" y="29209"/>
                  </a:lnTo>
                  <a:lnTo>
                    <a:pt x="3351117" y="29957"/>
                  </a:lnTo>
                  <a:lnTo>
                    <a:pt x="3364468" y="30705"/>
                  </a:lnTo>
                  <a:lnTo>
                    <a:pt x="3377819" y="31453"/>
                  </a:lnTo>
                  <a:lnTo>
                    <a:pt x="3391171" y="32200"/>
                  </a:lnTo>
                  <a:lnTo>
                    <a:pt x="3404522" y="32947"/>
                  </a:lnTo>
                  <a:lnTo>
                    <a:pt x="3417873" y="33693"/>
                  </a:lnTo>
                  <a:lnTo>
                    <a:pt x="3431224" y="34440"/>
                  </a:lnTo>
                  <a:lnTo>
                    <a:pt x="3444575" y="35186"/>
                  </a:lnTo>
                  <a:lnTo>
                    <a:pt x="3457926" y="35931"/>
                  </a:lnTo>
                  <a:lnTo>
                    <a:pt x="3471277" y="36676"/>
                  </a:lnTo>
                  <a:lnTo>
                    <a:pt x="3484628" y="37421"/>
                  </a:lnTo>
                  <a:lnTo>
                    <a:pt x="3497979" y="38166"/>
                  </a:lnTo>
                  <a:lnTo>
                    <a:pt x="3511330" y="38910"/>
                  </a:lnTo>
                  <a:lnTo>
                    <a:pt x="3524681" y="39654"/>
                  </a:lnTo>
                  <a:lnTo>
                    <a:pt x="3538032" y="40398"/>
                  </a:lnTo>
                  <a:lnTo>
                    <a:pt x="3551383" y="41141"/>
                  </a:lnTo>
                  <a:lnTo>
                    <a:pt x="3564734" y="41884"/>
                  </a:lnTo>
                  <a:lnTo>
                    <a:pt x="3578085" y="42627"/>
                  </a:lnTo>
                  <a:lnTo>
                    <a:pt x="3591437" y="43369"/>
                  </a:lnTo>
                  <a:lnTo>
                    <a:pt x="3604788" y="44111"/>
                  </a:lnTo>
                  <a:lnTo>
                    <a:pt x="3618139" y="44853"/>
                  </a:lnTo>
                  <a:lnTo>
                    <a:pt x="3631490" y="45594"/>
                  </a:lnTo>
                  <a:lnTo>
                    <a:pt x="3644841" y="46335"/>
                  </a:lnTo>
                  <a:lnTo>
                    <a:pt x="3658192" y="47076"/>
                  </a:lnTo>
                  <a:lnTo>
                    <a:pt x="3671543" y="47816"/>
                  </a:lnTo>
                  <a:lnTo>
                    <a:pt x="3684894" y="48556"/>
                  </a:lnTo>
                  <a:lnTo>
                    <a:pt x="3698245" y="49296"/>
                  </a:lnTo>
                  <a:lnTo>
                    <a:pt x="3711596" y="50035"/>
                  </a:lnTo>
                  <a:lnTo>
                    <a:pt x="3724947" y="50774"/>
                  </a:lnTo>
                  <a:lnTo>
                    <a:pt x="3738298" y="51513"/>
                  </a:lnTo>
                  <a:lnTo>
                    <a:pt x="3751649" y="52252"/>
                  </a:lnTo>
                  <a:lnTo>
                    <a:pt x="3765000" y="52990"/>
                  </a:lnTo>
                  <a:lnTo>
                    <a:pt x="3778352" y="53728"/>
                  </a:lnTo>
                  <a:lnTo>
                    <a:pt x="3791703" y="54465"/>
                  </a:lnTo>
                  <a:lnTo>
                    <a:pt x="3805054" y="55202"/>
                  </a:lnTo>
                  <a:lnTo>
                    <a:pt x="3818405" y="55939"/>
                  </a:lnTo>
                  <a:lnTo>
                    <a:pt x="3831756" y="56676"/>
                  </a:lnTo>
                  <a:lnTo>
                    <a:pt x="3845107" y="57412"/>
                  </a:lnTo>
                  <a:lnTo>
                    <a:pt x="3858458" y="58148"/>
                  </a:lnTo>
                  <a:lnTo>
                    <a:pt x="3871809" y="58883"/>
                  </a:lnTo>
                  <a:lnTo>
                    <a:pt x="3885160" y="59618"/>
                  </a:lnTo>
                  <a:lnTo>
                    <a:pt x="3898511" y="60353"/>
                  </a:lnTo>
                  <a:lnTo>
                    <a:pt x="3911862" y="61088"/>
                  </a:lnTo>
                  <a:lnTo>
                    <a:pt x="3925213" y="61822"/>
                  </a:lnTo>
                  <a:lnTo>
                    <a:pt x="3938564" y="62556"/>
                  </a:lnTo>
                  <a:lnTo>
                    <a:pt x="3951915" y="63290"/>
                  </a:lnTo>
                  <a:lnTo>
                    <a:pt x="3965266" y="64023"/>
                  </a:lnTo>
                  <a:lnTo>
                    <a:pt x="3978618" y="64756"/>
                  </a:lnTo>
                  <a:lnTo>
                    <a:pt x="3991969" y="65489"/>
                  </a:lnTo>
                  <a:lnTo>
                    <a:pt x="3991969" y="65489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012852" y="510305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5012852" y="3498589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4772554" y="5754508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4772554" y="5056006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772554" y="43575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1.5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4772554" y="365900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2.0</a:t>
              </a:r>
            </a:p>
          </p:txBody>
        </p:sp>
        <p:sp>
          <p:nvSpPr>
            <p:cNvPr id="145" name="pl145"/>
            <p:cNvSpPr/>
            <p:nvPr/>
          </p:nvSpPr>
          <p:spPr>
            <a:xfrm>
              <a:off x="4978058" y="58015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978058" y="51030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978058" y="44045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978058" y="37060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886720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053669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220618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5815671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6982620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40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8149569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50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6653364" y="6562733"/>
              <a:ext cx="71094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</a:t>
              </a:r>
            </a:p>
          </p:txBody>
        </p:sp>
        <p:sp>
          <p:nvSpPr>
            <p:cNvPr id="156" name="tx156"/>
            <p:cNvSpPr/>
            <p:nvPr/>
          </p:nvSpPr>
          <p:spPr>
            <a:xfrm rot="-5400000">
              <a:off x="-565047" y="3181039"/>
              <a:ext cx="1526133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Weighted Odds Ratio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463337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702965" y="69589"/>
              <a:ext cx="437144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3429000"/>
              <a:ext cx="4633376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702965" y="3429000"/>
              <a:ext cx="4371445" cy="33594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641407" y="139178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41407" y="257230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1407" y="163634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41407" y="70039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0661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95797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5093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1407" y="210432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41407" y="116836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41407" y="23241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6822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82336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078501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641407" y="139178"/>
              <a:ext cx="3991969" cy="2841995"/>
            </a:xfrm>
            <a:custGeom>
              <a:avLst/>
              <a:pathLst>
                <a:path w="3991969" h="2841995">
                  <a:moveTo>
                    <a:pt x="0" y="762497"/>
                  </a:moveTo>
                  <a:lnTo>
                    <a:pt x="13351" y="776431"/>
                  </a:lnTo>
                  <a:lnTo>
                    <a:pt x="26702" y="790288"/>
                  </a:lnTo>
                  <a:lnTo>
                    <a:pt x="40053" y="804070"/>
                  </a:lnTo>
                  <a:lnTo>
                    <a:pt x="53404" y="817776"/>
                  </a:lnTo>
                  <a:lnTo>
                    <a:pt x="66755" y="831405"/>
                  </a:lnTo>
                  <a:lnTo>
                    <a:pt x="80106" y="844958"/>
                  </a:lnTo>
                  <a:lnTo>
                    <a:pt x="93457" y="858435"/>
                  </a:lnTo>
                  <a:lnTo>
                    <a:pt x="106808" y="871835"/>
                  </a:lnTo>
                  <a:lnTo>
                    <a:pt x="120159" y="885158"/>
                  </a:lnTo>
                  <a:lnTo>
                    <a:pt x="133510" y="898405"/>
                  </a:lnTo>
                  <a:lnTo>
                    <a:pt x="146861" y="911574"/>
                  </a:lnTo>
                  <a:lnTo>
                    <a:pt x="160212" y="924665"/>
                  </a:lnTo>
                  <a:lnTo>
                    <a:pt x="173563" y="937678"/>
                  </a:lnTo>
                  <a:lnTo>
                    <a:pt x="186914" y="950614"/>
                  </a:lnTo>
                  <a:lnTo>
                    <a:pt x="200266" y="963470"/>
                  </a:lnTo>
                  <a:lnTo>
                    <a:pt x="213617" y="976248"/>
                  </a:lnTo>
                  <a:lnTo>
                    <a:pt x="226968" y="988945"/>
                  </a:lnTo>
                  <a:lnTo>
                    <a:pt x="240319" y="1001563"/>
                  </a:lnTo>
                  <a:lnTo>
                    <a:pt x="253670" y="1014100"/>
                  </a:lnTo>
                  <a:lnTo>
                    <a:pt x="267021" y="1026555"/>
                  </a:lnTo>
                  <a:lnTo>
                    <a:pt x="280372" y="1038928"/>
                  </a:lnTo>
                  <a:lnTo>
                    <a:pt x="293723" y="1051218"/>
                  </a:lnTo>
                  <a:lnTo>
                    <a:pt x="307074" y="1063424"/>
                  </a:lnTo>
                  <a:lnTo>
                    <a:pt x="320425" y="1075545"/>
                  </a:lnTo>
                  <a:lnTo>
                    <a:pt x="333776" y="1087580"/>
                  </a:lnTo>
                  <a:lnTo>
                    <a:pt x="347127" y="1099528"/>
                  </a:lnTo>
                  <a:lnTo>
                    <a:pt x="360478" y="1111388"/>
                  </a:lnTo>
                  <a:lnTo>
                    <a:pt x="373829" y="1123157"/>
                  </a:lnTo>
                  <a:lnTo>
                    <a:pt x="387180" y="1134835"/>
                  </a:lnTo>
                  <a:lnTo>
                    <a:pt x="400532" y="1146421"/>
                  </a:lnTo>
                  <a:lnTo>
                    <a:pt x="413883" y="1157911"/>
                  </a:lnTo>
                  <a:lnTo>
                    <a:pt x="427234" y="1169303"/>
                  </a:lnTo>
                  <a:lnTo>
                    <a:pt x="440585" y="1180591"/>
                  </a:lnTo>
                  <a:lnTo>
                    <a:pt x="453936" y="1191765"/>
                  </a:lnTo>
                  <a:lnTo>
                    <a:pt x="467287" y="1202819"/>
                  </a:lnTo>
                  <a:lnTo>
                    <a:pt x="480638" y="1213744"/>
                  </a:lnTo>
                  <a:lnTo>
                    <a:pt x="493989" y="1224532"/>
                  </a:lnTo>
                  <a:lnTo>
                    <a:pt x="507340" y="1235177"/>
                  </a:lnTo>
                  <a:lnTo>
                    <a:pt x="520691" y="1245670"/>
                  </a:lnTo>
                  <a:lnTo>
                    <a:pt x="534042" y="1256004"/>
                  </a:lnTo>
                  <a:lnTo>
                    <a:pt x="547393" y="1266171"/>
                  </a:lnTo>
                  <a:lnTo>
                    <a:pt x="560744" y="1276164"/>
                  </a:lnTo>
                  <a:lnTo>
                    <a:pt x="574095" y="1285975"/>
                  </a:lnTo>
                  <a:lnTo>
                    <a:pt x="587446" y="1295597"/>
                  </a:lnTo>
                  <a:lnTo>
                    <a:pt x="600798" y="1305023"/>
                  </a:lnTo>
                  <a:lnTo>
                    <a:pt x="614149" y="1314244"/>
                  </a:lnTo>
                  <a:lnTo>
                    <a:pt x="627500" y="1323254"/>
                  </a:lnTo>
                  <a:lnTo>
                    <a:pt x="640851" y="1332045"/>
                  </a:lnTo>
                  <a:lnTo>
                    <a:pt x="654202" y="1340610"/>
                  </a:lnTo>
                  <a:lnTo>
                    <a:pt x="667553" y="1348942"/>
                  </a:lnTo>
                  <a:lnTo>
                    <a:pt x="680904" y="1357033"/>
                  </a:lnTo>
                  <a:lnTo>
                    <a:pt x="694255" y="1364876"/>
                  </a:lnTo>
                  <a:lnTo>
                    <a:pt x="707606" y="1372463"/>
                  </a:lnTo>
                  <a:lnTo>
                    <a:pt x="720957" y="1379789"/>
                  </a:lnTo>
                  <a:lnTo>
                    <a:pt x="734308" y="1386845"/>
                  </a:lnTo>
                  <a:lnTo>
                    <a:pt x="747659" y="1393625"/>
                  </a:lnTo>
                  <a:lnTo>
                    <a:pt x="761010" y="1400122"/>
                  </a:lnTo>
                  <a:lnTo>
                    <a:pt x="774361" y="1406329"/>
                  </a:lnTo>
                  <a:lnTo>
                    <a:pt x="787712" y="1412239"/>
                  </a:lnTo>
                  <a:lnTo>
                    <a:pt x="801064" y="1417848"/>
                  </a:lnTo>
                  <a:lnTo>
                    <a:pt x="814415" y="1423148"/>
                  </a:lnTo>
                  <a:lnTo>
                    <a:pt x="827766" y="1428135"/>
                  </a:lnTo>
                  <a:lnTo>
                    <a:pt x="841117" y="1432803"/>
                  </a:lnTo>
                  <a:lnTo>
                    <a:pt x="854468" y="1437149"/>
                  </a:lnTo>
                  <a:lnTo>
                    <a:pt x="867819" y="1441167"/>
                  </a:lnTo>
                  <a:lnTo>
                    <a:pt x="881170" y="1444856"/>
                  </a:lnTo>
                  <a:lnTo>
                    <a:pt x="894521" y="1448213"/>
                  </a:lnTo>
                  <a:lnTo>
                    <a:pt x="907872" y="1451237"/>
                  </a:lnTo>
                  <a:lnTo>
                    <a:pt x="921223" y="1453928"/>
                  </a:lnTo>
                  <a:lnTo>
                    <a:pt x="934574" y="1456286"/>
                  </a:lnTo>
                  <a:lnTo>
                    <a:pt x="947925" y="1458316"/>
                  </a:lnTo>
                  <a:lnTo>
                    <a:pt x="961276" y="1460020"/>
                  </a:lnTo>
                  <a:lnTo>
                    <a:pt x="974627" y="1461405"/>
                  </a:lnTo>
                  <a:lnTo>
                    <a:pt x="987978" y="1462478"/>
                  </a:lnTo>
                  <a:lnTo>
                    <a:pt x="1001330" y="1463249"/>
                  </a:lnTo>
                  <a:lnTo>
                    <a:pt x="1014681" y="1463727"/>
                  </a:lnTo>
                  <a:lnTo>
                    <a:pt x="1028032" y="1463928"/>
                  </a:lnTo>
                  <a:lnTo>
                    <a:pt x="1041383" y="1463865"/>
                  </a:lnTo>
                  <a:lnTo>
                    <a:pt x="1054734" y="1463556"/>
                  </a:lnTo>
                  <a:lnTo>
                    <a:pt x="1068085" y="1463020"/>
                  </a:lnTo>
                  <a:lnTo>
                    <a:pt x="1081436" y="1462278"/>
                  </a:lnTo>
                  <a:lnTo>
                    <a:pt x="1094787" y="1461352"/>
                  </a:lnTo>
                  <a:lnTo>
                    <a:pt x="1108138" y="1460265"/>
                  </a:lnTo>
                  <a:lnTo>
                    <a:pt x="1121489" y="1459045"/>
                  </a:lnTo>
                  <a:lnTo>
                    <a:pt x="1134840" y="1457716"/>
                  </a:lnTo>
                  <a:lnTo>
                    <a:pt x="1148191" y="1456307"/>
                  </a:lnTo>
                  <a:lnTo>
                    <a:pt x="1161542" y="1454846"/>
                  </a:lnTo>
                  <a:lnTo>
                    <a:pt x="1174893" y="1453362"/>
                  </a:lnTo>
                  <a:lnTo>
                    <a:pt x="1188244" y="1451885"/>
                  </a:lnTo>
                  <a:lnTo>
                    <a:pt x="1201596" y="1450444"/>
                  </a:lnTo>
                  <a:lnTo>
                    <a:pt x="1214947" y="1449068"/>
                  </a:lnTo>
                  <a:lnTo>
                    <a:pt x="1228298" y="1447788"/>
                  </a:lnTo>
                  <a:lnTo>
                    <a:pt x="1241649" y="1446631"/>
                  </a:lnTo>
                  <a:lnTo>
                    <a:pt x="1255000" y="1445627"/>
                  </a:lnTo>
                  <a:lnTo>
                    <a:pt x="1268351" y="1444803"/>
                  </a:lnTo>
                  <a:lnTo>
                    <a:pt x="1281702" y="1444186"/>
                  </a:lnTo>
                  <a:lnTo>
                    <a:pt x="1295053" y="1443798"/>
                  </a:lnTo>
                  <a:lnTo>
                    <a:pt x="1308404" y="1443651"/>
                  </a:lnTo>
                  <a:lnTo>
                    <a:pt x="1321755" y="1443750"/>
                  </a:lnTo>
                  <a:lnTo>
                    <a:pt x="1335106" y="1444100"/>
                  </a:lnTo>
                  <a:lnTo>
                    <a:pt x="1348457" y="1444704"/>
                  </a:lnTo>
                  <a:lnTo>
                    <a:pt x="1361808" y="1445563"/>
                  </a:lnTo>
                  <a:lnTo>
                    <a:pt x="1375159" y="1446677"/>
                  </a:lnTo>
                  <a:lnTo>
                    <a:pt x="1388510" y="1448044"/>
                  </a:lnTo>
                  <a:lnTo>
                    <a:pt x="1401862" y="1449659"/>
                  </a:lnTo>
                  <a:lnTo>
                    <a:pt x="1415213" y="1451521"/>
                  </a:lnTo>
                  <a:lnTo>
                    <a:pt x="1428564" y="1453622"/>
                  </a:lnTo>
                  <a:lnTo>
                    <a:pt x="1441915" y="1455957"/>
                  </a:lnTo>
                  <a:lnTo>
                    <a:pt x="1455266" y="1458519"/>
                  </a:lnTo>
                  <a:lnTo>
                    <a:pt x="1468617" y="1461299"/>
                  </a:lnTo>
                  <a:lnTo>
                    <a:pt x="1481968" y="1464290"/>
                  </a:lnTo>
                  <a:lnTo>
                    <a:pt x="1495319" y="1467483"/>
                  </a:lnTo>
                  <a:lnTo>
                    <a:pt x="1508670" y="1470867"/>
                  </a:lnTo>
                  <a:lnTo>
                    <a:pt x="1522021" y="1474434"/>
                  </a:lnTo>
                  <a:lnTo>
                    <a:pt x="1535372" y="1478171"/>
                  </a:lnTo>
                  <a:lnTo>
                    <a:pt x="1548723" y="1482070"/>
                  </a:lnTo>
                  <a:lnTo>
                    <a:pt x="1562074" y="1486118"/>
                  </a:lnTo>
                  <a:lnTo>
                    <a:pt x="1575425" y="1490304"/>
                  </a:lnTo>
                  <a:lnTo>
                    <a:pt x="1588776" y="1494617"/>
                  </a:lnTo>
                  <a:lnTo>
                    <a:pt x="1602128" y="1491831"/>
                  </a:lnTo>
                  <a:lnTo>
                    <a:pt x="1615479" y="1479076"/>
                  </a:lnTo>
                  <a:lnTo>
                    <a:pt x="1628830" y="1466233"/>
                  </a:lnTo>
                  <a:lnTo>
                    <a:pt x="1642181" y="1453314"/>
                  </a:lnTo>
                  <a:lnTo>
                    <a:pt x="1655532" y="1440331"/>
                  </a:lnTo>
                  <a:lnTo>
                    <a:pt x="1668883" y="1427295"/>
                  </a:lnTo>
                  <a:lnTo>
                    <a:pt x="1682234" y="1414219"/>
                  </a:lnTo>
                  <a:lnTo>
                    <a:pt x="1695585" y="1401117"/>
                  </a:lnTo>
                  <a:lnTo>
                    <a:pt x="1708936" y="1388003"/>
                  </a:lnTo>
                  <a:lnTo>
                    <a:pt x="1722287" y="1374889"/>
                  </a:lnTo>
                  <a:lnTo>
                    <a:pt x="1735638" y="1361791"/>
                  </a:lnTo>
                  <a:lnTo>
                    <a:pt x="1748989" y="1348723"/>
                  </a:lnTo>
                  <a:lnTo>
                    <a:pt x="1762340" y="1335701"/>
                  </a:lnTo>
                  <a:lnTo>
                    <a:pt x="1775691" y="1322738"/>
                  </a:lnTo>
                  <a:lnTo>
                    <a:pt x="1789042" y="1309852"/>
                  </a:lnTo>
                  <a:lnTo>
                    <a:pt x="1802394" y="1297058"/>
                  </a:lnTo>
                  <a:lnTo>
                    <a:pt x="1815745" y="1284373"/>
                  </a:lnTo>
                  <a:lnTo>
                    <a:pt x="1829096" y="1271812"/>
                  </a:lnTo>
                  <a:lnTo>
                    <a:pt x="1842447" y="1259393"/>
                  </a:lnTo>
                  <a:lnTo>
                    <a:pt x="1855798" y="1247133"/>
                  </a:lnTo>
                  <a:lnTo>
                    <a:pt x="1869149" y="1235048"/>
                  </a:lnTo>
                  <a:lnTo>
                    <a:pt x="1882500" y="1223158"/>
                  </a:lnTo>
                  <a:lnTo>
                    <a:pt x="1895851" y="1211478"/>
                  </a:lnTo>
                  <a:lnTo>
                    <a:pt x="1909202" y="1200027"/>
                  </a:lnTo>
                  <a:lnTo>
                    <a:pt x="1922553" y="1188823"/>
                  </a:lnTo>
                  <a:lnTo>
                    <a:pt x="1935904" y="1177878"/>
                  </a:lnTo>
                  <a:lnTo>
                    <a:pt x="1949255" y="1167194"/>
                  </a:lnTo>
                  <a:lnTo>
                    <a:pt x="1962606" y="1156768"/>
                  </a:lnTo>
                  <a:lnTo>
                    <a:pt x="1975957" y="1146600"/>
                  </a:lnTo>
                  <a:lnTo>
                    <a:pt x="1989309" y="1136687"/>
                  </a:lnTo>
                  <a:lnTo>
                    <a:pt x="2002660" y="1127026"/>
                  </a:lnTo>
                  <a:lnTo>
                    <a:pt x="2016011" y="1117616"/>
                  </a:lnTo>
                  <a:lnTo>
                    <a:pt x="2029362" y="1108454"/>
                  </a:lnTo>
                  <a:lnTo>
                    <a:pt x="2042713" y="1099536"/>
                  </a:lnTo>
                  <a:lnTo>
                    <a:pt x="2056064" y="1090861"/>
                  </a:lnTo>
                  <a:lnTo>
                    <a:pt x="2069415" y="1082424"/>
                  </a:lnTo>
                  <a:lnTo>
                    <a:pt x="2082766" y="1074222"/>
                  </a:lnTo>
                  <a:lnTo>
                    <a:pt x="2096117" y="1066253"/>
                  </a:lnTo>
                  <a:lnTo>
                    <a:pt x="2109468" y="1058511"/>
                  </a:lnTo>
                  <a:lnTo>
                    <a:pt x="2122819" y="1050993"/>
                  </a:lnTo>
                  <a:lnTo>
                    <a:pt x="2136170" y="1043695"/>
                  </a:lnTo>
                  <a:lnTo>
                    <a:pt x="2149521" y="1036612"/>
                  </a:lnTo>
                  <a:lnTo>
                    <a:pt x="2162872" y="1029740"/>
                  </a:lnTo>
                  <a:lnTo>
                    <a:pt x="2176223" y="1023074"/>
                  </a:lnTo>
                  <a:lnTo>
                    <a:pt x="2189575" y="1016610"/>
                  </a:lnTo>
                  <a:lnTo>
                    <a:pt x="2202926" y="1010342"/>
                  </a:lnTo>
                  <a:lnTo>
                    <a:pt x="2216277" y="1004264"/>
                  </a:lnTo>
                  <a:lnTo>
                    <a:pt x="2229628" y="998373"/>
                  </a:lnTo>
                  <a:lnTo>
                    <a:pt x="2242979" y="992661"/>
                  </a:lnTo>
                  <a:lnTo>
                    <a:pt x="2256330" y="987124"/>
                  </a:lnTo>
                  <a:lnTo>
                    <a:pt x="2269681" y="981755"/>
                  </a:lnTo>
                  <a:lnTo>
                    <a:pt x="2283032" y="976549"/>
                  </a:lnTo>
                  <a:lnTo>
                    <a:pt x="2296383" y="971499"/>
                  </a:lnTo>
                  <a:lnTo>
                    <a:pt x="2309734" y="966599"/>
                  </a:lnTo>
                  <a:lnTo>
                    <a:pt x="2323085" y="961842"/>
                  </a:lnTo>
                  <a:lnTo>
                    <a:pt x="2336436" y="957223"/>
                  </a:lnTo>
                  <a:lnTo>
                    <a:pt x="2349787" y="952733"/>
                  </a:lnTo>
                  <a:lnTo>
                    <a:pt x="2363138" y="948367"/>
                  </a:lnTo>
                  <a:lnTo>
                    <a:pt x="2376489" y="944117"/>
                  </a:lnTo>
                  <a:lnTo>
                    <a:pt x="2389841" y="939977"/>
                  </a:lnTo>
                  <a:lnTo>
                    <a:pt x="2403192" y="935939"/>
                  </a:lnTo>
                  <a:lnTo>
                    <a:pt x="2416543" y="931996"/>
                  </a:lnTo>
                  <a:lnTo>
                    <a:pt x="2429894" y="928140"/>
                  </a:lnTo>
                  <a:lnTo>
                    <a:pt x="2443245" y="924365"/>
                  </a:lnTo>
                  <a:lnTo>
                    <a:pt x="2456596" y="920662"/>
                  </a:lnTo>
                  <a:lnTo>
                    <a:pt x="2469947" y="917024"/>
                  </a:lnTo>
                  <a:lnTo>
                    <a:pt x="2483298" y="913444"/>
                  </a:lnTo>
                  <a:lnTo>
                    <a:pt x="2496649" y="909913"/>
                  </a:lnTo>
                  <a:lnTo>
                    <a:pt x="2510000" y="906425"/>
                  </a:lnTo>
                  <a:lnTo>
                    <a:pt x="2523351" y="902972"/>
                  </a:lnTo>
                  <a:lnTo>
                    <a:pt x="2536702" y="899545"/>
                  </a:lnTo>
                  <a:lnTo>
                    <a:pt x="2550053" y="896137"/>
                  </a:lnTo>
                  <a:lnTo>
                    <a:pt x="2563404" y="892742"/>
                  </a:lnTo>
                  <a:lnTo>
                    <a:pt x="2576755" y="889350"/>
                  </a:lnTo>
                  <a:lnTo>
                    <a:pt x="2590107" y="885954"/>
                  </a:lnTo>
                  <a:lnTo>
                    <a:pt x="2603458" y="882548"/>
                  </a:lnTo>
                  <a:lnTo>
                    <a:pt x="2616809" y="879123"/>
                  </a:lnTo>
                  <a:lnTo>
                    <a:pt x="2630160" y="875673"/>
                  </a:lnTo>
                  <a:lnTo>
                    <a:pt x="2643511" y="872190"/>
                  </a:lnTo>
                  <a:lnTo>
                    <a:pt x="2656862" y="868667"/>
                  </a:lnTo>
                  <a:lnTo>
                    <a:pt x="2670213" y="865098"/>
                  </a:lnTo>
                  <a:lnTo>
                    <a:pt x="2683564" y="861476"/>
                  </a:lnTo>
                  <a:lnTo>
                    <a:pt x="2696915" y="857793"/>
                  </a:lnTo>
                  <a:lnTo>
                    <a:pt x="2710266" y="854045"/>
                  </a:lnTo>
                  <a:lnTo>
                    <a:pt x="2723617" y="850225"/>
                  </a:lnTo>
                  <a:lnTo>
                    <a:pt x="2736968" y="846326"/>
                  </a:lnTo>
                  <a:lnTo>
                    <a:pt x="2750319" y="842344"/>
                  </a:lnTo>
                  <a:lnTo>
                    <a:pt x="2763670" y="838273"/>
                  </a:lnTo>
                  <a:lnTo>
                    <a:pt x="2777021" y="834108"/>
                  </a:lnTo>
                  <a:lnTo>
                    <a:pt x="2790373" y="829843"/>
                  </a:lnTo>
                  <a:lnTo>
                    <a:pt x="2803724" y="825476"/>
                  </a:lnTo>
                  <a:lnTo>
                    <a:pt x="2817075" y="821000"/>
                  </a:lnTo>
                  <a:lnTo>
                    <a:pt x="2830426" y="816413"/>
                  </a:lnTo>
                  <a:lnTo>
                    <a:pt x="2843777" y="811710"/>
                  </a:lnTo>
                  <a:lnTo>
                    <a:pt x="2857128" y="806888"/>
                  </a:lnTo>
                  <a:lnTo>
                    <a:pt x="2870479" y="801945"/>
                  </a:lnTo>
                  <a:lnTo>
                    <a:pt x="2883830" y="796876"/>
                  </a:lnTo>
                  <a:lnTo>
                    <a:pt x="2897181" y="791681"/>
                  </a:lnTo>
                  <a:lnTo>
                    <a:pt x="2910532" y="786357"/>
                  </a:lnTo>
                  <a:lnTo>
                    <a:pt x="2923883" y="780901"/>
                  </a:lnTo>
                  <a:lnTo>
                    <a:pt x="2937234" y="775313"/>
                  </a:lnTo>
                  <a:lnTo>
                    <a:pt x="2950585" y="769590"/>
                  </a:lnTo>
                  <a:lnTo>
                    <a:pt x="2963936" y="763733"/>
                  </a:lnTo>
                  <a:lnTo>
                    <a:pt x="2977287" y="757741"/>
                  </a:lnTo>
                  <a:lnTo>
                    <a:pt x="2990639" y="751612"/>
                  </a:lnTo>
                  <a:lnTo>
                    <a:pt x="3003990" y="745348"/>
                  </a:lnTo>
                  <a:lnTo>
                    <a:pt x="3017341" y="738947"/>
                  </a:lnTo>
                  <a:lnTo>
                    <a:pt x="3030692" y="732411"/>
                  </a:lnTo>
                  <a:lnTo>
                    <a:pt x="3044043" y="725740"/>
                  </a:lnTo>
                  <a:lnTo>
                    <a:pt x="3057394" y="718934"/>
                  </a:lnTo>
                  <a:lnTo>
                    <a:pt x="3070745" y="711996"/>
                  </a:lnTo>
                  <a:lnTo>
                    <a:pt x="3084096" y="704925"/>
                  </a:lnTo>
                  <a:lnTo>
                    <a:pt x="3097447" y="697724"/>
                  </a:lnTo>
                  <a:lnTo>
                    <a:pt x="3110798" y="690394"/>
                  </a:lnTo>
                  <a:lnTo>
                    <a:pt x="3124149" y="682937"/>
                  </a:lnTo>
                  <a:lnTo>
                    <a:pt x="3137500" y="675355"/>
                  </a:lnTo>
                  <a:lnTo>
                    <a:pt x="3150851" y="667650"/>
                  </a:lnTo>
                  <a:lnTo>
                    <a:pt x="3164202" y="659825"/>
                  </a:lnTo>
                  <a:lnTo>
                    <a:pt x="3177553" y="651881"/>
                  </a:lnTo>
                  <a:lnTo>
                    <a:pt x="3190905" y="643822"/>
                  </a:lnTo>
                  <a:lnTo>
                    <a:pt x="3204256" y="635648"/>
                  </a:lnTo>
                  <a:lnTo>
                    <a:pt x="3217607" y="627363"/>
                  </a:lnTo>
                  <a:lnTo>
                    <a:pt x="3230958" y="618968"/>
                  </a:lnTo>
                  <a:lnTo>
                    <a:pt x="3244309" y="610464"/>
                  </a:lnTo>
                  <a:lnTo>
                    <a:pt x="3257660" y="601855"/>
                  </a:lnTo>
                  <a:lnTo>
                    <a:pt x="3271011" y="593142"/>
                  </a:lnTo>
                  <a:lnTo>
                    <a:pt x="3284362" y="584326"/>
                  </a:lnTo>
                  <a:lnTo>
                    <a:pt x="3297713" y="575409"/>
                  </a:lnTo>
                  <a:lnTo>
                    <a:pt x="3311064" y="566393"/>
                  </a:lnTo>
                  <a:lnTo>
                    <a:pt x="3324415" y="557280"/>
                  </a:lnTo>
                  <a:lnTo>
                    <a:pt x="3337766" y="548070"/>
                  </a:lnTo>
                  <a:lnTo>
                    <a:pt x="3351117" y="538766"/>
                  </a:lnTo>
                  <a:lnTo>
                    <a:pt x="3364468" y="529370"/>
                  </a:lnTo>
                  <a:lnTo>
                    <a:pt x="3377819" y="519881"/>
                  </a:lnTo>
                  <a:lnTo>
                    <a:pt x="3391171" y="510302"/>
                  </a:lnTo>
                  <a:lnTo>
                    <a:pt x="3404522" y="500634"/>
                  </a:lnTo>
                  <a:lnTo>
                    <a:pt x="3417873" y="490879"/>
                  </a:lnTo>
                  <a:lnTo>
                    <a:pt x="3431224" y="481036"/>
                  </a:lnTo>
                  <a:lnTo>
                    <a:pt x="3444575" y="471109"/>
                  </a:lnTo>
                  <a:lnTo>
                    <a:pt x="3457926" y="461097"/>
                  </a:lnTo>
                  <a:lnTo>
                    <a:pt x="3471277" y="451001"/>
                  </a:lnTo>
                  <a:lnTo>
                    <a:pt x="3484628" y="440824"/>
                  </a:lnTo>
                  <a:lnTo>
                    <a:pt x="3497979" y="430565"/>
                  </a:lnTo>
                  <a:lnTo>
                    <a:pt x="3511330" y="420225"/>
                  </a:lnTo>
                  <a:lnTo>
                    <a:pt x="3524681" y="409807"/>
                  </a:lnTo>
                  <a:lnTo>
                    <a:pt x="3538032" y="399310"/>
                  </a:lnTo>
                  <a:lnTo>
                    <a:pt x="3551383" y="388735"/>
                  </a:lnTo>
                  <a:lnTo>
                    <a:pt x="3564734" y="378083"/>
                  </a:lnTo>
                  <a:lnTo>
                    <a:pt x="3578085" y="367355"/>
                  </a:lnTo>
                  <a:lnTo>
                    <a:pt x="3591437" y="356551"/>
                  </a:lnTo>
                  <a:lnTo>
                    <a:pt x="3604788" y="345673"/>
                  </a:lnTo>
                  <a:lnTo>
                    <a:pt x="3618139" y="334721"/>
                  </a:lnTo>
                  <a:lnTo>
                    <a:pt x="3631490" y="323695"/>
                  </a:lnTo>
                  <a:lnTo>
                    <a:pt x="3644841" y="312597"/>
                  </a:lnTo>
                  <a:lnTo>
                    <a:pt x="3658192" y="301427"/>
                  </a:lnTo>
                  <a:lnTo>
                    <a:pt x="3671543" y="290184"/>
                  </a:lnTo>
                  <a:lnTo>
                    <a:pt x="3684894" y="278871"/>
                  </a:lnTo>
                  <a:lnTo>
                    <a:pt x="3698245" y="267488"/>
                  </a:lnTo>
                  <a:lnTo>
                    <a:pt x="3711596" y="256034"/>
                  </a:lnTo>
                  <a:lnTo>
                    <a:pt x="3724947" y="244511"/>
                  </a:lnTo>
                  <a:lnTo>
                    <a:pt x="3738298" y="232918"/>
                  </a:lnTo>
                  <a:lnTo>
                    <a:pt x="3751649" y="221257"/>
                  </a:lnTo>
                  <a:lnTo>
                    <a:pt x="3765000" y="209528"/>
                  </a:lnTo>
                  <a:lnTo>
                    <a:pt x="3778352" y="197731"/>
                  </a:lnTo>
                  <a:lnTo>
                    <a:pt x="3791703" y="185866"/>
                  </a:lnTo>
                  <a:lnTo>
                    <a:pt x="3805054" y="173934"/>
                  </a:lnTo>
                  <a:lnTo>
                    <a:pt x="3818405" y="161936"/>
                  </a:lnTo>
                  <a:lnTo>
                    <a:pt x="3831756" y="149870"/>
                  </a:lnTo>
                  <a:lnTo>
                    <a:pt x="3845107" y="137739"/>
                  </a:lnTo>
                  <a:lnTo>
                    <a:pt x="3858458" y="125542"/>
                  </a:lnTo>
                  <a:lnTo>
                    <a:pt x="3871809" y="113279"/>
                  </a:lnTo>
                  <a:lnTo>
                    <a:pt x="3885160" y="100951"/>
                  </a:lnTo>
                  <a:lnTo>
                    <a:pt x="3898511" y="88558"/>
                  </a:lnTo>
                  <a:lnTo>
                    <a:pt x="3911862" y="76100"/>
                  </a:lnTo>
                  <a:lnTo>
                    <a:pt x="3925213" y="63577"/>
                  </a:lnTo>
                  <a:lnTo>
                    <a:pt x="3938564" y="50989"/>
                  </a:lnTo>
                  <a:lnTo>
                    <a:pt x="3951915" y="38338"/>
                  </a:lnTo>
                  <a:lnTo>
                    <a:pt x="3965266" y="25622"/>
                  </a:lnTo>
                  <a:lnTo>
                    <a:pt x="3978618" y="12843"/>
                  </a:lnTo>
                  <a:lnTo>
                    <a:pt x="3991969" y="0"/>
                  </a:lnTo>
                  <a:lnTo>
                    <a:pt x="3991969" y="1965431"/>
                  </a:lnTo>
                  <a:lnTo>
                    <a:pt x="3978618" y="1960906"/>
                  </a:lnTo>
                  <a:lnTo>
                    <a:pt x="3965266" y="1956380"/>
                  </a:lnTo>
                  <a:lnTo>
                    <a:pt x="3951915" y="1951853"/>
                  </a:lnTo>
                  <a:lnTo>
                    <a:pt x="3938564" y="1947327"/>
                  </a:lnTo>
                  <a:lnTo>
                    <a:pt x="3925213" y="1942801"/>
                  </a:lnTo>
                  <a:lnTo>
                    <a:pt x="3911862" y="1938275"/>
                  </a:lnTo>
                  <a:lnTo>
                    <a:pt x="3898511" y="1933751"/>
                  </a:lnTo>
                  <a:lnTo>
                    <a:pt x="3885160" y="1929227"/>
                  </a:lnTo>
                  <a:lnTo>
                    <a:pt x="3871809" y="1924705"/>
                  </a:lnTo>
                  <a:lnTo>
                    <a:pt x="3858458" y="1920186"/>
                  </a:lnTo>
                  <a:lnTo>
                    <a:pt x="3845107" y="1915668"/>
                  </a:lnTo>
                  <a:lnTo>
                    <a:pt x="3831756" y="1911154"/>
                  </a:lnTo>
                  <a:lnTo>
                    <a:pt x="3818405" y="1906643"/>
                  </a:lnTo>
                  <a:lnTo>
                    <a:pt x="3805054" y="1902135"/>
                  </a:lnTo>
                  <a:lnTo>
                    <a:pt x="3791703" y="1897632"/>
                  </a:lnTo>
                  <a:lnTo>
                    <a:pt x="3778352" y="1893133"/>
                  </a:lnTo>
                  <a:lnTo>
                    <a:pt x="3765000" y="1888639"/>
                  </a:lnTo>
                  <a:lnTo>
                    <a:pt x="3751649" y="1884151"/>
                  </a:lnTo>
                  <a:lnTo>
                    <a:pt x="3738298" y="1879669"/>
                  </a:lnTo>
                  <a:lnTo>
                    <a:pt x="3724947" y="1875194"/>
                  </a:lnTo>
                  <a:lnTo>
                    <a:pt x="3711596" y="1870726"/>
                  </a:lnTo>
                  <a:lnTo>
                    <a:pt x="3698245" y="1866266"/>
                  </a:lnTo>
                  <a:lnTo>
                    <a:pt x="3684894" y="1861814"/>
                  </a:lnTo>
                  <a:lnTo>
                    <a:pt x="3671543" y="1857372"/>
                  </a:lnTo>
                  <a:lnTo>
                    <a:pt x="3658192" y="1852939"/>
                  </a:lnTo>
                  <a:lnTo>
                    <a:pt x="3644841" y="1848516"/>
                  </a:lnTo>
                  <a:lnTo>
                    <a:pt x="3631490" y="1844104"/>
                  </a:lnTo>
                  <a:lnTo>
                    <a:pt x="3618139" y="1839705"/>
                  </a:lnTo>
                  <a:lnTo>
                    <a:pt x="3604788" y="1835317"/>
                  </a:lnTo>
                  <a:lnTo>
                    <a:pt x="3591437" y="1830943"/>
                  </a:lnTo>
                  <a:lnTo>
                    <a:pt x="3578085" y="1826584"/>
                  </a:lnTo>
                  <a:lnTo>
                    <a:pt x="3564734" y="1822239"/>
                  </a:lnTo>
                  <a:lnTo>
                    <a:pt x="3551383" y="1817909"/>
                  </a:lnTo>
                  <a:lnTo>
                    <a:pt x="3538032" y="1813597"/>
                  </a:lnTo>
                  <a:lnTo>
                    <a:pt x="3524681" y="1809302"/>
                  </a:lnTo>
                  <a:lnTo>
                    <a:pt x="3511330" y="1805026"/>
                  </a:lnTo>
                  <a:lnTo>
                    <a:pt x="3497979" y="1800769"/>
                  </a:lnTo>
                  <a:lnTo>
                    <a:pt x="3484628" y="1796533"/>
                  </a:lnTo>
                  <a:lnTo>
                    <a:pt x="3471277" y="1792318"/>
                  </a:lnTo>
                  <a:lnTo>
                    <a:pt x="3457926" y="1788126"/>
                  </a:lnTo>
                  <a:lnTo>
                    <a:pt x="3444575" y="1783958"/>
                  </a:lnTo>
                  <a:lnTo>
                    <a:pt x="3431224" y="1779815"/>
                  </a:lnTo>
                  <a:lnTo>
                    <a:pt x="3417873" y="1775698"/>
                  </a:lnTo>
                  <a:lnTo>
                    <a:pt x="3404522" y="1771609"/>
                  </a:lnTo>
                  <a:lnTo>
                    <a:pt x="3391171" y="1767548"/>
                  </a:lnTo>
                  <a:lnTo>
                    <a:pt x="3377819" y="1763518"/>
                  </a:lnTo>
                  <a:lnTo>
                    <a:pt x="3364468" y="1759519"/>
                  </a:lnTo>
                  <a:lnTo>
                    <a:pt x="3351117" y="1755553"/>
                  </a:lnTo>
                  <a:lnTo>
                    <a:pt x="3337766" y="1751622"/>
                  </a:lnTo>
                  <a:lnTo>
                    <a:pt x="3324415" y="1747726"/>
                  </a:lnTo>
                  <a:lnTo>
                    <a:pt x="3311064" y="1743869"/>
                  </a:lnTo>
                  <a:lnTo>
                    <a:pt x="3297713" y="1740050"/>
                  </a:lnTo>
                  <a:lnTo>
                    <a:pt x="3284362" y="1736273"/>
                  </a:lnTo>
                  <a:lnTo>
                    <a:pt x="3271011" y="1732539"/>
                  </a:lnTo>
                  <a:lnTo>
                    <a:pt x="3257660" y="1728849"/>
                  </a:lnTo>
                  <a:lnTo>
                    <a:pt x="3244309" y="1725205"/>
                  </a:lnTo>
                  <a:lnTo>
                    <a:pt x="3230958" y="1721610"/>
                  </a:lnTo>
                  <a:lnTo>
                    <a:pt x="3217607" y="1718065"/>
                  </a:lnTo>
                  <a:lnTo>
                    <a:pt x="3204256" y="1714572"/>
                  </a:lnTo>
                  <a:lnTo>
                    <a:pt x="3190905" y="1711134"/>
                  </a:lnTo>
                  <a:lnTo>
                    <a:pt x="3177553" y="1707753"/>
                  </a:lnTo>
                  <a:lnTo>
                    <a:pt x="3164202" y="1704431"/>
                  </a:lnTo>
                  <a:lnTo>
                    <a:pt x="3150851" y="1701169"/>
                  </a:lnTo>
                  <a:lnTo>
                    <a:pt x="3137500" y="1697971"/>
                  </a:lnTo>
                  <a:lnTo>
                    <a:pt x="3124149" y="1694840"/>
                  </a:lnTo>
                  <a:lnTo>
                    <a:pt x="3110798" y="1691776"/>
                  </a:lnTo>
                  <a:lnTo>
                    <a:pt x="3097447" y="1688784"/>
                  </a:lnTo>
                  <a:lnTo>
                    <a:pt x="3084096" y="1685866"/>
                  </a:lnTo>
                  <a:lnTo>
                    <a:pt x="3070745" y="1683025"/>
                  </a:lnTo>
                  <a:lnTo>
                    <a:pt x="3057394" y="1680264"/>
                  </a:lnTo>
                  <a:lnTo>
                    <a:pt x="3044043" y="1677586"/>
                  </a:lnTo>
                  <a:lnTo>
                    <a:pt x="3030692" y="1674993"/>
                  </a:lnTo>
                  <a:lnTo>
                    <a:pt x="3017341" y="1672487"/>
                  </a:lnTo>
                  <a:lnTo>
                    <a:pt x="3003990" y="1670071"/>
                  </a:lnTo>
                  <a:lnTo>
                    <a:pt x="2990639" y="1667747"/>
                  </a:lnTo>
                  <a:lnTo>
                    <a:pt x="2977287" y="1665516"/>
                  </a:lnTo>
                  <a:lnTo>
                    <a:pt x="2963936" y="1663380"/>
                  </a:lnTo>
                  <a:lnTo>
                    <a:pt x="2950585" y="1661341"/>
                  </a:lnTo>
                  <a:lnTo>
                    <a:pt x="2937234" y="1659400"/>
                  </a:lnTo>
                  <a:lnTo>
                    <a:pt x="2923883" y="1657557"/>
                  </a:lnTo>
                  <a:lnTo>
                    <a:pt x="2910532" y="1655814"/>
                  </a:lnTo>
                  <a:lnTo>
                    <a:pt x="2897181" y="1654172"/>
                  </a:lnTo>
                  <a:lnTo>
                    <a:pt x="2883830" y="1652629"/>
                  </a:lnTo>
                  <a:lnTo>
                    <a:pt x="2870479" y="1651187"/>
                  </a:lnTo>
                  <a:lnTo>
                    <a:pt x="2857128" y="1649846"/>
                  </a:lnTo>
                  <a:lnTo>
                    <a:pt x="2843777" y="1648604"/>
                  </a:lnTo>
                  <a:lnTo>
                    <a:pt x="2830426" y="1647461"/>
                  </a:lnTo>
                  <a:lnTo>
                    <a:pt x="2817075" y="1646416"/>
                  </a:lnTo>
                  <a:lnTo>
                    <a:pt x="2803724" y="1645468"/>
                  </a:lnTo>
                  <a:lnTo>
                    <a:pt x="2790373" y="1644615"/>
                  </a:lnTo>
                  <a:lnTo>
                    <a:pt x="2777021" y="1643856"/>
                  </a:lnTo>
                  <a:lnTo>
                    <a:pt x="2763670" y="1643188"/>
                  </a:lnTo>
                  <a:lnTo>
                    <a:pt x="2750319" y="1642610"/>
                  </a:lnTo>
                  <a:lnTo>
                    <a:pt x="2736968" y="1642118"/>
                  </a:lnTo>
                  <a:lnTo>
                    <a:pt x="2723617" y="1641711"/>
                  </a:lnTo>
                  <a:lnTo>
                    <a:pt x="2710266" y="1641384"/>
                  </a:lnTo>
                  <a:lnTo>
                    <a:pt x="2696915" y="1641136"/>
                  </a:lnTo>
                  <a:lnTo>
                    <a:pt x="2683564" y="1640962"/>
                  </a:lnTo>
                  <a:lnTo>
                    <a:pt x="2670213" y="1640859"/>
                  </a:lnTo>
                  <a:lnTo>
                    <a:pt x="2656862" y="1640823"/>
                  </a:lnTo>
                  <a:lnTo>
                    <a:pt x="2643511" y="1640851"/>
                  </a:lnTo>
                  <a:lnTo>
                    <a:pt x="2630160" y="1640938"/>
                  </a:lnTo>
                  <a:lnTo>
                    <a:pt x="2616809" y="1641081"/>
                  </a:lnTo>
                  <a:lnTo>
                    <a:pt x="2603458" y="1641274"/>
                  </a:lnTo>
                  <a:lnTo>
                    <a:pt x="2590107" y="1641514"/>
                  </a:lnTo>
                  <a:lnTo>
                    <a:pt x="2576755" y="1641795"/>
                  </a:lnTo>
                  <a:lnTo>
                    <a:pt x="2563404" y="1642114"/>
                  </a:lnTo>
                  <a:lnTo>
                    <a:pt x="2550053" y="1642466"/>
                  </a:lnTo>
                  <a:lnTo>
                    <a:pt x="2536702" y="1642845"/>
                  </a:lnTo>
                  <a:lnTo>
                    <a:pt x="2523351" y="1643247"/>
                  </a:lnTo>
                  <a:lnTo>
                    <a:pt x="2510000" y="1643668"/>
                  </a:lnTo>
                  <a:lnTo>
                    <a:pt x="2496649" y="1644101"/>
                  </a:lnTo>
                  <a:lnTo>
                    <a:pt x="2483298" y="1644543"/>
                  </a:lnTo>
                  <a:lnTo>
                    <a:pt x="2469947" y="1644988"/>
                  </a:lnTo>
                  <a:lnTo>
                    <a:pt x="2456596" y="1645431"/>
                  </a:lnTo>
                  <a:lnTo>
                    <a:pt x="2443245" y="1645868"/>
                  </a:lnTo>
                  <a:lnTo>
                    <a:pt x="2429894" y="1646293"/>
                  </a:lnTo>
                  <a:lnTo>
                    <a:pt x="2416543" y="1646702"/>
                  </a:lnTo>
                  <a:lnTo>
                    <a:pt x="2403192" y="1647089"/>
                  </a:lnTo>
                  <a:lnTo>
                    <a:pt x="2389841" y="1647449"/>
                  </a:lnTo>
                  <a:lnTo>
                    <a:pt x="2376489" y="1647779"/>
                  </a:lnTo>
                  <a:lnTo>
                    <a:pt x="2363138" y="1648072"/>
                  </a:lnTo>
                  <a:lnTo>
                    <a:pt x="2349787" y="1648324"/>
                  </a:lnTo>
                  <a:lnTo>
                    <a:pt x="2336436" y="1648531"/>
                  </a:lnTo>
                  <a:lnTo>
                    <a:pt x="2323085" y="1648687"/>
                  </a:lnTo>
                  <a:lnTo>
                    <a:pt x="2309734" y="1648789"/>
                  </a:lnTo>
                  <a:lnTo>
                    <a:pt x="2296383" y="1648830"/>
                  </a:lnTo>
                  <a:lnTo>
                    <a:pt x="2283032" y="1648807"/>
                  </a:lnTo>
                  <a:lnTo>
                    <a:pt x="2269681" y="1648715"/>
                  </a:lnTo>
                  <a:lnTo>
                    <a:pt x="2256330" y="1648550"/>
                  </a:lnTo>
                  <a:lnTo>
                    <a:pt x="2242979" y="1648307"/>
                  </a:lnTo>
                  <a:lnTo>
                    <a:pt x="2229628" y="1647982"/>
                  </a:lnTo>
                  <a:lnTo>
                    <a:pt x="2216277" y="1647569"/>
                  </a:lnTo>
                  <a:lnTo>
                    <a:pt x="2202926" y="1647066"/>
                  </a:lnTo>
                  <a:lnTo>
                    <a:pt x="2189575" y="1646468"/>
                  </a:lnTo>
                  <a:lnTo>
                    <a:pt x="2176223" y="1645770"/>
                  </a:lnTo>
                  <a:lnTo>
                    <a:pt x="2162872" y="1644968"/>
                  </a:lnTo>
                  <a:lnTo>
                    <a:pt x="2149521" y="1644058"/>
                  </a:lnTo>
                  <a:lnTo>
                    <a:pt x="2136170" y="1643036"/>
                  </a:lnTo>
                  <a:lnTo>
                    <a:pt x="2122819" y="1641898"/>
                  </a:lnTo>
                  <a:lnTo>
                    <a:pt x="2109468" y="1640640"/>
                  </a:lnTo>
                  <a:lnTo>
                    <a:pt x="2096117" y="1639256"/>
                  </a:lnTo>
                  <a:lnTo>
                    <a:pt x="2082766" y="1637745"/>
                  </a:lnTo>
                  <a:lnTo>
                    <a:pt x="2069415" y="1636100"/>
                  </a:lnTo>
                  <a:lnTo>
                    <a:pt x="2056064" y="1634319"/>
                  </a:lnTo>
                  <a:lnTo>
                    <a:pt x="2042713" y="1632398"/>
                  </a:lnTo>
                  <a:lnTo>
                    <a:pt x="2029362" y="1630332"/>
                  </a:lnTo>
                  <a:lnTo>
                    <a:pt x="2016011" y="1628117"/>
                  </a:lnTo>
                  <a:lnTo>
                    <a:pt x="2002660" y="1625749"/>
                  </a:lnTo>
                  <a:lnTo>
                    <a:pt x="1989309" y="1623225"/>
                  </a:lnTo>
                  <a:lnTo>
                    <a:pt x="1975957" y="1620540"/>
                  </a:lnTo>
                  <a:lnTo>
                    <a:pt x="1962606" y="1617691"/>
                  </a:lnTo>
                  <a:lnTo>
                    <a:pt x="1949255" y="1614673"/>
                  </a:lnTo>
                  <a:lnTo>
                    <a:pt x="1935904" y="1611482"/>
                  </a:lnTo>
                  <a:lnTo>
                    <a:pt x="1922553" y="1608115"/>
                  </a:lnTo>
                  <a:lnTo>
                    <a:pt x="1909202" y="1604568"/>
                  </a:lnTo>
                  <a:lnTo>
                    <a:pt x="1895851" y="1600850"/>
                  </a:lnTo>
                  <a:lnTo>
                    <a:pt x="1882500" y="1596971"/>
                  </a:lnTo>
                  <a:lnTo>
                    <a:pt x="1869149" y="1592943"/>
                  </a:lnTo>
                  <a:lnTo>
                    <a:pt x="1855798" y="1588775"/>
                  </a:lnTo>
                  <a:lnTo>
                    <a:pt x="1842447" y="1584482"/>
                  </a:lnTo>
                  <a:lnTo>
                    <a:pt x="1829096" y="1580072"/>
                  </a:lnTo>
                  <a:lnTo>
                    <a:pt x="1815745" y="1575559"/>
                  </a:lnTo>
                  <a:lnTo>
                    <a:pt x="1802394" y="1570954"/>
                  </a:lnTo>
                  <a:lnTo>
                    <a:pt x="1789042" y="1566269"/>
                  </a:lnTo>
                  <a:lnTo>
                    <a:pt x="1775691" y="1561515"/>
                  </a:lnTo>
                  <a:lnTo>
                    <a:pt x="1762340" y="1556705"/>
                  </a:lnTo>
                  <a:lnTo>
                    <a:pt x="1748989" y="1551851"/>
                  </a:lnTo>
                  <a:lnTo>
                    <a:pt x="1735638" y="1546965"/>
                  </a:lnTo>
                  <a:lnTo>
                    <a:pt x="1722287" y="1542059"/>
                  </a:lnTo>
                  <a:lnTo>
                    <a:pt x="1708936" y="1537146"/>
                  </a:lnTo>
                  <a:lnTo>
                    <a:pt x="1695585" y="1532237"/>
                  </a:lnTo>
                  <a:lnTo>
                    <a:pt x="1682234" y="1527345"/>
                  </a:lnTo>
                  <a:lnTo>
                    <a:pt x="1668883" y="1522483"/>
                  </a:lnTo>
                  <a:lnTo>
                    <a:pt x="1655532" y="1517662"/>
                  </a:lnTo>
                  <a:lnTo>
                    <a:pt x="1642181" y="1512896"/>
                  </a:lnTo>
                  <a:lnTo>
                    <a:pt x="1628830" y="1508196"/>
                  </a:lnTo>
                  <a:lnTo>
                    <a:pt x="1615479" y="1503575"/>
                  </a:lnTo>
                  <a:lnTo>
                    <a:pt x="1602128" y="1499044"/>
                  </a:lnTo>
                  <a:lnTo>
                    <a:pt x="1588776" y="1504486"/>
                  </a:lnTo>
                  <a:lnTo>
                    <a:pt x="1575425" y="1517032"/>
                  </a:lnTo>
                  <a:lnTo>
                    <a:pt x="1562074" y="1529458"/>
                  </a:lnTo>
                  <a:lnTo>
                    <a:pt x="1548723" y="1541754"/>
                  </a:lnTo>
                  <a:lnTo>
                    <a:pt x="1535372" y="1553911"/>
                  </a:lnTo>
                  <a:lnTo>
                    <a:pt x="1522021" y="1565921"/>
                  </a:lnTo>
                  <a:lnTo>
                    <a:pt x="1508670" y="1577775"/>
                  </a:lnTo>
                  <a:lnTo>
                    <a:pt x="1495319" y="1589466"/>
                  </a:lnTo>
                  <a:lnTo>
                    <a:pt x="1481968" y="1600987"/>
                  </a:lnTo>
                  <a:lnTo>
                    <a:pt x="1468617" y="1612331"/>
                  </a:lnTo>
                  <a:lnTo>
                    <a:pt x="1455266" y="1623492"/>
                  </a:lnTo>
                  <a:lnTo>
                    <a:pt x="1441915" y="1634465"/>
                  </a:lnTo>
                  <a:lnTo>
                    <a:pt x="1428564" y="1645245"/>
                  </a:lnTo>
                  <a:lnTo>
                    <a:pt x="1415213" y="1655830"/>
                  </a:lnTo>
                  <a:lnTo>
                    <a:pt x="1401862" y="1666214"/>
                  </a:lnTo>
                  <a:lnTo>
                    <a:pt x="1388510" y="1676398"/>
                  </a:lnTo>
                  <a:lnTo>
                    <a:pt x="1375159" y="1686378"/>
                  </a:lnTo>
                  <a:lnTo>
                    <a:pt x="1361808" y="1696156"/>
                  </a:lnTo>
                  <a:lnTo>
                    <a:pt x="1348457" y="1705731"/>
                  </a:lnTo>
                  <a:lnTo>
                    <a:pt x="1335106" y="1715106"/>
                  </a:lnTo>
                  <a:lnTo>
                    <a:pt x="1321755" y="1724283"/>
                  </a:lnTo>
                  <a:lnTo>
                    <a:pt x="1308404" y="1733267"/>
                  </a:lnTo>
                  <a:lnTo>
                    <a:pt x="1295053" y="1742065"/>
                  </a:lnTo>
                  <a:lnTo>
                    <a:pt x="1281702" y="1750683"/>
                  </a:lnTo>
                  <a:lnTo>
                    <a:pt x="1268351" y="1759132"/>
                  </a:lnTo>
                  <a:lnTo>
                    <a:pt x="1255000" y="1767432"/>
                  </a:lnTo>
                  <a:lnTo>
                    <a:pt x="1241649" y="1775607"/>
                  </a:lnTo>
                  <a:lnTo>
                    <a:pt x="1228298" y="1783681"/>
                  </a:lnTo>
                  <a:lnTo>
                    <a:pt x="1214947" y="1791678"/>
                  </a:lnTo>
                  <a:lnTo>
                    <a:pt x="1201596" y="1799621"/>
                  </a:lnTo>
                  <a:lnTo>
                    <a:pt x="1188244" y="1807536"/>
                  </a:lnTo>
                  <a:lnTo>
                    <a:pt x="1174893" y="1815447"/>
                  </a:lnTo>
                  <a:lnTo>
                    <a:pt x="1161542" y="1823376"/>
                  </a:lnTo>
                  <a:lnTo>
                    <a:pt x="1148191" y="1831348"/>
                  </a:lnTo>
                  <a:lnTo>
                    <a:pt x="1134840" y="1839385"/>
                  </a:lnTo>
                  <a:lnTo>
                    <a:pt x="1121489" y="1847509"/>
                  </a:lnTo>
                  <a:lnTo>
                    <a:pt x="1108138" y="1855740"/>
                  </a:lnTo>
                  <a:lnTo>
                    <a:pt x="1094787" y="1864099"/>
                  </a:lnTo>
                  <a:lnTo>
                    <a:pt x="1081436" y="1872604"/>
                  </a:lnTo>
                  <a:lnTo>
                    <a:pt x="1068085" y="1881271"/>
                  </a:lnTo>
                  <a:lnTo>
                    <a:pt x="1054734" y="1890116"/>
                  </a:lnTo>
                  <a:lnTo>
                    <a:pt x="1041383" y="1899151"/>
                  </a:lnTo>
                  <a:lnTo>
                    <a:pt x="1028032" y="1908390"/>
                  </a:lnTo>
                  <a:lnTo>
                    <a:pt x="1014681" y="1917840"/>
                  </a:lnTo>
                  <a:lnTo>
                    <a:pt x="1001330" y="1927510"/>
                  </a:lnTo>
                  <a:lnTo>
                    <a:pt x="987978" y="1937405"/>
                  </a:lnTo>
                  <a:lnTo>
                    <a:pt x="974627" y="1947529"/>
                  </a:lnTo>
                  <a:lnTo>
                    <a:pt x="961276" y="1957885"/>
                  </a:lnTo>
                  <a:lnTo>
                    <a:pt x="947925" y="1968471"/>
                  </a:lnTo>
                  <a:lnTo>
                    <a:pt x="934574" y="1979287"/>
                  </a:lnTo>
                  <a:lnTo>
                    <a:pt x="921223" y="1990330"/>
                  </a:lnTo>
                  <a:lnTo>
                    <a:pt x="907872" y="2001594"/>
                  </a:lnTo>
                  <a:lnTo>
                    <a:pt x="894521" y="2013076"/>
                  </a:lnTo>
                  <a:lnTo>
                    <a:pt x="881170" y="2024766"/>
                  </a:lnTo>
                  <a:lnTo>
                    <a:pt x="867819" y="2036659"/>
                  </a:lnTo>
                  <a:lnTo>
                    <a:pt x="854468" y="2048745"/>
                  </a:lnTo>
                  <a:lnTo>
                    <a:pt x="841117" y="2061014"/>
                  </a:lnTo>
                  <a:lnTo>
                    <a:pt x="827766" y="2073458"/>
                  </a:lnTo>
                  <a:lnTo>
                    <a:pt x="814415" y="2086066"/>
                  </a:lnTo>
                  <a:lnTo>
                    <a:pt x="801064" y="2098828"/>
                  </a:lnTo>
                  <a:lnTo>
                    <a:pt x="787712" y="2111731"/>
                  </a:lnTo>
                  <a:lnTo>
                    <a:pt x="774361" y="2124767"/>
                  </a:lnTo>
                  <a:lnTo>
                    <a:pt x="761010" y="2137923"/>
                  </a:lnTo>
                  <a:lnTo>
                    <a:pt x="747659" y="2151188"/>
                  </a:lnTo>
                  <a:lnTo>
                    <a:pt x="734308" y="2164551"/>
                  </a:lnTo>
                  <a:lnTo>
                    <a:pt x="720957" y="2178002"/>
                  </a:lnTo>
                  <a:lnTo>
                    <a:pt x="707606" y="2191530"/>
                  </a:lnTo>
                  <a:lnTo>
                    <a:pt x="694255" y="2205124"/>
                  </a:lnTo>
                  <a:lnTo>
                    <a:pt x="680904" y="2218773"/>
                  </a:lnTo>
                  <a:lnTo>
                    <a:pt x="667553" y="2232468"/>
                  </a:lnTo>
                  <a:lnTo>
                    <a:pt x="654202" y="2246198"/>
                  </a:lnTo>
                  <a:lnTo>
                    <a:pt x="640851" y="2259954"/>
                  </a:lnTo>
                  <a:lnTo>
                    <a:pt x="627500" y="2273727"/>
                  </a:lnTo>
                  <a:lnTo>
                    <a:pt x="614149" y="2287507"/>
                  </a:lnTo>
                  <a:lnTo>
                    <a:pt x="600798" y="2301285"/>
                  </a:lnTo>
                  <a:lnTo>
                    <a:pt x="587446" y="2315054"/>
                  </a:lnTo>
                  <a:lnTo>
                    <a:pt x="574095" y="2328804"/>
                  </a:lnTo>
                  <a:lnTo>
                    <a:pt x="560744" y="2342528"/>
                  </a:lnTo>
                  <a:lnTo>
                    <a:pt x="547393" y="2356217"/>
                  </a:lnTo>
                  <a:lnTo>
                    <a:pt x="534042" y="2369866"/>
                  </a:lnTo>
                  <a:lnTo>
                    <a:pt x="520691" y="2383466"/>
                  </a:lnTo>
                  <a:lnTo>
                    <a:pt x="507340" y="2397011"/>
                  </a:lnTo>
                  <a:lnTo>
                    <a:pt x="493989" y="2410495"/>
                  </a:lnTo>
                  <a:lnTo>
                    <a:pt x="480638" y="2423910"/>
                  </a:lnTo>
                  <a:lnTo>
                    <a:pt x="467287" y="2437251"/>
                  </a:lnTo>
                  <a:lnTo>
                    <a:pt x="453936" y="2450513"/>
                  </a:lnTo>
                  <a:lnTo>
                    <a:pt x="440585" y="2463690"/>
                  </a:lnTo>
                  <a:lnTo>
                    <a:pt x="427234" y="2476776"/>
                  </a:lnTo>
                  <a:lnTo>
                    <a:pt x="413883" y="2489767"/>
                  </a:lnTo>
                  <a:lnTo>
                    <a:pt x="400532" y="2502659"/>
                  </a:lnTo>
                  <a:lnTo>
                    <a:pt x="387180" y="2515449"/>
                  </a:lnTo>
                  <a:lnTo>
                    <a:pt x="373829" y="2528138"/>
                  </a:lnTo>
                  <a:lnTo>
                    <a:pt x="360478" y="2540724"/>
                  </a:lnTo>
                  <a:lnTo>
                    <a:pt x="347127" y="2553207"/>
                  </a:lnTo>
                  <a:lnTo>
                    <a:pt x="333776" y="2565588"/>
                  </a:lnTo>
                  <a:lnTo>
                    <a:pt x="320425" y="2577865"/>
                  </a:lnTo>
                  <a:lnTo>
                    <a:pt x="307074" y="2590038"/>
                  </a:lnTo>
                  <a:lnTo>
                    <a:pt x="293723" y="2602108"/>
                  </a:lnTo>
                  <a:lnTo>
                    <a:pt x="280372" y="2614074"/>
                  </a:lnTo>
                  <a:lnTo>
                    <a:pt x="267021" y="2625936"/>
                  </a:lnTo>
                  <a:lnTo>
                    <a:pt x="253670" y="2637696"/>
                  </a:lnTo>
                  <a:lnTo>
                    <a:pt x="240319" y="2649352"/>
                  </a:lnTo>
                  <a:lnTo>
                    <a:pt x="226968" y="2660905"/>
                  </a:lnTo>
                  <a:lnTo>
                    <a:pt x="213617" y="2672355"/>
                  </a:lnTo>
                  <a:lnTo>
                    <a:pt x="200266" y="2683704"/>
                  </a:lnTo>
                  <a:lnTo>
                    <a:pt x="186914" y="2694950"/>
                  </a:lnTo>
                  <a:lnTo>
                    <a:pt x="173563" y="2706095"/>
                  </a:lnTo>
                  <a:lnTo>
                    <a:pt x="160212" y="2717139"/>
                  </a:lnTo>
                  <a:lnTo>
                    <a:pt x="146861" y="2728083"/>
                  </a:lnTo>
                  <a:lnTo>
                    <a:pt x="133510" y="2738927"/>
                  </a:lnTo>
                  <a:lnTo>
                    <a:pt x="120159" y="2749671"/>
                  </a:lnTo>
                  <a:lnTo>
                    <a:pt x="106808" y="2760316"/>
                  </a:lnTo>
                  <a:lnTo>
                    <a:pt x="93457" y="2770864"/>
                  </a:lnTo>
                  <a:lnTo>
                    <a:pt x="80106" y="2781313"/>
                  </a:lnTo>
                  <a:lnTo>
                    <a:pt x="66755" y="2791666"/>
                  </a:lnTo>
                  <a:lnTo>
                    <a:pt x="53404" y="2801922"/>
                  </a:lnTo>
                  <a:lnTo>
                    <a:pt x="40053" y="2812082"/>
                  </a:lnTo>
                  <a:lnTo>
                    <a:pt x="26702" y="2822148"/>
                  </a:lnTo>
                  <a:lnTo>
                    <a:pt x="13351" y="2832118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41407" y="139178"/>
              <a:ext cx="3991969" cy="1494617"/>
            </a:xfrm>
            <a:custGeom>
              <a:avLst/>
              <a:pathLst>
                <a:path w="3991969" h="1494617">
                  <a:moveTo>
                    <a:pt x="0" y="762497"/>
                  </a:moveTo>
                  <a:lnTo>
                    <a:pt x="13351" y="776431"/>
                  </a:lnTo>
                  <a:lnTo>
                    <a:pt x="26702" y="790288"/>
                  </a:lnTo>
                  <a:lnTo>
                    <a:pt x="40053" y="804070"/>
                  </a:lnTo>
                  <a:lnTo>
                    <a:pt x="53404" y="817776"/>
                  </a:lnTo>
                  <a:lnTo>
                    <a:pt x="66755" y="831405"/>
                  </a:lnTo>
                  <a:lnTo>
                    <a:pt x="80106" y="844958"/>
                  </a:lnTo>
                  <a:lnTo>
                    <a:pt x="93457" y="858435"/>
                  </a:lnTo>
                  <a:lnTo>
                    <a:pt x="106808" y="871835"/>
                  </a:lnTo>
                  <a:lnTo>
                    <a:pt x="120159" y="885158"/>
                  </a:lnTo>
                  <a:lnTo>
                    <a:pt x="133510" y="898405"/>
                  </a:lnTo>
                  <a:lnTo>
                    <a:pt x="146861" y="911574"/>
                  </a:lnTo>
                  <a:lnTo>
                    <a:pt x="160212" y="924665"/>
                  </a:lnTo>
                  <a:lnTo>
                    <a:pt x="173563" y="937678"/>
                  </a:lnTo>
                  <a:lnTo>
                    <a:pt x="186914" y="950614"/>
                  </a:lnTo>
                  <a:lnTo>
                    <a:pt x="200266" y="963470"/>
                  </a:lnTo>
                  <a:lnTo>
                    <a:pt x="213617" y="976248"/>
                  </a:lnTo>
                  <a:lnTo>
                    <a:pt x="226968" y="988945"/>
                  </a:lnTo>
                  <a:lnTo>
                    <a:pt x="240319" y="1001563"/>
                  </a:lnTo>
                  <a:lnTo>
                    <a:pt x="253670" y="1014100"/>
                  </a:lnTo>
                  <a:lnTo>
                    <a:pt x="267021" y="1026555"/>
                  </a:lnTo>
                  <a:lnTo>
                    <a:pt x="280372" y="1038928"/>
                  </a:lnTo>
                  <a:lnTo>
                    <a:pt x="293723" y="1051218"/>
                  </a:lnTo>
                  <a:lnTo>
                    <a:pt x="307074" y="1063424"/>
                  </a:lnTo>
                  <a:lnTo>
                    <a:pt x="320425" y="1075545"/>
                  </a:lnTo>
                  <a:lnTo>
                    <a:pt x="333776" y="1087580"/>
                  </a:lnTo>
                  <a:lnTo>
                    <a:pt x="347127" y="1099528"/>
                  </a:lnTo>
                  <a:lnTo>
                    <a:pt x="360478" y="1111388"/>
                  </a:lnTo>
                  <a:lnTo>
                    <a:pt x="373829" y="1123157"/>
                  </a:lnTo>
                  <a:lnTo>
                    <a:pt x="387180" y="1134835"/>
                  </a:lnTo>
                  <a:lnTo>
                    <a:pt x="400532" y="1146421"/>
                  </a:lnTo>
                  <a:lnTo>
                    <a:pt x="413883" y="1157911"/>
                  </a:lnTo>
                  <a:lnTo>
                    <a:pt x="427234" y="1169303"/>
                  </a:lnTo>
                  <a:lnTo>
                    <a:pt x="440585" y="1180591"/>
                  </a:lnTo>
                  <a:lnTo>
                    <a:pt x="453936" y="1191765"/>
                  </a:lnTo>
                  <a:lnTo>
                    <a:pt x="467287" y="1202819"/>
                  </a:lnTo>
                  <a:lnTo>
                    <a:pt x="480638" y="1213744"/>
                  </a:lnTo>
                  <a:lnTo>
                    <a:pt x="493989" y="1224532"/>
                  </a:lnTo>
                  <a:lnTo>
                    <a:pt x="507340" y="1235177"/>
                  </a:lnTo>
                  <a:lnTo>
                    <a:pt x="520691" y="1245670"/>
                  </a:lnTo>
                  <a:lnTo>
                    <a:pt x="534042" y="1256004"/>
                  </a:lnTo>
                  <a:lnTo>
                    <a:pt x="547393" y="1266171"/>
                  </a:lnTo>
                  <a:lnTo>
                    <a:pt x="560744" y="1276164"/>
                  </a:lnTo>
                  <a:lnTo>
                    <a:pt x="574095" y="1285975"/>
                  </a:lnTo>
                  <a:lnTo>
                    <a:pt x="587446" y="1295597"/>
                  </a:lnTo>
                  <a:lnTo>
                    <a:pt x="600798" y="1305023"/>
                  </a:lnTo>
                  <a:lnTo>
                    <a:pt x="614149" y="1314244"/>
                  </a:lnTo>
                  <a:lnTo>
                    <a:pt x="627500" y="1323254"/>
                  </a:lnTo>
                  <a:lnTo>
                    <a:pt x="640851" y="1332045"/>
                  </a:lnTo>
                  <a:lnTo>
                    <a:pt x="654202" y="1340610"/>
                  </a:lnTo>
                  <a:lnTo>
                    <a:pt x="667553" y="1348942"/>
                  </a:lnTo>
                  <a:lnTo>
                    <a:pt x="680904" y="1357033"/>
                  </a:lnTo>
                  <a:lnTo>
                    <a:pt x="694255" y="1364876"/>
                  </a:lnTo>
                  <a:lnTo>
                    <a:pt x="707606" y="1372463"/>
                  </a:lnTo>
                  <a:lnTo>
                    <a:pt x="720957" y="1379789"/>
                  </a:lnTo>
                  <a:lnTo>
                    <a:pt x="734308" y="1386845"/>
                  </a:lnTo>
                  <a:lnTo>
                    <a:pt x="747659" y="1393625"/>
                  </a:lnTo>
                  <a:lnTo>
                    <a:pt x="761010" y="1400122"/>
                  </a:lnTo>
                  <a:lnTo>
                    <a:pt x="774361" y="1406329"/>
                  </a:lnTo>
                  <a:lnTo>
                    <a:pt x="787712" y="1412239"/>
                  </a:lnTo>
                  <a:lnTo>
                    <a:pt x="801064" y="1417848"/>
                  </a:lnTo>
                  <a:lnTo>
                    <a:pt x="814415" y="1423148"/>
                  </a:lnTo>
                  <a:lnTo>
                    <a:pt x="827766" y="1428135"/>
                  </a:lnTo>
                  <a:lnTo>
                    <a:pt x="841117" y="1432803"/>
                  </a:lnTo>
                  <a:lnTo>
                    <a:pt x="854468" y="1437149"/>
                  </a:lnTo>
                  <a:lnTo>
                    <a:pt x="867819" y="1441167"/>
                  </a:lnTo>
                  <a:lnTo>
                    <a:pt x="881170" y="1444856"/>
                  </a:lnTo>
                  <a:lnTo>
                    <a:pt x="894521" y="1448213"/>
                  </a:lnTo>
                  <a:lnTo>
                    <a:pt x="907872" y="1451237"/>
                  </a:lnTo>
                  <a:lnTo>
                    <a:pt x="921223" y="1453928"/>
                  </a:lnTo>
                  <a:lnTo>
                    <a:pt x="934574" y="1456286"/>
                  </a:lnTo>
                  <a:lnTo>
                    <a:pt x="947925" y="1458316"/>
                  </a:lnTo>
                  <a:lnTo>
                    <a:pt x="961276" y="1460020"/>
                  </a:lnTo>
                  <a:lnTo>
                    <a:pt x="974627" y="1461405"/>
                  </a:lnTo>
                  <a:lnTo>
                    <a:pt x="987978" y="1462478"/>
                  </a:lnTo>
                  <a:lnTo>
                    <a:pt x="1001330" y="1463249"/>
                  </a:lnTo>
                  <a:lnTo>
                    <a:pt x="1014681" y="1463727"/>
                  </a:lnTo>
                  <a:lnTo>
                    <a:pt x="1028032" y="1463928"/>
                  </a:lnTo>
                  <a:lnTo>
                    <a:pt x="1041383" y="1463865"/>
                  </a:lnTo>
                  <a:lnTo>
                    <a:pt x="1054734" y="1463556"/>
                  </a:lnTo>
                  <a:lnTo>
                    <a:pt x="1068085" y="1463020"/>
                  </a:lnTo>
                  <a:lnTo>
                    <a:pt x="1081436" y="1462278"/>
                  </a:lnTo>
                  <a:lnTo>
                    <a:pt x="1094787" y="1461352"/>
                  </a:lnTo>
                  <a:lnTo>
                    <a:pt x="1108138" y="1460265"/>
                  </a:lnTo>
                  <a:lnTo>
                    <a:pt x="1121489" y="1459045"/>
                  </a:lnTo>
                  <a:lnTo>
                    <a:pt x="1134840" y="1457716"/>
                  </a:lnTo>
                  <a:lnTo>
                    <a:pt x="1148191" y="1456307"/>
                  </a:lnTo>
                  <a:lnTo>
                    <a:pt x="1161542" y="1454846"/>
                  </a:lnTo>
                  <a:lnTo>
                    <a:pt x="1174893" y="1453362"/>
                  </a:lnTo>
                  <a:lnTo>
                    <a:pt x="1188244" y="1451885"/>
                  </a:lnTo>
                  <a:lnTo>
                    <a:pt x="1201596" y="1450444"/>
                  </a:lnTo>
                  <a:lnTo>
                    <a:pt x="1214947" y="1449068"/>
                  </a:lnTo>
                  <a:lnTo>
                    <a:pt x="1228298" y="1447788"/>
                  </a:lnTo>
                  <a:lnTo>
                    <a:pt x="1241649" y="1446631"/>
                  </a:lnTo>
                  <a:lnTo>
                    <a:pt x="1255000" y="1445627"/>
                  </a:lnTo>
                  <a:lnTo>
                    <a:pt x="1268351" y="1444803"/>
                  </a:lnTo>
                  <a:lnTo>
                    <a:pt x="1281702" y="1444186"/>
                  </a:lnTo>
                  <a:lnTo>
                    <a:pt x="1295053" y="1443798"/>
                  </a:lnTo>
                  <a:lnTo>
                    <a:pt x="1308404" y="1443651"/>
                  </a:lnTo>
                  <a:lnTo>
                    <a:pt x="1321755" y="1443750"/>
                  </a:lnTo>
                  <a:lnTo>
                    <a:pt x="1335106" y="1444100"/>
                  </a:lnTo>
                  <a:lnTo>
                    <a:pt x="1348457" y="1444704"/>
                  </a:lnTo>
                  <a:lnTo>
                    <a:pt x="1361808" y="1445563"/>
                  </a:lnTo>
                  <a:lnTo>
                    <a:pt x="1375159" y="1446677"/>
                  </a:lnTo>
                  <a:lnTo>
                    <a:pt x="1388510" y="1448044"/>
                  </a:lnTo>
                  <a:lnTo>
                    <a:pt x="1401862" y="1449659"/>
                  </a:lnTo>
                  <a:lnTo>
                    <a:pt x="1415213" y="1451521"/>
                  </a:lnTo>
                  <a:lnTo>
                    <a:pt x="1428564" y="1453622"/>
                  </a:lnTo>
                  <a:lnTo>
                    <a:pt x="1441915" y="1455957"/>
                  </a:lnTo>
                  <a:lnTo>
                    <a:pt x="1455266" y="1458519"/>
                  </a:lnTo>
                  <a:lnTo>
                    <a:pt x="1468617" y="1461299"/>
                  </a:lnTo>
                  <a:lnTo>
                    <a:pt x="1481968" y="1464290"/>
                  </a:lnTo>
                  <a:lnTo>
                    <a:pt x="1495319" y="1467483"/>
                  </a:lnTo>
                  <a:lnTo>
                    <a:pt x="1508670" y="1470867"/>
                  </a:lnTo>
                  <a:lnTo>
                    <a:pt x="1522021" y="1474434"/>
                  </a:lnTo>
                  <a:lnTo>
                    <a:pt x="1535372" y="1478171"/>
                  </a:lnTo>
                  <a:lnTo>
                    <a:pt x="1548723" y="1482070"/>
                  </a:lnTo>
                  <a:lnTo>
                    <a:pt x="1562074" y="1486118"/>
                  </a:lnTo>
                  <a:lnTo>
                    <a:pt x="1575425" y="1490304"/>
                  </a:lnTo>
                  <a:lnTo>
                    <a:pt x="1588776" y="1494617"/>
                  </a:lnTo>
                  <a:lnTo>
                    <a:pt x="1602128" y="1491831"/>
                  </a:lnTo>
                  <a:lnTo>
                    <a:pt x="1615479" y="1479076"/>
                  </a:lnTo>
                  <a:lnTo>
                    <a:pt x="1628830" y="1466233"/>
                  </a:lnTo>
                  <a:lnTo>
                    <a:pt x="1642181" y="1453314"/>
                  </a:lnTo>
                  <a:lnTo>
                    <a:pt x="1655532" y="1440331"/>
                  </a:lnTo>
                  <a:lnTo>
                    <a:pt x="1668883" y="1427295"/>
                  </a:lnTo>
                  <a:lnTo>
                    <a:pt x="1682234" y="1414219"/>
                  </a:lnTo>
                  <a:lnTo>
                    <a:pt x="1695585" y="1401117"/>
                  </a:lnTo>
                  <a:lnTo>
                    <a:pt x="1708936" y="1388003"/>
                  </a:lnTo>
                  <a:lnTo>
                    <a:pt x="1722287" y="1374889"/>
                  </a:lnTo>
                  <a:lnTo>
                    <a:pt x="1735638" y="1361791"/>
                  </a:lnTo>
                  <a:lnTo>
                    <a:pt x="1748989" y="1348723"/>
                  </a:lnTo>
                  <a:lnTo>
                    <a:pt x="1762340" y="1335701"/>
                  </a:lnTo>
                  <a:lnTo>
                    <a:pt x="1775691" y="1322738"/>
                  </a:lnTo>
                  <a:lnTo>
                    <a:pt x="1789042" y="1309852"/>
                  </a:lnTo>
                  <a:lnTo>
                    <a:pt x="1802394" y="1297058"/>
                  </a:lnTo>
                  <a:lnTo>
                    <a:pt x="1815745" y="1284373"/>
                  </a:lnTo>
                  <a:lnTo>
                    <a:pt x="1829096" y="1271812"/>
                  </a:lnTo>
                  <a:lnTo>
                    <a:pt x="1842447" y="1259393"/>
                  </a:lnTo>
                  <a:lnTo>
                    <a:pt x="1855798" y="1247133"/>
                  </a:lnTo>
                  <a:lnTo>
                    <a:pt x="1869149" y="1235048"/>
                  </a:lnTo>
                  <a:lnTo>
                    <a:pt x="1882500" y="1223158"/>
                  </a:lnTo>
                  <a:lnTo>
                    <a:pt x="1895851" y="1211478"/>
                  </a:lnTo>
                  <a:lnTo>
                    <a:pt x="1909202" y="1200027"/>
                  </a:lnTo>
                  <a:lnTo>
                    <a:pt x="1922553" y="1188823"/>
                  </a:lnTo>
                  <a:lnTo>
                    <a:pt x="1935904" y="1177878"/>
                  </a:lnTo>
                  <a:lnTo>
                    <a:pt x="1949255" y="1167194"/>
                  </a:lnTo>
                  <a:lnTo>
                    <a:pt x="1962606" y="1156768"/>
                  </a:lnTo>
                  <a:lnTo>
                    <a:pt x="1975957" y="1146600"/>
                  </a:lnTo>
                  <a:lnTo>
                    <a:pt x="1989309" y="1136687"/>
                  </a:lnTo>
                  <a:lnTo>
                    <a:pt x="2002660" y="1127026"/>
                  </a:lnTo>
                  <a:lnTo>
                    <a:pt x="2016011" y="1117616"/>
                  </a:lnTo>
                  <a:lnTo>
                    <a:pt x="2029362" y="1108454"/>
                  </a:lnTo>
                  <a:lnTo>
                    <a:pt x="2042713" y="1099536"/>
                  </a:lnTo>
                  <a:lnTo>
                    <a:pt x="2056064" y="1090861"/>
                  </a:lnTo>
                  <a:lnTo>
                    <a:pt x="2069415" y="1082424"/>
                  </a:lnTo>
                  <a:lnTo>
                    <a:pt x="2082766" y="1074222"/>
                  </a:lnTo>
                  <a:lnTo>
                    <a:pt x="2096117" y="1066253"/>
                  </a:lnTo>
                  <a:lnTo>
                    <a:pt x="2109468" y="1058511"/>
                  </a:lnTo>
                  <a:lnTo>
                    <a:pt x="2122819" y="1050993"/>
                  </a:lnTo>
                  <a:lnTo>
                    <a:pt x="2136170" y="1043695"/>
                  </a:lnTo>
                  <a:lnTo>
                    <a:pt x="2149521" y="1036612"/>
                  </a:lnTo>
                  <a:lnTo>
                    <a:pt x="2162872" y="1029740"/>
                  </a:lnTo>
                  <a:lnTo>
                    <a:pt x="2176223" y="1023074"/>
                  </a:lnTo>
                  <a:lnTo>
                    <a:pt x="2189575" y="1016610"/>
                  </a:lnTo>
                  <a:lnTo>
                    <a:pt x="2202926" y="1010342"/>
                  </a:lnTo>
                  <a:lnTo>
                    <a:pt x="2216277" y="1004264"/>
                  </a:lnTo>
                  <a:lnTo>
                    <a:pt x="2229628" y="998373"/>
                  </a:lnTo>
                  <a:lnTo>
                    <a:pt x="2242979" y="992661"/>
                  </a:lnTo>
                  <a:lnTo>
                    <a:pt x="2256330" y="987124"/>
                  </a:lnTo>
                  <a:lnTo>
                    <a:pt x="2269681" y="981755"/>
                  </a:lnTo>
                  <a:lnTo>
                    <a:pt x="2283032" y="976549"/>
                  </a:lnTo>
                  <a:lnTo>
                    <a:pt x="2296383" y="971499"/>
                  </a:lnTo>
                  <a:lnTo>
                    <a:pt x="2309734" y="966599"/>
                  </a:lnTo>
                  <a:lnTo>
                    <a:pt x="2323085" y="961842"/>
                  </a:lnTo>
                  <a:lnTo>
                    <a:pt x="2336436" y="957223"/>
                  </a:lnTo>
                  <a:lnTo>
                    <a:pt x="2349787" y="952733"/>
                  </a:lnTo>
                  <a:lnTo>
                    <a:pt x="2363138" y="948367"/>
                  </a:lnTo>
                  <a:lnTo>
                    <a:pt x="2376489" y="944117"/>
                  </a:lnTo>
                  <a:lnTo>
                    <a:pt x="2389841" y="939977"/>
                  </a:lnTo>
                  <a:lnTo>
                    <a:pt x="2403192" y="935939"/>
                  </a:lnTo>
                  <a:lnTo>
                    <a:pt x="2416543" y="931996"/>
                  </a:lnTo>
                  <a:lnTo>
                    <a:pt x="2429894" y="928140"/>
                  </a:lnTo>
                  <a:lnTo>
                    <a:pt x="2443245" y="924365"/>
                  </a:lnTo>
                  <a:lnTo>
                    <a:pt x="2456596" y="920662"/>
                  </a:lnTo>
                  <a:lnTo>
                    <a:pt x="2469947" y="917024"/>
                  </a:lnTo>
                  <a:lnTo>
                    <a:pt x="2483298" y="913444"/>
                  </a:lnTo>
                  <a:lnTo>
                    <a:pt x="2496649" y="909913"/>
                  </a:lnTo>
                  <a:lnTo>
                    <a:pt x="2510000" y="906425"/>
                  </a:lnTo>
                  <a:lnTo>
                    <a:pt x="2523351" y="902972"/>
                  </a:lnTo>
                  <a:lnTo>
                    <a:pt x="2536702" y="899545"/>
                  </a:lnTo>
                  <a:lnTo>
                    <a:pt x="2550053" y="896137"/>
                  </a:lnTo>
                  <a:lnTo>
                    <a:pt x="2563404" y="892742"/>
                  </a:lnTo>
                  <a:lnTo>
                    <a:pt x="2576755" y="889350"/>
                  </a:lnTo>
                  <a:lnTo>
                    <a:pt x="2590107" y="885954"/>
                  </a:lnTo>
                  <a:lnTo>
                    <a:pt x="2603458" y="882548"/>
                  </a:lnTo>
                  <a:lnTo>
                    <a:pt x="2616809" y="879123"/>
                  </a:lnTo>
                  <a:lnTo>
                    <a:pt x="2630160" y="875673"/>
                  </a:lnTo>
                  <a:lnTo>
                    <a:pt x="2643511" y="872190"/>
                  </a:lnTo>
                  <a:lnTo>
                    <a:pt x="2656862" y="868667"/>
                  </a:lnTo>
                  <a:lnTo>
                    <a:pt x="2670213" y="865098"/>
                  </a:lnTo>
                  <a:lnTo>
                    <a:pt x="2683564" y="861476"/>
                  </a:lnTo>
                  <a:lnTo>
                    <a:pt x="2696915" y="857793"/>
                  </a:lnTo>
                  <a:lnTo>
                    <a:pt x="2710266" y="854045"/>
                  </a:lnTo>
                  <a:lnTo>
                    <a:pt x="2723617" y="850225"/>
                  </a:lnTo>
                  <a:lnTo>
                    <a:pt x="2736968" y="846326"/>
                  </a:lnTo>
                  <a:lnTo>
                    <a:pt x="2750319" y="842344"/>
                  </a:lnTo>
                  <a:lnTo>
                    <a:pt x="2763670" y="838273"/>
                  </a:lnTo>
                  <a:lnTo>
                    <a:pt x="2777021" y="834108"/>
                  </a:lnTo>
                  <a:lnTo>
                    <a:pt x="2790373" y="829843"/>
                  </a:lnTo>
                  <a:lnTo>
                    <a:pt x="2803724" y="825476"/>
                  </a:lnTo>
                  <a:lnTo>
                    <a:pt x="2817075" y="821000"/>
                  </a:lnTo>
                  <a:lnTo>
                    <a:pt x="2830426" y="816413"/>
                  </a:lnTo>
                  <a:lnTo>
                    <a:pt x="2843777" y="811710"/>
                  </a:lnTo>
                  <a:lnTo>
                    <a:pt x="2857128" y="806888"/>
                  </a:lnTo>
                  <a:lnTo>
                    <a:pt x="2870479" y="801945"/>
                  </a:lnTo>
                  <a:lnTo>
                    <a:pt x="2883830" y="796876"/>
                  </a:lnTo>
                  <a:lnTo>
                    <a:pt x="2897181" y="791681"/>
                  </a:lnTo>
                  <a:lnTo>
                    <a:pt x="2910532" y="786357"/>
                  </a:lnTo>
                  <a:lnTo>
                    <a:pt x="2923883" y="780901"/>
                  </a:lnTo>
                  <a:lnTo>
                    <a:pt x="2937234" y="775313"/>
                  </a:lnTo>
                  <a:lnTo>
                    <a:pt x="2950585" y="769590"/>
                  </a:lnTo>
                  <a:lnTo>
                    <a:pt x="2963936" y="763733"/>
                  </a:lnTo>
                  <a:lnTo>
                    <a:pt x="2977287" y="757741"/>
                  </a:lnTo>
                  <a:lnTo>
                    <a:pt x="2990639" y="751612"/>
                  </a:lnTo>
                  <a:lnTo>
                    <a:pt x="3003990" y="745348"/>
                  </a:lnTo>
                  <a:lnTo>
                    <a:pt x="3017341" y="738947"/>
                  </a:lnTo>
                  <a:lnTo>
                    <a:pt x="3030692" y="732411"/>
                  </a:lnTo>
                  <a:lnTo>
                    <a:pt x="3044043" y="725740"/>
                  </a:lnTo>
                  <a:lnTo>
                    <a:pt x="3057394" y="718934"/>
                  </a:lnTo>
                  <a:lnTo>
                    <a:pt x="3070745" y="711996"/>
                  </a:lnTo>
                  <a:lnTo>
                    <a:pt x="3084096" y="704925"/>
                  </a:lnTo>
                  <a:lnTo>
                    <a:pt x="3097447" y="697724"/>
                  </a:lnTo>
                  <a:lnTo>
                    <a:pt x="3110798" y="690394"/>
                  </a:lnTo>
                  <a:lnTo>
                    <a:pt x="3124149" y="682937"/>
                  </a:lnTo>
                  <a:lnTo>
                    <a:pt x="3137500" y="675355"/>
                  </a:lnTo>
                  <a:lnTo>
                    <a:pt x="3150851" y="667650"/>
                  </a:lnTo>
                  <a:lnTo>
                    <a:pt x="3164202" y="659825"/>
                  </a:lnTo>
                  <a:lnTo>
                    <a:pt x="3177553" y="651881"/>
                  </a:lnTo>
                  <a:lnTo>
                    <a:pt x="3190905" y="643822"/>
                  </a:lnTo>
                  <a:lnTo>
                    <a:pt x="3204256" y="635648"/>
                  </a:lnTo>
                  <a:lnTo>
                    <a:pt x="3217607" y="627363"/>
                  </a:lnTo>
                  <a:lnTo>
                    <a:pt x="3230958" y="618968"/>
                  </a:lnTo>
                  <a:lnTo>
                    <a:pt x="3244309" y="610464"/>
                  </a:lnTo>
                  <a:lnTo>
                    <a:pt x="3257660" y="601855"/>
                  </a:lnTo>
                  <a:lnTo>
                    <a:pt x="3271011" y="593142"/>
                  </a:lnTo>
                  <a:lnTo>
                    <a:pt x="3284362" y="584326"/>
                  </a:lnTo>
                  <a:lnTo>
                    <a:pt x="3297713" y="575409"/>
                  </a:lnTo>
                  <a:lnTo>
                    <a:pt x="3311064" y="566393"/>
                  </a:lnTo>
                  <a:lnTo>
                    <a:pt x="3324415" y="557280"/>
                  </a:lnTo>
                  <a:lnTo>
                    <a:pt x="3337766" y="548070"/>
                  </a:lnTo>
                  <a:lnTo>
                    <a:pt x="3351117" y="538766"/>
                  </a:lnTo>
                  <a:lnTo>
                    <a:pt x="3364468" y="529370"/>
                  </a:lnTo>
                  <a:lnTo>
                    <a:pt x="3377819" y="519881"/>
                  </a:lnTo>
                  <a:lnTo>
                    <a:pt x="3391171" y="510302"/>
                  </a:lnTo>
                  <a:lnTo>
                    <a:pt x="3404522" y="500634"/>
                  </a:lnTo>
                  <a:lnTo>
                    <a:pt x="3417873" y="490879"/>
                  </a:lnTo>
                  <a:lnTo>
                    <a:pt x="3431224" y="481036"/>
                  </a:lnTo>
                  <a:lnTo>
                    <a:pt x="3444575" y="471109"/>
                  </a:lnTo>
                  <a:lnTo>
                    <a:pt x="3457926" y="461097"/>
                  </a:lnTo>
                  <a:lnTo>
                    <a:pt x="3471277" y="451001"/>
                  </a:lnTo>
                  <a:lnTo>
                    <a:pt x="3484628" y="440824"/>
                  </a:lnTo>
                  <a:lnTo>
                    <a:pt x="3497979" y="430565"/>
                  </a:lnTo>
                  <a:lnTo>
                    <a:pt x="3511330" y="420225"/>
                  </a:lnTo>
                  <a:lnTo>
                    <a:pt x="3524681" y="409807"/>
                  </a:lnTo>
                  <a:lnTo>
                    <a:pt x="3538032" y="399310"/>
                  </a:lnTo>
                  <a:lnTo>
                    <a:pt x="3551383" y="388735"/>
                  </a:lnTo>
                  <a:lnTo>
                    <a:pt x="3564734" y="378083"/>
                  </a:lnTo>
                  <a:lnTo>
                    <a:pt x="3578085" y="367355"/>
                  </a:lnTo>
                  <a:lnTo>
                    <a:pt x="3591437" y="356551"/>
                  </a:lnTo>
                  <a:lnTo>
                    <a:pt x="3604788" y="345673"/>
                  </a:lnTo>
                  <a:lnTo>
                    <a:pt x="3618139" y="334721"/>
                  </a:lnTo>
                  <a:lnTo>
                    <a:pt x="3631490" y="323695"/>
                  </a:lnTo>
                  <a:lnTo>
                    <a:pt x="3644841" y="312597"/>
                  </a:lnTo>
                  <a:lnTo>
                    <a:pt x="3658192" y="301427"/>
                  </a:lnTo>
                  <a:lnTo>
                    <a:pt x="3671543" y="290184"/>
                  </a:lnTo>
                  <a:lnTo>
                    <a:pt x="3684894" y="278871"/>
                  </a:lnTo>
                  <a:lnTo>
                    <a:pt x="3698245" y="267488"/>
                  </a:lnTo>
                  <a:lnTo>
                    <a:pt x="3711596" y="256034"/>
                  </a:lnTo>
                  <a:lnTo>
                    <a:pt x="3724947" y="244511"/>
                  </a:lnTo>
                  <a:lnTo>
                    <a:pt x="3738298" y="232918"/>
                  </a:lnTo>
                  <a:lnTo>
                    <a:pt x="3751649" y="221257"/>
                  </a:lnTo>
                  <a:lnTo>
                    <a:pt x="3765000" y="209528"/>
                  </a:lnTo>
                  <a:lnTo>
                    <a:pt x="3778352" y="197731"/>
                  </a:lnTo>
                  <a:lnTo>
                    <a:pt x="3791703" y="185866"/>
                  </a:lnTo>
                  <a:lnTo>
                    <a:pt x="3805054" y="173934"/>
                  </a:lnTo>
                  <a:lnTo>
                    <a:pt x="3818405" y="161936"/>
                  </a:lnTo>
                  <a:lnTo>
                    <a:pt x="3831756" y="149870"/>
                  </a:lnTo>
                  <a:lnTo>
                    <a:pt x="3845107" y="137739"/>
                  </a:lnTo>
                  <a:lnTo>
                    <a:pt x="3858458" y="125542"/>
                  </a:lnTo>
                  <a:lnTo>
                    <a:pt x="3871809" y="113279"/>
                  </a:lnTo>
                  <a:lnTo>
                    <a:pt x="3885160" y="100951"/>
                  </a:lnTo>
                  <a:lnTo>
                    <a:pt x="3898511" y="88558"/>
                  </a:lnTo>
                  <a:lnTo>
                    <a:pt x="3911862" y="76100"/>
                  </a:lnTo>
                  <a:lnTo>
                    <a:pt x="3925213" y="63577"/>
                  </a:lnTo>
                  <a:lnTo>
                    <a:pt x="3938564" y="50989"/>
                  </a:lnTo>
                  <a:lnTo>
                    <a:pt x="3951915" y="38338"/>
                  </a:lnTo>
                  <a:lnTo>
                    <a:pt x="3965266" y="25622"/>
                  </a:lnTo>
                  <a:lnTo>
                    <a:pt x="3978618" y="12843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41407" y="1638222"/>
              <a:ext cx="3991969" cy="1342951"/>
            </a:xfrm>
            <a:custGeom>
              <a:avLst/>
              <a:pathLst>
                <a:path w="3991969" h="1342951">
                  <a:moveTo>
                    <a:pt x="3991969" y="466386"/>
                  </a:moveTo>
                  <a:lnTo>
                    <a:pt x="3978618" y="461861"/>
                  </a:lnTo>
                  <a:lnTo>
                    <a:pt x="3965266" y="457335"/>
                  </a:lnTo>
                  <a:lnTo>
                    <a:pt x="3951915" y="452809"/>
                  </a:lnTo>
                  <a:lnTo>
                    <a:pt x="3938564" y="448282"/>
                  </a:lnTo>
                  <a:lnTo>
                    <a:pt x="3925213" y="443756"/>
                  </a:lnTo>
                  <a:lnTo>
                    <a:pt x="3911862" y="439230"/>
                  </a:lnTo>
                  <a:lnTo>
                    <a:pt x="3898511" y="434706"/>
                  </a:lnTo>
                  <a:lnTo>
                    <a:pt x="3885160" y="430182"/>
                  </a:lnTo>
                  <a:lnTo>
                    <a:pt x="3871809" y="425661"/>
                  </a:lnTo>
                  <a:lnTo>
                    <a:pt x="3858458" y="421141"/>
                  </a:lnTo>
                  <a:lnTo>
                    <a:pt x="3845107" y="416624"/>
                  </a:lnTo>
                  <a:lnTo>
                    <a:pt x="3831756" y="412109"/>
                  </a:lnTo>
                  <a:lnTo>
                    <a:pt x="3818405" y="407598"/>
                  </a:lnTo>
                  <a:lnTo>
                    <a:pt x="3805054" y="403090"/>
                  </a:lnTo>
                  <a:lnTo>
                    <a:pt x="3791703" y="398587"/>
                  </a:lnTo>
                  <a:lnTo>
                    <a:pt x="3778352" y="394088"/>
                  </a:lnTo>
                  <a:lnTo>
                    <a:pt x="3765000" y="389594"/>
                  </a:lnTo>
                  <a:lnTo>
                    <a:pt x="3751649" y="385106"/>
                  </a:lnTo>
                  <a:lnTo>
                    <a:pt x="3738298" y="380625"/>
                  </a:lnTo>
                  <a:lnTo>
                    <a:pt x="3724947" y="376149"/>
                  </a:lnTo>
                  <a:lnTo>
                    <a:pt x="3711596" y="371681"/>
                  </a:lnTo>
                  <a:lnTo>
                    <a:pt x="3698245" y="367221"/>
                  </a:lnTo>
                  <a:lnTo>
                    <a:pt x="3684894" y="362770"/>
                  </a:lnTo>
                  <a:lnTo>
                    <a:pt x="3671543" y="358327"/>
                  </a:lnTo>
                  <a:lnTo>
                    <a:pt x="3658192" y="353894"/>
                  </a:lnTo>
                  <a:lnTo>
                    <a:pt x="3644841" y="349471"/>
                  </a:lnTo>
                  <a:lnTo>
                    <a:pt x="3631490" y="345060"/>
                  </a:lnTo>
                  <a:lnTo>
                    <a:pt x="3618139" y="340660"/>
                  </a:lnTo>
                  <a:lnTo>
                    <a:pt x="3604788" y="336273"/>
                  </a:lnTo>
                  <a:lnTo>
                    <a:pt x="3591437" y="331899"/>
                  </a:lnTo>
                  <a:lnTo>
                    <a:pt x="3578085" y="327539"/>
                  </a:lnTo>
                  <a:lnTo>
                    <a:pt x="3564734" y="323194"/>
                  </a:lnTo>
                  <a:lnTo>
                    <a:pt x="3551383" y="318865"/>
                  </a:lnTo>
                  <a:lnTo>
                    <a:pt x="3538032" y="314552"/>
                  </a:lnTo>
                  <a:lnTo>
                    <a:pt x="3524681" y="310257"/>
                  </a:lnTo>
                  <a:lnTo>
                    <a:pt x="3511330" y="305981"/>
                  </a:lnTo>
                  <a:lnTo>
                    <a:pt x="3497979" y="301724"/>
                  </a:lnTo>
                  <a:lnTo>
                    <a:pt x="3484628" y="297488"/>
                  </a:lnTo>
                  <a:lnTo>
                    <a:pt x="3471277" y="293273"/>
                  </a:lnTo>
                  <a:lnTo>
                    <a:pt x="3457926" y="289081"/>
                  </a:lnTo>
                  <a:lnTo>
                    <a:pt x="3444575" y="284913"/>
                  </a:lnTo>
                  <a:lnTo>
                    <a:pt x="3431224" y="280770"/>
                  </a:lnTo>
                  <a:lnTo>
                    <a:pt x="3417873" y="276653"/>
                  </a:lnTo>
                  <a:lnTo>
                    <a:pt x="3404522" y="272564"/>
                  </a:lnTo>
                  <a:lnTo>
                    <a:pt x="3391171" y="268503"/>
                  </a:lnTo>
                  <a:lnTo>
                    <a:pt x="3377819" y="264473"/>
                  </a:lnTo>
                  <a:lnTo>
                    <a:pt x="3364468" y="260474"/>
                  </a:lnTo>
                  <a:lnTo>
                    <a:pt x="3351117" y="256508"/>
                  </a:lnTo>
                  <a:lnTo>
                    <a:pt x="3337766" y="252577"/>
                  </a:lnTo>
                  <a:lnTo>
                    <a:pt x="3324415" y="248682"/>
                  </a:lnTo>
                  <a:lnTo>
                    <a:pt x="3311064" y="244824"/>
                  </a:lnTo>
                  <a:lnTo>
                    <a:pt x="3297713" y="241006"/>
                  </a:lnTo>
                  <a:lnTo>
                    <a:pt x="3284362" y="237228"/>
                  </a:lnTo>
                  <a:lnTo>
                    <a:pt x="3271011" y="233494"/>
                  </a:lnTo>
                  <a:lnTo>
                    <a:pt x="3257660" y="229804"/>
                  </a:lnTo>
                  <a:lnTo>
                    <a:pt x="3244309" y="226160"/>
                  </a:lnTo>
                  <a:lnTo>
                    <a:pt x="3230958" y="222565"/>
                  </a:lnTo>
                  <a:lnTo>
                    <a:pt x="3217607" y="219020"/>
                  </a:lnTo>
                  <a:lnTo>
                    <a:pt x="3204256" y="215528"/>
                  </a:lnTo>
                  <a:lnTo>
                    <a:pt x="3190905" y="212090"/>
                  </a:lnTo>
                  <a:lnTo>
                    <a:pt x="3177553" y="208708"/>
                  </a:lnTo>
                  <a:lnTo>
                    <a:pt x="3164202" y="205386"/>
                  </a:lnTo>
                  <a:lnTo>
                    <a:pt x="3150851" y="202125"/>
                  </a:lnTo>
                  <a:lnTo>
                    <a:pt x="3137500" y="198927"/>
                  </a:lnTo>
                  <a:lnTo>
                    <a:pt x="3124149" y="195795"/>
                  </a:lnTo>
                  <a:lnTo>
                    <a:pt x="3110798" y="192731"/>
                  </a:lnTo>
                  <a:lnTo>
                    <a:pt x="3097447" y="189739"/>
                  </a:lnTo>
                  <a:lnTo>
                    <a:pt x="3084096" y="186821"/>
                  </a:lnTo>
                  <a:lnTo>
                    <a:pt x="3070745" y="183980"/>
                  </a:lnTo>
                  <a:lnTo>
                    <a:pt x="3057394" y="181219"/>
                  </a:lnTo>
                  <a:lnTo>
                    <a:pt x="3044043" y="178541"/>
                  </a:lnTo>
                  <a:lnTo>
                    <a:pt x="3030692" y="175948"/>
                  </a:lnTo>
                  <a:lnTo>
                    <a:pt x="3017341" y="173442"/>
                  </a:lnTo>
                  <a:lnTo>
                    <a:pt x="3003990" y="171026"/>
                  </a:lnTo>
                  <a:lnTo>
                    <a:pt x="2990639" y="168702"/>
                  </a:lnTo>
                  <a:lnTo>
                    <a:pt x="2977287" y="166471"/>
                  </a:lnTo>
                  <a:lnTo>
                    <a:pt x="2963936" y="164335"/>
                  </a:lnTo>
                  <a:lnTo>
                    <a:pt x="2950585" y="162296"/>
                  </a:lnTo>
                  <a:lnTo>
                    <a:pt x="2937234" y="160355"/>
                  </a:lnTo>
                  <a:lnTo>
                    <a:pt x="2923883" y="158512"/>
                  </a:lnTo>
                  <a:lnTo>
                    <a:pt x="2910532" y="156770"/>
                  </a:lnTo>
                  <a:lnTo>
                    <a:pt x="2897181" y="155127"/>
                  </a:lnTo>
                  <a:lnTo>
                    <a:pt x="2883830" y="153585"/>
                  </a:lnTo>
                  <a:lnTo>
                    <a:pt x="2870479" y="152143"/>
                  </a:lnTo>
                  <a:lnTo>
                    <a:pt x="2857128" y="150801"/>
                  </a:lnTo>
                  <a:lnTo>
                    <a:pt x="2843777" y="149559"/>
                  </a:lnTo>
                  <a:lnTo>
                    <a:pt x="2830426" y="148416"/>
                  </a:lnTo>
                  <a:lnTo>
                    <a:pt x="2817075" y="147371"/>
                  </a:lnTo>
                  <a:lnTo>
                    <a:pt x="2803724" y="146423"/>
                  </a:lnTo>
                  <a:lnTo>
                    <a:pt x="2790373" y="145571"/>
                  </a:lnTo>
                  <a:lnTo>
                    <a:pt x="2777021" y="144811"/>
                  </a:lnTo>
                  <a:lnTo>
                    <a:pt x="2763670" y="144144"/>
                  </a:lnTo>
                  <a:lnTo>
                    <a:pt x="2750319" y="143565"/>
                  </a:lnTo>
                  <a:lnTo>
                    <a:pt x="2736968" y="143074"/>
                  </a:lnTo>
                  <a:lnTo>
                    <a:pt x="2723617" y="142666"/>
                  </a:lnTo>
                  <a:lnTo>
                    <a:pt x="2710266" y="142339"/>
                  </a:lnTo>
                  <a:lnTo>
                    <a:pt x="2696915" y="142091"/>
                  </a:lnTo>
                  <a:lnTo>
                    <a:pt x="2683564" y="141917"/>
                  </a:lnTo>
                  <a:lnTo>
                    <a:pt x="2670213" y="141814"/>
                  </a:lnTo>
                  <a:lnTo>
                    <a:pt x="2656862" y="141778"/>
                  </a:lnTo>
                  <a:lnTo>
                    <a:pt x="2643511" y="141806"/>
                  </a:lnTo>
                  <a:lnTo>
                    <a:pt x="2630160" y="141893"/>
                  </a:lnTo>
                  <a:lnTo>
                    <a:pt x="2616809" y="142036"/>
                  </a:lnTo>
                  <a:lnTo>
                    <a:pt x="2603458" y="142229"/>
                  </a:lnTo>
                  <a:lnTo>
                    <a:pt x="2590107" y="142469"/>
                  </a:lnTo>
                  <a:lnTo>
                    <a:pt x="2576755" y="142751"/>
                  </a:lnTo>
                  <a:lnTo>
                    <a:pt x="2563404" y="143070"/>
                  </a:lnTo>
                  <a:lnTo>
                    <a:pt x="2550053" y="143421"/>
                  </a:lnTo>
                  <a:lnTo>
                    <a:pt x="2536702" y="143800"/>
                  </a:lnTo>
                  <a:lnTo>
                    <a:pt x="2523351" y="144203"/>
                  </a:lnTo>
                  <a:lnTo>
                    <a:pt x="2510000" y="144623"/>
                  </a:lnTo>
                  <a:lnTo>
                    <a:pt x="2496649" y="145057"/>
                  </a:lnTo>
                  <a:lnTo>
                    <a:pt x="2483298" y="145498"/>
                  </a:lnTo>
                  <a:lnTo>
                    <a:pt x="2469947" y="145943"/>
                  </a:lnTo>
                  <a:lnTo>
                    <a:pt x="2456596" y="146387"/>
                  </a:lnTo>
                  <a:lnTo>
                    <a:pt x="2443245" y="146823"/>
                  </a:lnTo>
                  <a:lnTo>
                    <a:pt x="2429894" y="147248"/>
                  </a:lnTo>
                  <a:lnTo>
                    <a:pt x="2416543" y="147657"/>
                  </a:lnTo>
                  <a:lnTo>
                    <a:pt x="2403192" y="148044"/>
                  </a:lnTo>
                  <a:lnTo>
                    <a:pt x="2389841" y="148405"/>
                  </a:lnTo>
                  <a:lnTo>
                    <a:pt x="2376489" y="148734"/>
                  </a:lnTo>
                  <a:lnTo>
                    <a:pt x="2363138" y="149027"/>
                  </a:lnTo>
                  <a:lnTo>
                    <a:pt x="2349787" y="149280"/>
                  </a:lnTo>
                  <a:lnTo>
                    <a:pt x="2336436" y="149486"/>
                  </a:lnTo>
                  <a:lnTo>
                    <a:pt x="2323085" y="149643"/>
                  </a:lnTo>
                  <a:lnTo>
                    <a:pt x="2309734" y="149744"/>
                  </a:lnTo>
                  <a:lnTo>
                    <a:pt x="2296383" y="149785"/>
                  </a:lnTo>
                  <a:lnTo>
                    <a:pt x="2283032" y="149762"/>
                  </a:lnTo>
                  <a:lnTo>
                    <a:pt x="2269681" y="149671"/>
                  </a:lnTo>
                  <a:lnTo>
                    <a:pt x="2256330" y="149505"/>
                  </a:lnTo>
                  <a:lnTo>
                    <a:pt x="2242979" y="149262"/>
                  </a:lnTo>
                  <a:lnTo>
                    <a:pt x="2229628" y="148937"/>
                  </a:lnTo>
                  <a:lnTo>
                    <a:pt x="2216277" y="148525"/>
                  </a:lnTo>
                  <a:lnTo>
                    <a:pt x="2202926" y="148022"/>
                  </a:lnTo>
                  <a:lnTo>
                    <a:pt x="2189575" y="147423"/>
                  </a:lnTo>
                  <a:lnTo>
                    <a:pt x="2176223" y="146725"/>
                  </a:lnTo>
                  <a:lnTo>
                    <a:pt x="2162872" y="145923"/>
                  </a:lnTo>
                  <a:lnTo>
                    <a:pt x="2149521" y="145014"/>
                  </a:lnTo>
                  <a:lnTo>
                    <a:pt x="2136170" y="143992"/>
                  </a:lnTo>
                  <a:lnTo>
                    <a:pt x="2122819" y="142853"/>
                  </a:lnTo>
                  <a:lnTo>
                    <a:pt x="2109468" y="141595"/>
                  </a:lnTo>
                  <a:lnTo>
                    <a:pt x="2096117" y="140212"/>
                  </a:lnTo>
                  <a:lnTo>
                    <a:pt x="2082766" y="138700"/>
                  </a:lnTo>
                  <a:lnTo>
                    <a:pt x="2069415" y="137056"/>
                  </a:lnTo>
                  <a:lnTo>
                    <a:pt x="2056064" y="135275"/>
                  </a:lnTo>
                  <a:lnTo>
                    <a:pt x="2042713" y="133353"/>
                  </a:lnTo>
                  <a:lnTo>
                    <a:pt x="2029362" y="131287"/>
                  </a:lnTo>
                  <a:lnTo>
                    <a:pt x="2016011" y="129072"/>
                  </a:lnTo>
                  <a:lnTo>
                    <a:pt x="2002660" y="126704"/>
                  </a:lnTo>
                  <a:lnTo>
                    <a:pt x="1989309" y="124180"/>
                  </a:lnTo>
                  <a:lnTo>
                    <a:pt x="1975957" y="121496"/>
                  </a:lnTo>
                  <a:lnTo>
                    <a:pt x="1962606" y="118646"/>
                  </a:lnTo>
                  <a:lnTo>
                    <a:pt x="1949255" y="115628"/>
                  </a:lnTo>
                  <a:lnTo>
                    <a:pt x="1935904" y="112437"/>
                  </a:lnTo>
                  <a:lnTo>
                    <a:pt x="1922553" y="109070"/>
                  </a:lnTo>
                  <a:lnTo>
                    <a:pt x="1909202" y="105524"/>
                  </a:lnTo>
                  <a:lnTo>
                    <a:pt x="1895851" y="101806"/>
                  </a:lnTo>
                  <a:lnTo>
                    <a:pt x="1882500" y="97926"/>
                  </a:lnTo>
                  <a:lnTo>
                    <a:pt x="1869149" y="93898"/>
                  </a:lnTo>
                  <a:lnTo>
                    <a:pt x="1855798" y="89731"/>
                  </a:lnTo>
                  <a:lnTo>
                    <a:pt x="1842447" y="85437"/>
                  </a:lnTo>
                  <a:lnTo>
                    <a:pt x="1829096" y="81028"/>
                  </a:lnTo>
                  <a:lnTo>
                    <a:pt x="1815745" y="76514"/>
                  </a:lnTo>
                  <a:lnTo>
                    <a:pt x="1802394" y="71909"/>
                  </a:lnTo>
                  <a:lnTo>
                    <a:pt x="1789042" y="67224"/>
                  </a:lnTo>
                  <a:lnTo>
                    <a:pt x="1775691" y="62470"/>
                  </a:lnTo>
                  <a:lnTo>
                    <a:pt x="1762340" y="57660"/>
                  </a:lnTo>
                  <a:lnTo>
                    <a:pt x="1748989" y="52806"/>
                  </a:lnTo>
                  <a:lnTo>
                    <a:pt x="1735638" y="47920"/>
                  </a:lnTo>
                  <a:lnTo>
                    <a:pt x="1722287" y="43014"/>
                  </a:lnTo>
                  <a:lnTo>
                    <a:pt x="1708936" y="38101"/>
                  </a:lnTo>
                  <a:lnTo>
                    <a:pt x="1695585" y="33192"/>
                  </a:lnTo>
                  <a:lnTo>
                    <a:pt x="1682234" y="28300"/>
                  </a:lnTo>
                  <a:lnTo>
                    <a:pt x="1668883" y="23438"/>
                  </a:lnTo>
                  <a:lnTo>
                    <a:pt x="1655532" y="18618"/>
                  </a:lnTo>
                  <a:lnTo>
                    <a:pt x="1642181" y="13851"/>
                  </a:lnTo>
                  <a:lnTo>
                    <a:pt x="1628830" y="9151"/>
                  </a:lnTo>
                  <a:lnTo>
                    <a:pt x="1615479" y="4530"/>
                  </a:lnTo>
                  <a:lnTo>
                    <a:pt x="1602128" y="0"/>
                  </a:lnTo>
                  <a:lnTo>
                    <a:pt x="1588776" y="5441"/>
                  </a:lnTo>
                  <a:lnTo>
                    <a:pt x="1575425" y="17987"/>
                  </a:lnTo>
                  <a:lnTo>
                    <a:pt x="1562074" y="30413"/>
                  </a:lnTo>
                  <a:lnTo>
                    <a:pt x="1548723" y="42709"/>
                  </a:lnTo>
                  <a:lnTo>
                    <a:pt x="1535372" y="54866"/>
                  </a:lnTo>
                  <a:lnTo>
                    <a:pt x="1522021" y="66876"/>
                  </a:lnTo>
                  <a:lnTo>
                    <a:pt x="1508670" y="78731"/>
                  </a:lnTo>
                  <a:lnTo>
                    <a:pt x="1495319" y="90422"/>
                  </a:lnTo>
                  <a:lnTo>
                    <a:pt x="1481968" y="101942"/>
                  </a:lnTo>
                  <a:lnTo>
                    <a:pt x="1468617" y="113286"/>
                  </a:lnTo>
                  <a:lnTo>
                    <a:pt x="1455266" y="124447"/>
                  </a:lnTo>
                  <a:lnTo>
                    <a:pt x="1441915" y="135420"/>
                  </a:lnTo>
                  <a:lnTo>
                    <a:pt x="1428564" y="146201"/>
                  </a:lnTo>
                  <a:lnTo>
                    <a:pt x="1415213" y="156785"/>
                  </a:lnTo>
                  <a:lnTo>
                    <a:pt x="1401862" y="167170"/>
                  </a:lnTo>
                  <a:lnTo>
                    <a:pt x="1388510" y="177353"/>
                  </a:lnTo>
                  <a:lnTo>
                    <a:pt x="1375159" y="187334"/>
                  </a:lnTo>
                  <a:lnTo>
                    <a:pt x="1361808" y="197111"/>
                  </a:lnTo>
                  <a:lnTo>
                    <a:pt x="1348457" y="206686"/>
                  </a:lnTo>
                  <a:lnTo>
                    <a:pt x="1335106" y="216061"/>
                  </a:lnTo>
                  <a:lnTo>
                    <a:pt x="1321755" y="225238"/>
                  </a:lnTo>
                  <a:lnTo>
                    <a:pt x="1308404" y="234222"/>
                  </a:lnTo>
                  <a:lnTo>
                    <a:pt x="1295053" y="243020"/>
                  </a:lnTo>
                  <a:lnTo>
                    <a:pt x="1281702" y="251638"/>
                  </a:lnTo>
                  <a:lnTo>
                    <a:pt x="1268351" y="260087"/>
                  </a:lnTo>
                  <a:lnTo>
                    <a:pt x="1255000" y="268387"/>
                  </a:lnTo>
                  <a:lnTo>
                    <a:pt x="1241649" y="276562"/>
                  </a:lnTo>
                  <a:lnTo>
                    <a:pt x="1228298" y="284636"/>
                  </a:lnTo>
                  <a:lnTo>
                    <a:pt x="1214947" y="292633"/>
                  </a:lnTo>
                  <a:lnTo>
                    <a:pt x="1201596" y="300577"/>
                  </a:lnTo>
                  <a:lnTo>
                    <a:pt x="1188244" y="308492"/>
                  </a:lnTo>
                  <a:lnTo>
                    <a:pt x="1174893" y="316402"/>
                  </a:lnTo>
                  <a:lnTo>
                    <a:pt x="1161542" y="324332"/>
                  </a:lnTo>
                  <a:lnTo>
                    <a:pt x="1148191" y="332304"/>
                  </a:lnTo>
                  <a:lnTo>
                    <a:pt x="1134840" y="340340"/>
                  </a:lnTo>
                  <a:lnTo>
                    <a:pt x="1121489" y="348464"/>
                  </a:lnTo>
                  <a:lnTo>
                    <a:pt x="1108138" y="356696"/>
                  </a:lnTo>
                  <a:lnTo>
                    <a:pt x="1094787" y="365055"/>
                  </a:lnTo>
                  <a:lnTo>
                    <a:pt x="1081436" y="373559"/>
                  </a:lnTo>
                  <a:lnTo>
                    <a:pt x="1068085" y="382226"/>
                  </a:lnTo>
                  <a:lnTo>
                    <a:pt x="1054734" y="391071"/>
                  </a:lnTo>
                  <a:lnTo>
                    <a:pt x="1041383" y="400107"/>
                  </a:lnTo>
                  <a:lnTo>
                    <a:pt x="1028032" y="409345"/>
                  </a:lnTo>
                  <a:lnTo>
                    <a:pt x="1014681" y="418795"/>
                  </a:lnTo>
                  <a:lnTo>
                    <a:pt x="1001330" y="428465"/>
                  </a:lnTo>
                  <a:lnTo>
                    <a:pt x="987978" y="438360"/>
                  </a:lnTo>
                  <a:lnTo>
                    <a:pt x="974627" y="448485"/>
                  </a:lnTo>
                  <a:lnTo>
                    <a:pt x="961276" y="458840"/>
                  </a:lnTo>
                  <a:lnTo>
                    <a:pt x="947925" y="469426"/>
                  </a:lnTo>
                  <a:lnTo>
                    <a:pt x="934574" y="480242"/>
                  </a:lnTo>
                  <a:lnTo>
                    <a:pt x="921223" y="491285"/>
                  </a:lnTo>
                  <a:lnTo>
                    <a:pt x="907872" y="502550"/>
                  </a:lnTo>
                  <a:lnTo>
                    <a:pt x="894521" y="514031"/>
                  </a:lnTo>
                  <a:lnTo>
                    <a:pt x="881170" y="525722"/>
                  </a:lnTo>
                  <a:lnTo>
                    <a:pt x="867819" y="537614"/>
                  </a:lnTo>
                  <a:lnTo>
                    <a:pt x="854468" y="549700"/>
                  </a:lnTo>
                  <a:lnTo>
                    <a:pt x="841117" y="561970"/>
                  </a:lnTo>
                  <a:lnTo>
                    <a:pt x="827766" y="574414"/>
                  </a:lnTo>
                  <a:lnTo>
                    <a:pt x="814415" y="587022"/>
                  </a:lnTo>
                  <a:lnTo>
                    <a:pt x="801064" y="599783"/>
                  </a:lnTo>
                  <a:lnTo>
                    <a:pt x="787712" y="612687"/>
                  </a:lnTo>
                  <a:lnTo>
                    <a:pt x="774361" y="625722"/>
                  </a:lnTo>
                  <a:lnTo>
                    <a:pt x="761010" y="638878"/>
                  </a:lnTo>
                  <a:lnTo>
                    <a:pt x="747659" y="652143"/>
                  </a:lnTo>
                  <a:lnTo>
                    <a:pt x="734308" y="665506"/>
                  </a:lnTo>
                  <a:lnTo>
                    <a:pt x="720957" y="678957"/>
                  </a:lnTo>
                  <a:lnTo>
                    <a:pt x="707606" y="692485"/>
                  </a:lnTo>
                  <a:lnTo>
                    <a:pt x="694255" y="706079"/>
                  </a:lnTo>
                  <a:lnTo>
                    <a:pt x="680904" y="719728"/>
                  </a:lnTo>
                  <a:lnTo>
                    <a:pt x="667553" y="733423"/>
                  </a:lnTo>
                  <a:lnTo>
                    <a:pt x="654202" y="747153"/>
                  </a:lnTo>
                  <a:lnTo>
                    <a:pt x="640851" y="760910"/>
                  </a:lnTo>
                  <a:lnTo>
                    <a:pt x="627500" y="774682"/>
                  </a:lnTo>
                  <a:lnTo>
                    <a:pt x="614149" y="788462"/>
                  </a:lnTo>
                  <a:lnTo>
                    <a:pt x="600798" y="802241"/>
                  </a:lnTo>
                  <a:lnTo>
                    <a:pt x="587446" y="816009"/>
                  </a:lnTo>
                  <a:lnTo>
                    <a:pt x="574095" y="829759"/>
                  </a:lnTo>
                  <a:lnTo>
                    <a:pt x="560744" y="843483"/>
                  </a:lnTo>
                  <a:lnTo>
                    <a:pt x="547393" y="857173"/>
                  </a:lnTo>
                  <a:lnTo>
                    <a:pt x="534042" y="870821"/>
                  </a:lnTo>
                  <a:lnTo>
                    <a:pt x="520691" y="884422"/>
                  </a:lnTo>
                  <a:lnTo>
                    <a:pt x="507340" y="897967"/>
                  </a:lnTo>
                  <a:lnTo>
                    <a:pt x="493989" y="911450"/>
                  </a:lnTo>
                  <a:lnTo>
                    <a:pt x="480638" y="924865"/>
                  </a:lnTo>
                  <a:lnTo>
                    <a:pt x="467287" y="938207"/>
                  </a:lnTo>
                  <a:lnTo>
                    <a:pt x="453936" y="951468"/>
                  </a:lnTo>
                  <a:lnTo>
                    <a:pt x="440585" y="964645"/>
                  </a:lnTo>
                  <a:lnTo>
                    <a:pt x="427234" y="977731"/>
                  </a:lnTo>
                  <a:lnTo>
                    <a:pt x="413883" y="990722"/>
                  </a:lnTo>
                  <a:lnTo>
                    <a:pt x="400532" y="1003614"/>
                  </a:lnTo>
                  <a:lnTo>
                    <a:pt x="387180" y="1016404"/>
                  </a:lnTo>
                  <a:lnTo>
                    <a:pt x="373829" y="1029093"/>
                  </a:lnTo>
                  <a:lnTo>
                    <a:pt x="360478" y="1041679"/>
                  </a:lnTo>
                  <a:lnTo>
                    <a:pt x="347127" y="1054163"/>
                  </a:lnTo>
                  <a:lnTo>
                    <a:pt x="333776" y="1066543"/>
                  </a:lnTo>
                  <a:lnTo>
                    <a:pt x="320425" y="1078820"/>
                  </a:lnTo>
                  <a:lnTo>
                    <a:pt x="307074" y="1090993"/>
                  </a:lnTo>
                  <a:lnTo>
                    <a:pt x="293723" y="1103063"/>
                  </a:lnTo>
                  <a:lnTo>
                    <a:pt x="280372" y="1115029"/>
                  </a:lnTo>
                  <a:lnTo>
                    <a:pt x="267021" y="1126892"/>
                  </a:lnTo>
                  <a:lnTo>
                    <a:pt x="253670" y="1138651"/>
                  </a:lnTo>
                  <a:lnTo>
                    <a:pt x="240319" y="1150307"/>
                  </a:lnTo>
                  <a:lnTo>
                    <a:pt x="226968" y="1161860"/>
                  </a:lnTo>
                  <a:lnTo>
                    <a:pt x="213617" y="1173311"/>
                  </a:lnTo>
                  <a:lnTo>
                    <a:pt x="200266" y="1184659"/>
                  </a:lnTo>
                  <a:lnTo>
                    <a:pt x="186914" y="1195905"/>
                  </a:lnTo>
                  <a:lnTo>
                    <a:pt x="173563" y="1207050"/>
                  </a:lnTo>
                  <a:lnTo>
                    <a:pt x="160212" y="1218095"/>
                  </a:lnTo>
                  <a:lnTo>
                    <a:pt x="146861" y="1229038"/>
                  </a:lnTo>
                  <a:lnTo>
                    <a:pt x="133510" y="1239882"/>
                  </a:lnTo>
                  <a:lnTo>
                    <a:pt x="120159" y="1250626"/>
                  </a:lnTo>
                  <a:lnTo>
                    <a:pt x="106808" y="1261272"/>
                  </a:lnTo>
                  <a:lnTo>
                    <a:pt x="93457" y="1271819"/>
                  </a:lnTo>
                  <a:lnTo>
                    <a:pt x="80106" y="1282269"/>
                  </a:lnTo>
                  <a:lnTo>
                    <a:pt x="66755" y="1292621"/>
                  </a:lnTo>
                  <a:lnTo>
                    <a:pt x="53404" y="1302877"/>
                  </a:lnTo>
                  <a:lnTo>
                    <a:pt x="40053" y="1313038"/>
                  </a:lnTo>
                  <a:lnTo>
                    <a:pt x="26702" y="1323103"/>
                  </a:lnTo>
                  <a:lnTo>
                    <a:pt x="13351" y="1333074"/>
                  </a:lnTo>
                  <a:lnTo>
                    <a:pt x="0" y="1342951"/>
                  </a:lnTo>
                  <a:lnTo>
                    <a:pt x="0" y="1342951"/>
                  </a:lnTo>
                  <a:lnTo>
                    <a:pt x="0" y="13429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41407" y="1296396"/>
              <a:ext cx="3991969" cy="930731"/>
            </a:xfrm>
            <a:custGeom>
              <a:avLst/>
              <a:pathLst>
                <a:path w="3991969" h="930731">
                  <a:moveTo>
                    <a:pt x="0" y="930731"/>
                  </a:moveTo>
                  <a:lnTo>
                    <a:pt x="13351" y="926059"/>
                  </a:lnTo>
                  <a:lnTo>
                    <a:pt x="26702" y="921375"/>
                  </a:lnTo>
                  <a:lnTo>
                    <a:pt x="40053" y="916678"/>
                  </a:lnTo>
                  <a:lnTo>
                    <a:pt x="53404" y="911969"/>
                  </a:lnTo>
                  <a:lnTo>
                    <a:pt x="66755" y="907247"/>
                  </a:lnTo>
                  <a:lnTo>
                    <a:pt x="80106" y="902512"/>
                  </a:lnTo>
                  <a:lnTo>
                    <a:pt x="93457" y="897765"/>
                  </a:lnTo>
                  <a:lnTo>
                    <a:pt x="106808" y="893005"/>
                  </a:lnTo>
                  <a:lnTo>
                    <a:pt x="120159" y="888232"/>
                  </a:lnTo>
                  <a:lnTo>
                    <a:pt x="133510" y="883447"/>
                  </a:lnTo>
                  <a:lnTo>
                    <a:pt x="146861" y="878649"/>
                  </a:lnTo>
                  <a:lnTo>
                    <a:pt x="160212" y="873838"/>
                  </a:lnTo>
                  <a:lnTo>
                    <a:pt x="173563" y="869014"/>
                  </a:lnTo>
                  <a:lnTo>
                    <a:pt x="186914" y="864177"/>
                  </a:lnTo>
                  <a:lnTo>
                    <a:pt x="200266" y="859327"/>
                  </a:lnTo>
                  <a:lnTo>
                    <a:pt x="213617" y="854465"/>
                  </a:lnTo>
                  <a:lnTo>
                    <a:pt x="226968" y="849589"/>
                  </a:lnTo>
                  <a:lnTo>
                    <a:pt x="240319" y="844700"/>
                  </a:lnTo>
                  <a:lnTo>
                    <a:pt x="253670" y="839799"/>
                  </a:lnTo>
                  <a:lnTo>
                    <a:pt x="267021" y="834884"/>
                  </a:lnTo>
                  <a:lnTo>
                    <a:pt x="280372" y="829956"/>
                  </a:lnTo>
                  <a:lnTo>
                    <a:pt x="293723" y="825015"/>
                  </a:lnTo>
                  <a:lnTo>
                    <a:pt x="307074" y="820061"/>
                  </a:lnTo>
                  <a:lnTo>
                    <a:pt x="320425" y="815093"/>
                  </a:lnTo>
                  <a:lnTo>
                    <a:pt x="333776" y="810113"/>
                  </a:lnTo>
                  <a:lnTo>
                    <a:pt x="347127" y="805118"/>
                  </a:lnTo>
                  <a:lnTo>
                    <a:pt x="360478" y="800111"/>
                  </a:lnTo>
                  <a:lnTo>
                    <a:pt x="373829" y="795090"/>
                  </a:lnTo>
                  <a:lnTo>
                    <a:pt x="387180" y="790056"/>
                  </a:lnTo>
                  <a:lnTo>
                    <a:pt x="400532" y="785008"/>
                  </a:lnTo>
                  <a:lnTo>
                    <a:pt x="413883" y="779947"/>
                  </a:lnTo>
                  <a:lnTo>
                    <a:pt x="427234" y="774873"/>
                  </a:lnTo>
                  <a:lnTo>
                    <a:pt x="440585" y="769785"/>
                  </a:lnTo>
                  <a:lnTo>
                    <a:pt x="453936" y="764685"/>
                  </a:lnTo>
                  <a:lnTo>
                    <a:pt x="467287" y="759572"/>
                  </a:lnTo>
                  <a:lnTo>
                    <a:pt x="480638" y="754448"/>
                  </a:lnTo>
                  <a:lnTo>
                    <a:pt x="493989" y="749313"/>
                  </a:lnTo>
                  <a:lnTo>
                    <a:pt x="507340" y="744166"/>
                  </a:lnTo>
                  <a:lnTo>
                    <a:pt x="520691" y="739010"/>
                  </a:lnTo>
                  <a:lnTo>
                    <a:pt x="534042" y="733843"/>
                  </a:lnTo>
                  <a:lnTo>
                    <a:pt x="547393" y="728667"/>
                  </a:lnTo>
                  <a:lnTo>
                    <a:pt x="560744" y="723482"/>
                  </a:lnTo>
                  <a:lnTo>
                    <a:pt x="574095" y="718289"/>
                  </a:lnTo>
                  <a:lnTo>
                    <a:pt x="587446" y="713087"/>
                  </a:lnTo>
                  <a:lnTo>
                    <a:pt x="600798" y="707878"/>
                  </a:lnTo>
                  <a:lnTo>
                    <a:pt x="614149" y="702662"/>
                  </a:lnTo>
                  <a:lnTo>
                    <a:pt x="627500" y="697440"/>
                  </a:lnTo>
                  <a:lnTo>
                    <a:pt x="640851" y="692211"/>
                  </a:lnTo>
                  <a:lnTo>
                    <a:pt x="654202" y="686977"/>
                  </a:lnTo>
                  <a:lnTo>
                    <a:pt x="667553" y="681739"/>
                  </a:lnTo>
                  <a:lnTo>
                    <a:pt x="680904" y="676495"/>
                  </a:lnTo>
                  <a:lnTo>
                    <a:pt x="694255" y="671248"/>
                  </a:lnTo>
                  <a:lnTo>
                    <a:pt x="707606" y="665997"/>
                  </a:lnTo>
                  <a:lnTo>
                    <a:pt x="720957" y="660744"/>
                  </a:lnTo>
                  <a:lnTo>
                    <a:pt x="734308" y="655488"/>
                  </a:lnTo>
                  <a:lnTo>
                    <a:pt x="747659" y="650231"/>
                  </a:lnTo>
                  <a:lnTo>
                    <a:pt x="761010" y="644972"/>
                  </a:lnTo>
                  <a:lnTo>
                    <a:pt x="774361" y="639713"/>
                  </a:lnTo>
                  <a:lnTo>
                    <a:pt x="787712" y="634453"/>
                  </a:lnTo>
                  <a:lnTo>
                    <a:pt x="801064" y="629194"/>
                  </a:lnTo>
                  <a:lnTo>
                    <a:pt x="814415" y="623937"/>
                  </a:lnTo>
                  <a:lnTo>
                    <a:pt x="827766" y="618681"/>
                  </a:lnTo>
                  <a:lnTo>
                    <a:pt x="841117" y="613427"/>
                  </a:lnTo>
                  <a:lnTo>
                    <a:pt x="854468" y="608176"/>
                  </a:lnTo>
                  <a:lnTo>
                    <a:pt x="867819" y="602928"/>
                  </a:lnTo>
                  <a:lnTo>
                    <a:pt x="881170" y="597685"/>
                  </a:lnTo>
                  <a:lnTo>
                    <a:pt x="894521" y="592446"/>
                  </a:lnTo>
                  <a:lnTo>
                    <a:pt x="907872" y="587212"/>
                  </a:lnTo>
                  <a:lnTo>
                    <a:pt x="921223" y="581985"/>
                  </a:lnTo>
                  <a:lnTo>
                    <a:pt x="934574" y="576764"/>
                  </a:lnTo>
                  <a:lnTo>
                    <a:pt x="947925" y="571550"/>
                  </a:lnTo>
                  <a:lnTo>
                    <a:pt x="961276" y="566343"/>
                  </a:lnTo>
                  <a:lnTo>
                    <a:pt x="974627" y="561145"/>
                  </a:lnTo>
                  <a:lnTo>
                    <a:pt x="987978" y="555957"/>
                  </a:lnTo>
                  <a:lnTo>
                    <a:pt x="1001330" y="550778"/>
                  </a:lnTo>
                  <a:lnTo>
                    <a:pt x="1014681" y="545609"/>
                  </a:lnTo>
                  <a:lnTo>
                    <a:pt x="1028032" y="540451"/>
                  </a:lnTo>
                  <a:lnTo>
                    <a:pt x="1041383" y="535305"/>
                  </a:lnTo>
                  <a:lnTo>
                    <a:pt x="1054734" y="530172"/>
                  </a:lnTo>
                  <a:lnTo>
                    <a:pt x="1068085" y="525051"/>
                  </a:lnTo>
                  <a:lnTo>
                    <a:pt x="1081436" y="519944"/>
                  </a:lnTo>
                  <a:lnTo>
                    <a:pt x="1094787" y="514852"/>
                  </a:lnTo>
                  <a:lnTo>
                    <a:pt x="1108138" y="509775"/>
                  </a:lnTo>
                  <a:lnTo>
                    <a:pt x="1121489" y="504713"/>
                  </a:lnTo>
                  <a:lnTo>
                    <a:pt x="1134840" y="499668"/>
                  </a:lnTo>
                  <a:lnTo>
                    <a:pt x="1148191" y="494640"/>
                  </a:lnTo>
                  <a:lnTo>
                    <a:pt x="1161542" y="489630"/>
                  </a:lnTo>
                  <a:lnTo>
                    <a:pt x="1174893" y="484639"/>
                  </a:lnTo>
                  <a:lnTo>
                    <a:pt x="1188244" y="479667"/>
                  </a:lnTo>
                  <a:lnTo>
                    <a:pt x="1201596" y="474715"/>
                  </a:lnTo>
                  <a:lnTo>
                    <a:pt x="1214947" y="469783"/>
                  </a:lnTo>
                  <a:lnTo>
                    <a:pt x="1228298" y="464874"/>
                  </a:lnTo>
                  <a:lnTo>
                    <a:pt x="1241649" y="459986"/>
                  </a:lnTo>
                  <a:lnTo>
                    <a:pt x="1255000" y="455122"/>
                  </a:lnTo>
                  <a:lnTo>
                    <a:pt x="1268351" y="450281"/>
                  </a:lnTo>
                  <a:lnTo>
                    <a:pt x="1281702" y="445465"/>
                  </a:lnTo>
                  <a:lnTo>
                    <a:pt x="1295053" y="440674"/>
                  </a:lnTo>
                  <a:lnTo>
                    <a:pt x="1308404" y="435908"/>
                  </a:lnTo>
                  <a:lnTo>
                    <a:pt x="1321755" y="431168"/>
                  </a:lnTo>
                  <a:lnTo>
                    <a:pt x="1335106" y="426455"/>
                  </a:lnTo>
                  <a:lnTo>
                    <a:pt x="1348457" y="421768"/>
                  </a:lnTo>
                  <a:lnTo>
                    <a:pt x="1361808" y="417107"/>
                  </a:lnTo>
                  <a:lnTo>
                    <a:pt x="1375159" y="412474"/>
                  </a:lnTo>
                  <a:lnTo>
                    <a:pt x="1388510" y="407869"/>
                  </a:lnTo>
                  <a:lnTo>
                    <a:pt x="1401862" y="403292"/>
                  </a:lnTo>
                  <a:lnTo>
                    <a:pt x="1415213" y="398743"/>
                  </a:lnTo>
                  <a:lnTo>
                    <a:pt x="1428564" y="394222"/>
                  </a:lnTo>
                  <a:lnTo>
                    <a:pt x="1441915" y="389731"/>
                  </a:lnTo>
                  <a:lnTo>
                    <a:pt x="1455266" y="385269"/>
                  </a:lnTo>
                  <a:lnTo>
                    <a:pt x="1468617" y="380836"/>
                  </a:lnTo>
                  <a:lnTo>
                    <a:pt x="1481968" y="376434"/>
                  </a:lnTo>
                  <a:lnTo>
                    <a:pt x="1495319" y="372062"/>
                  </a:lnTo>
                  <a:lnTo>
                    <a:pt x="1508670" y="367721"/>
                  </a:lnTo>
                  <a:lnTo>
                    <a:pt x="1522021" y="363410"/>
                  </a:lnTo>
                  <a:lnTo>
                    <a:pt x="1535372" y="359132"/>
                  </a:lnTo>
                  <a:lnTo>
                    <a:pt x="1548723" y="354885"/>
                  </a:lnTo>
                  <a:lnTo>
                    <a:pt x="1562074" y="350670"/>
                  </a:lnTo>
                  <a:lnTo>
                    <a:pt x="1575425" y="346487"/>
                  </a:lnTo>
                  <a:lnTo>
                    <a:pt x="1588776" y="342338"/>
                  </a:lnTo>
                  <a:lnTo>
                    <a:pt x="1602128" y="338222"/>
                  </a:lnTo>
                  <a:lnTo>
                    <a:pt x="1615479" y="334139"/>
                  </a:lnTo>
                  <a:lnTo>
                    <a:pt x="1628830" y="330090"/>
                  </a:lnTo>
                  <a:lnTo>
                    <a:pt x="1642181" y="326075"/>
                  </a:lnTo>
                  <a:lnTo>
                    <a:pt x="1655532" y="322095"/>
                  </a:lnTo>
                  <a:lnTo>
                    <a:pt x="1668883" y="318150"/>
                  </a:lnTo>
                  <a:lnTo>
                    <a:pt x="1682234" y="314240"/>
                  </a:lnTo>
                  <a:lnTo>
                    <a:pt x="1695585" y="310365"/>
                  </a:lnTo>
                  <a:lnTo>
                    <a:pt x="1708936" y="306527"/>
                  </a:lnTo>
                  <a:lnTo>
                    <a:pt x="1722287" y="302725"/>
                  </a:lnTo>
                  <a:lnTo>
                    <a:pt x="1735638" y="298959"/>
                  </a:lnTo>
                  <a:lnTo>
                    <a:pt x="1748989" y="295230"/>
                  </a:lnTo>
                  <a:lnTo>
                    <a:pt x="1762340" y="291539"/>
                  </a:lnTo>
                  <a:lnTo>
                    <a:pt x="1775691" y="287886"/>
                  </a:lnTo>
                  <a:lnTo>
                    <a:pt x="1789042" y="284270"/>
                  </a:lnTo>
                  <a:lnTo>
                    <a:pt x="1802394" y="280693"/>
                  </a:lnTo>
                  <a:lnTo>
                    <a:pt x="1815745" y="277154"/>
                  </a:lnTo>
                  <a:lnTo>
                    <a:pt x="1829096" y="273655"/>
                  </a:lnTo>
                  <a:lnTo>
                    <a:pt x="1842447" y="270195"/>
                  </a:lnTo>
                  <a:lnTo>
                    <a:pt x="1855798" y="266774"/>
                  </a:lnTo>
                  <a:lnTo>
                    <a:pt x="1869149" y="263394"/>
                  </a:lnTo>
                  <a:lnTo>
                    <a:pt x="1882500" y="260053"/>
                  </a:lnTo>
                  <a:lnTo>
                    <a:pt x="1895851" y="256754"/>
                  </a:lnTo>
                  <a:lnTo>
                    <a:pt x="1909202" y="253496"/>
                  </a:lnTo>
                  <a:lnTo>
                    <a:pt x="1922553" y="250278"/>
                  </a:lnTo>
                  <a:lnTo>
                    <a:pt x="1935904" y="247103"/>
                  </a:lnTo>
                  <a:lnTo>
                    <a:pt x="1949255" y="243969"/>
                  </a:lnTo>
                  <a:lnTo>
                    <a:pt x="1962606" y="240875"/>
                  </a:lnTo>
                  <a:lnTo>
                    <a:pt x="1975957" y="237822"/>
                  </a:lnTo>
                  <a:lnTo>
                    <a:pt x="1989309" y="234809"/>
                  </a:lnTo>
                  <a:lnTo>
                    <a:pt x="2002660" y="231837"/>
                  </a:lnTo>
                  <a:lnTo>
                    <a:pt x="2016011" y="228903"/>
                  </a:lnTo>
                  <a:lnTo>
                    <a:pt x="2029362" y="226009"/>
                  </a:lnTo>
                  <a:lnTo>
                    <a:pt x="2042713" y="223154"/>
                  </a:lnTo>
                  <a:lnTo>
                    <a:pt x="2056064" y="220336"/>
                  </a:lnTo>
                  <a:lnTo>
                    <a:pt x="2069415" y="217557"/>
                  </a:lnTo>
                  <a:lnTo>
                    <a:pt x="2082766" y="214816"/>
                  </a:lnTo>
                  <a:lnTo>
                    <a:pt x="2096117" y="212112"/>
                  </a:lnTo>
                  <a:lnTo>
                    <a:pt x="2109468" y="209444"/>
                  </a:lnTo>
                  <a:lnTo>
                    <a:pt x="2122819" y="206813"/>
                  </a:lnTo>
                  <a:lnTo>
                    <a:pt x="2136170" y="204218"/>
                  </a:lnTo>
                  <a:lnTo>
                    <a:pt x="2149521" y="201659"/>
                  </a:lnTo>
                  <a:lnTo>
                    <a:pt x="2162872" y="199135"/>
                  </a:lnTo>
                  <a:lnTo>
                    <a:pt x="2176223" y="196646"/>
                  </a:lnTo>
                  <a:lnTo>
                    <a:pt x="2189575" y="194191"/>
                  </a:lnTo>
                  <a:lnTo>
                    <a:pt x="2202926" y="191771"/>
                  </a:lnTo>
                  <a:lnTo>
                    <a:pt x="2216277" y="189384"/>
                  </a:lnTo>
                  <a:lnTo>
                    <a:pt x="2229628" y="187030"/>
                  </a:lnTo>
                  <a:lnTo>
                    <a:pt x="2242979" y="184709"/>
                  </a:lnTo>
                  <a:lnTo>
                    <a:pt x="2256330" y="182420"/>
                  </a:lnTo>
                  <a:lnTo>
                    <a:pt x="2269681" y="180163"/>
                  </a:lnTo>
                  <a:lnTo>
                    <a:pt x="2283032" y="177938"/>
                  </a:lnTo>
                  <a:lnTo>
                    <a:pt x="2296383" y="175743"/>
                  </a:lnTo>
                  <a:lnTo>
                    <a:pt x="2309734" y="173580"/>
                  </a:lnTo>
                  <a:lnTo>
                    <a:pt x="2323085" y="171446"/>
                  </a:lnTo>
                  <a:lnTo>
                    <a:pt x="2336436" y="169342"/>
                  </a:lnTo>
                  <a:lnTo>
                    <a:pt x="2349787" y="167267"/>
                  </a:lnTo>
                  <a:lnTo>
                    <a:pt x="2363138" y="165221"/>
                  </a:lnTo>
                  <a:lnTo>
                    <a:pt x="2376489" y="163204"/>
                  </a:lnTo>
                  <a:lnTo>
                    <a:pt x="2389841" y="161214"/>
                  </a:lnTo>
                  <a:lnTo>
                    <a:pt x="2403192" y="159252"/>
                  </a:lnTo>
                  <a:lnTo>
                    <a:pt x="2416543" y="157317"/>
                  </a:lnTo>
                  <a:lnTo>
                    <a:pt x="2429894" y="155408"/>
                  </a:lnTo>
                  <a:lnTo>
                    <a:pt x="2443245" y="153525"/>
                  </a:lnTo>
                  <a:lnTo>
                    <a:pt x="2456596" y="151668"/>
                  </a:lnTo>
                  <a:lnTo>
                    <a:pt x="2469947" y="149836"/>
                  </a:lnTo>
                  <a:lnTo>
                    <a:pt x="2483298" y="148028"/>
                  </a:lnTo>
                  <a:lnTo>
                    <a:pt x="2496649" y="146245"/>
                  </a:lnTo>
                  <a:lnTo>
                    <a:pt x="2510000" y="144485"/>
                  </a:lnTo>
                  <a:lnTo>
                    <a:pt x="2523351" y="142749"/>
                  </a:lnTo>
                  <a:lnTo>
                    <a:pt x="2536702" y="141035"/>
                  </a:lnTo>
                  <a:lnTo>
                    <a:pt x="2550053" y="139343"/>
                  </a:lnTo>
                  <a:lnTo>
                    <a:pt x="2563404" y="137673"/>
                  </a:lnTo>
                  <a:lnTo>
                    <a:pt x="2576755" y="136024"/>
                  </a:lnTo>
                  <a:lnTo>
                    <a:pt x="2590107" y="134397"/>
                  </a:lnTo>
                  <a:lnTo>
                    <a:pt x="2603458" y="132789"/>
                  </a:lnTo>
                  <a:lnTo>
                    <a:pt x="2616809" y="131201"/>
                  </a:lnTo>
                  <a:lnTo>
                    <a:pt x="2630160" y="129632"/>
                  </a:lnTo>
                  <a:lnTo>
                    <a:pt x="2643511" y="128082"/>
                  </a:lnTo>
                  <a:lnTo>
                    <a:pt x="2656862" y="126551"/>
                  </a:lnTo>
                  <a:lnTo>
                    <a:pt x="2670213" y="125037"/>
                  </a:lnTo>
                  <a:lnTo>
                    <a:pt x="2683564" y="123540"/>
                  </a:lnTo>
                  <a:lnTo>
                    <a:pt x="2696915" y="122060"/>
                  </a:lnTo>
                  <a:lnTo>
                    <a:pt x="2710266" y="120597"/>
                  </a:lnTo>
                  <a:lnTo>
                    <a:pt x="2723617" y="119149"/>
                  </a:lnTo>
                  <a:lnTo>
                    <a:pt x="2736968" y="117716"/>
                  </a:lnTo>
                  <a:lnTo>
                    <a:pt x="2750319" y="116298"/>
                  </a:lnTo>
                  <a:lnTo>
                    <a:pt x="2763670" y="114894"/>
                  </a:lnTo>
                  <a:lnTo>
                    <a:pt x="2777021" y="113504"/>
                  </a:lnTo>
                  <a:lnTo>
                    <a:pt x="2790373" y="112127"/>
                  </a:lnTo>
                  <a:lnTo>
                    <a:pt x="2803724" y="110763"/>
                  </a:lnTo>
                  <a:lnTo>
                    <a:pt x="2817075" y="109411"/>
                  </a:lnTo>
                  <a:lnTo>
                    <a:pt x="2830426" y="108070"/>
                  </a:lnTo>
                  <a:lnTo>
                    <a:pt x="2843777" y="106741"/>
                  </a:lnTo>
                  <a:lnTo>
                    <a:pt x="2857128" y="105422"/>
                  </a:lnTo>
                  <a:lnTo>
                    <a:pt x="2870479" y="104113"/>
                  </a:lnTo>
                  <a:lnTo>
                    <a:pt x="2883830" y="102814"/>
                  </a:lnTo>
                  <a:lnTo>
                    <a:pt x="2897181" y="101524"/>
                  </a:lnTo>
                  <a:lnTo>
                    <a:pt x="2910532" y="100242"/>
                  </a:lnTo>
                  <a:lnTo>
                    <a:pt x="2923883" y="98968"/>
                  </a:lnTo>
                  <a:lnTo>
                    <a:pt x="2937234" y="97702"/>
                  </a:lnTo>
                  <a:lnTo>
                    <a:pt x="2950585" y="96442"/>
                  </a:lnTo>
                  <a:lnTo>
                    <a:pt x="2963936" y="95189"/>
                  </a:lnTo>
                  <a:lnTo>
                    <a:pt x="2977287" y="93942"/>
                  </a:lnTo>
                  <a:lnTo>
                    <a:pt x="2990639" y="92699"/>
                  </a:lnTo>
                  <a:lnTo>
                    <a:pt x="3003990" y="91462"/>
                  </a:lnTo>
                  <a:lnTo>
                    <a:pt x="3017341" y="90229"/>
                  </a:lnTo>
                  <a:lnTo>
                    <a:pt x="3030692" y="89000"/>
                  </a:lnTo>
                  <a:lnTo>
                    <a:pt x="3044043" y="87773"/>
                  </a:lnTo>
                  <a:lnTo>
                    <a:pt x="3057394" y="86550"/>
                  </a:lnTo>
                  <a:lnTo>
                    <a:pt x="3070745" y="85328"/>
                  </a:lnTo>
                  <a:lnTo>
                    <a:pt x="3084096" y="84108"/>
                  </a:lnTo>
                  <a:lnTo>
                    <a:pt x="3097447" y="82889"/>
                  </a:lnTo>
                  <a:lnTo>
                    <a:pt x="3110798" y="81670"/>
                  </a:lnTo>
                  <a:lnTo>
                    <a:pt x="3124149" y="80452"/>
                  </a:lnTo>
                  <a:lnTo>
                    <a:pt x="3137500" y="79232"/>
                  </a:lnTo>
                  <a:lnTo>
                    <a:pt x="3150851" y="78013"/>
                  </a:lnTo>
                  <a:lnTo>
                    <a:pt x="3164202" y="76792"/>
                  </a:lnTo>
                  <a:lnTo>
                    <a:pt x="3177553" y="75571"/>
                  </a:lnTo>
                  <a:lnTo>
                    <a:pt x="3190905" y="74350"/>
                  </a:lnTo>
                  <a:lnTo>
                    <a:pt x="3204256" y="73128"/>
                  </a:lnTo>
                  <a:lnTo>
                    <a:pt x="3217607" y="71905"/>
                  </a:lnTo>
                  <a:lnTo>
                    <a:pt x="3230958" y="70682"/>
                  </a:lnTo>
                  <a:lnTo>
                    <a:pt x="3244309" y="69458"/>
                  </a:lnTo>
                  <a:lnTo>
                    <a:pt x="3257660" y="68234"/>
                  </a:lnTo>
                  <a:lnTo>
                    <a:pt x="3271011" y="67009"/>
                  </a:lnTo>
                  <a:lnTo>
                    <a:pt x="3284362" y="65783"/>
                  </a:lnTo>
                  <a:lnTo>
                    <a:pt x="3297713" y="64557"/>
                  </a:lnTo>
                  <a:lnTo>
                    <a:pt x="3311064" y="63330"/>
                  </a:lnTo>
                  <a:lnTo>
                    <a:pt x="3324415" y="62103"/>
                  </a:lnTo>
                  <a:lnTo>
                    <a:pt x="3337766" y="60875"/>
                  </a:lnTo>
                  <a:lnTo>
                    <a:pt x="3351117" y="59647"/>
                  </a:lnTo>
                  <a:lnTo>
                    <a:pt x="3364468" y="58418"/>
                  </a:lnTo>
                  <a:lnTo>
                    <a:pt x="3377819" y="57188"/>
                  </a:lnTo>
                  <a:lnTo>
                    <a:pt x="3391171" y="55958"/>
                  </a:lnTo>
                  <a:lnTo>
                    <a:pt x="3404522" y="54727"/>
                  </a:lnTo>
                  <a:lnTo>
                    <a:pt x="3417873" y="53496"/>
                  </a:lnTo>
                  <a:lnTo>
                    <a:pt x="3431224" y="52264"/>
                  </a:lnTo>
                  <a:lnTo>
                    <a:pt x="3444575" y="51031"/>
                  </a:lnTo>
                  <a:lnTo>
                    <a:pt x="3457926" y="49798"/>
                  </a:lnTo>
                  <a:lnTo>
                    <a:pt x="3471277" y="48565"/>
                  </a:lnTo>
                  <a:lnTo>
                    <a:pt x="3484628" y="47331"/>
                  </a:lnTo>
                  <a:lnTo>
                    <a:pt x="3497979" y="46096"/>
                  </a:lnTo>
                  <a:lnTo>
                    <a:pt x="3511330" y="44860"/>
                  </a:lnTo>
                  <a:lnTo>
                    <a:pt x="3524681" y="43625"/>
                  </a:lnTo>
                  <a:lnTo>
                    <a:pt x="3538032" y="42388"/>
                  </a:lnTo>
                  <a:lnTo>
                    <a:pt x="3551383" y="41151"/>
                  </a:lnTo>
                  <a:lnTo>
                    <a:pt x="3564734" y="39913"/>
                  </a:lnTo>
                  <a:lnTo>
                    <a:pt x="3578085" y="38675"/>
                  </a:lnTo>
                  <a:lnTo>
                    <a:pt x="3591437" y="37436"/>
                  </a:lnTo>
                  <a:lnTo>
                    <a:pt x="3604788" y="36197"/>
                  </a:lnTo>
                  <a:lnTo>
                    <a:pt x="3618139" y="34957"/>
                  </a:lnTo>
                  <a:lnTo>
                    <a:pt x="3631490" y="33716"/>
                  </a:lnTo>
                  <a:lnTo>
                    <a:pt x="3644841" y="32475"/>
                  </a:lnTo>
                  <a:lnTo>
                    <a:pt x="3658192" y="31233"/>
                  </a:lnTo>
                  <a:lnTo>
                    <a:pt x="3671543" y="29991"/>
                  </a:lnTo>
                  <a:lnTo>
                    <a:pt x="3684894" y="28748"/>
                  </a:lnTo>
                  <a:lnTo>
                    <a:pt x="3698245" y="27504"/>
                  </a:lnTo>
                  <a:lnTo>
                    <a:pt x="3711596" y="26260"/>
                  </a:lnTo>
                  <a:lnTo>
                    <a:pt x="3724947" y="25016"/>
                  </a:lnTo>
                  <a:lnTo>
                    <a:pt x="3738298" y="23770"/>
                  </a:lnTo>
                  <a:lnTo>
                    <a:pt x="3751649" y="22525"/>
                  </a:lnTo>
                  <a:lnTo>
                    <a:pt x="3765000" y="21278"/>
                  </a:lnTo>
                  <a:lnTo>
                    <a:pt x="3778352" y="20031"/>
                  </a:lnTo>
                  <a:lnTo>
                    <a:pt x="3791703" y="18784"/>
                  </a:lnTo>
                  <a:lnTo>
                    <a:pt x="3805054" y="17535"/>
                  </a:lnTo>
                  <a:lnTo>
                    <a:pt x="3818405" y="16287"/>
                  </a:lnTo>
                  <a:lnTo>
                    <a:pt x="3831756" y="15037"/>
                  </a:lnTo>
                  <a:lnTo>
                    <a:pt x="3845107" y="13787"/>
                  </a:lnTo>
                  <a:lnTo>
                    <a:pt x="3858458" y="12537"/>
                  </a:lnTo>
                  <a:lnTo>
                    <a:pt x="3871809" y="11286"/>
                  </a:lnTo>
                  <a:lnTo>
                    <a:pt x="3885160" y="10034"/>
                  </a:lnTo>
                  <a:lnTo>
                    <a:pt x="3898511" y="8782"/>
                  </a:lnTo>
                  <a:lnTo>
                    <a:pt x="3911862" y="7529"/>
                  </a:lnTo>
                  <a:lnTo>
                    <a:pt x="3925213" y="6276"/>
                  </a:lnTo>
                  <a:lnTo>
                    <a:pt x="3938564" y="5022"/>
                  </a:lnTo>
                  <a:lnTo>
                    <a:pt x="3951915" y="3767"/>
                  </a:lnTo>
                  <a:lnTo>
                    <a:pt x="3965266" y="2512"/>
                  </a:lnTo>
                  <a:lnTo>
                    <a:pt x="3978618" y="1256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41407" y="163634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41407" y="139178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401109" y="2057278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01109" y="1121323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01109" y="185368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1.6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606613" y="21043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06613" y="11683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06613" y="2324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56822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823365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078501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1532705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787841" y="3043804"/>
              <a:ext cx="71048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9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007452" y="3043804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480709" y="3203322"/>
              <a:ext cx="31336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5012852" y="139178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012852" y="246809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012852" y="172383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012852" y="97958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012852" y="235323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418028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6604955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791883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978810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012852" y="2840220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012852" y="2095964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012852" y="1351708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012852" y="60745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011492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198419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385346" y="139178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5012852" y="139178"/>
              <a:ext cx="3991969" cy="2841995"/>
            </a:xfrm>
            <a:custGeom>
              <a:avLst/>
              <a:pathLst>
                <a:path w="3991969" h="2841995">
                  <a:moveTo>
                    <a:pt x="0" y="965536"/>
                  </a:moveTo>
                  <a:lnTo>
                    <a:pt x="13351" y="980852"/>
                  </a:lnTo>
                  <a:lnTo>
                    <a:pt x="26702" y="996063"/>
                  </a:lnTo>
                  <a:lnTo>
                    <a:pt x="40053" y="1011171"/>
                  </a:lnTo>
                  <a:lnTo>
                    <a:pt x="53404" y="1026175"/>
                  </a:lnTo>
                  <a:lnTo>
                    <a:pt x="66755" y="1041077"/>
                  </a:lnTo>
                  <a:lnTo>
                    <a:pt x="80106" y="1055877"/>
                  </a:lnTo>
                  <a:lnTo>
                    <a:pt x="93457" y="1070575"/>
                  </a:lnTo>
                  <a:lnTo>
                    <a:pt x="106808" y="1085171"/>
                  </a:lnTo>
                  <a:lnTo>
                    <a:pt x="120159" y="1099666"/>
                  </a:lnTo>
                  <a:lnTo>
                    <a:pt x="133510" y="1114059"/>
                  </a:lnTo>
                  <a:lnTo>
                    <a:pt x="146861" y="1128353"/>
                  </a:lnTo>
                  <a:lnTo>
                    <a:pt x="160212" y="1142545"/>
                  </a:lnTo>
                  <a:lnTo>
                    <a:pt x="173563" y="1156638"/>
                  </a:lnTo>
                  <a:lnTo>
                    <a:pt x="186914" y="1170630"/>
                  </a:lnTo>
                  <a:lnTo>
                    <a:pt x="200266" y="1184523"/>
                  </a:lnTo>
                  <a:lnTo>
                    <a:pt x="213617" y="1198316"/>
                  </a:lnTo>
                  <a:lnTo>
                    <a:pt x="226968" y="1212010"/>
                  </a:lnTo>
                  <a:lnTo>
                    <a:pt x="240319" y="1225604"/>
                  </a:lnTo>
                  <a:lnTo>
                    <a:pt x="253670" y="1239100"/>
                  </a:lnTo>
                  <a:lnTo>
                    <a:pt x="267021" y="1252496"/>
                  </a:lnTo>
                  <a:lnTo>
                    <a:pt x="280372" y="1265793"/>
                  </a:lnTo>
                  <a:lnTo>
                    <a:pt x="293723" y="1278990"/>
                  </a:lnTo>
                  <a:lnTo>
                    <a:pt x="307074" y="1292089"/>
                  </a:lnTo>
                  <a:lnTo>
                    <a:pt x="320425" y="1305088"/>
                  </a:lnTo>
                  <a:lnTo>
                    <a:pt x="333776" y="1317988"/>
                  </a:lnTo>
                  <a:lnTo>
                    <a:pt x="347127" y="1330788"/>
                  </a:lnTo>
                  <a:lnTo>
                    <a:pt x="360478" y="1343489"/>
                  </a:lnTo>
                  <a:lnTo>
                    <a:pt x="373829" y="1356089"/>
                  </a:lnTo>
                  <a:lnTo>
                    <a:pt x="387180" y="1368589"/>
                  </a:lnTo>
                  <a:lnTo>
                    <a:pt x="400532" y="1380988"/>
                  </a:lnTo>
                  <a:lnTo>
                    <a:pt x="413883" y="1393285"/>
                  </a:lnTo>
                  <a:lnTo>
                    <a:pt x="427234" y="1405480"/>
                  </a:lnTo>
                  <a:lnTo>
                    <a:pt x="440585" y="1417569"/>
                  </a:lnTo>
                  <a:lnTo>
                    <a:pt x="453936" y="1429543"/>
                  </a:lnTo>
                  <a:lnTo>
                    <a:pt x="467287" y="1441395"/>
                  </a:lnTo>
                  <a:lnTo>
                    <a:pt x="480638" y="1453119"/>
                  </a:lnTo>
                  <a:lnTo>
                    <a:pt x="493989" y="1464707"/>
                  </a:lnTo>
                  <a:lnTo>
                    <a:pt x="507340" y="1476153"/>
                  </a:lnTo>
                  <a:lnTo>
                    <a:pt x="520691" y="1487451"/>
                  </a:lnTo>
                  <a:lnTo>
                    <a:pt x="534042" y="1498593"/>
                  </a:lnTo>
                  <a:lnTo>
                    <a:pt x="547393" y="1509574"/>
                  </a:lnTo>
                  <a:lnTo>
                    <a:pt x="560744" y="1520386"/>
                  </a:lnTo>
                  <a:lnTo>
                    <a:pt x="574095" y="1531025"/>
                  </a:lnTo>
                  <a:lnTo>
                    <a:pt x="587446" y="1541484"/>
                  </a:lnTo>
                  <a:lnTo>
                    <a:pt x="600798" y="1551757"/>
                  </a:lnTo>
                  <a:lnTo>
                    <a:pt x="614149" y="1561838"/>
                  </a:lnTo>
                  <a:lnTo>
                    <a:pt x="627500" y="1571722"/>
                  </a:lnTo>
                  <a:lnTo>
                    <a:pt x="640851" y="1581402"/>
                  </a:lnTo>
                  <a:lnTo>
                    <a:pt x="654202" y="1590874"/>
                  </a:lnTo>
                  <a:lnTo>
                    <a:pt x="667553" y="1600132"/>
                  </a:lnTo>
                  <a:lnTo>
                    <a:pt x="680904" y="1609170"/>
                  </a:lnTo>
                  <a:lnTo>
                    <a:pt x="694255" y="1617982"/>
                  </a:lnTo>
                  <a:lnTo>
                    <a:pt x="707606" y="1626565"/>
                  </a:lnTo>
                  <a:lnTo>
                    <a:pt x="720957" y="1634912"/>
                  </a:lnTo>
                  <a:lnTo>
                    <a:pt x="734308" y="1643018"/>
                  </a:lnTo>
                  <a:lnTo>
                    <a:pt x="747659" y="1650878"/>
                  </a:lnTo>
                  <a:lnTo>
                    <a:pt x="761010" y="1658487"/>
                  </a:lnTo>
                  <a:lnTo>
                    <a:pt x="774361" y="1665839"/>
                  </a:lnTo>
                  <a:lnTo>
                    <a:pt x="787712" y="1672931"/>
                  </a:lnTo>
                  <a:lnTo>
                    <a:pt x="801064" y="1679756"/>
                  </a:lnTo>
                  <a:lnTo>
                    <a:pt x="814415" y="1686309"/>
                  </a:lnTo>
                  <a:lnTo>
                    <a:pt x="827766" y="1692587"/>
                  </a:lnTo>
                  <a:lnTo>
                    <a:pt x="841117" y="1698583"/>
                  </a:lnTo>
                  <a:lnTo>
                    <a:pt x="854468" y="1704294"/>
                  </a:lnTo>
                  <a:lnTo>
                    <a:pt x="867819" y="1709715"/>
                  </a:lnTo>
                  <a:lnTo>
                    <a:pt x="881170" y="1714840"/>
                  </a:lnTo>
                  <a:lnTo>
                    <a:pt x="894521" y="1719666"/>
                  </a:lnTo>
                  <a:lnTo>
                    <a:pt x="907872" y="1724188"/>
                  </a:lnTo>
                  <a:lnTo>
                    <a:pt x="921223" y="1728403"/>
                  </a:lnTo>
                  <a:lnTo>
                    <a:pt x="934574" y="1732306"/>
                  </a:lnTo>
                  <a:lnTo>
                    <a:pt x="947925" y="1735893"/>
                  </a:lnTo>
                  <a:lnTo>
                    <a:pt x="961276" y="1739162"/>
                  </a:lnTo>
                  <a:lnTo>
                    <a:pt x="974627" y="1742109"/>
                  </a:lnTo>
                  <a:lnTo>
                    <a:pt x="987978" y="1744732"/>
                  </a:lnTo>
                  <a:lnTo>
                    <a:pt x="1001330" y="1747028"/>
                  </a:lnTo>
                  <a:lnTo>
                    <a:pt x="1014681" y="1748996"/>
                  </a:lnTo>
                  <a:lnTo>
                    <a:pt x="1028032" y="1750634"/>
                  </a:lnTo>
                  <a:lnTo>
                    <a:pt x="1041383" y="1751943"/>
                  </a:lnTo>
                  <a:lnTo>
                    <a:pt x="1054734" y="1752922"/>
                  </a:lnTo>
                  <a:lnTo>
                    <a:pt x="1068085" y="1753572"/>
                  </a:lnTo>
                  <a:lnTo>
                    <a:pt x="1081436" y="1753896"/>
                  </a:lnTo>
                  <a:lnTo>
                    <a:pt x="1094787" y="1753895"/>
                  </a:lnTo>
                  <a:lnTo>
                    <a:pt x="1108138" y="1753574"/>
                  </a:lnTo>
                  <a:lnTo>
                    <a:pt x="1121489" y="1752936"/>
                  </a:lnTo>
                  <a:lnTo>
                    <a:pt x="1134840" y="1751988"/>
                  </a:lnTo>
                  <a:lnTo>
                    <a:pt x="1148191" y="1750737"/>
                  </a:lnTo>
                  <a:lnTo>
                    <a:pt x="1161542" y="1749190"/>
                  </a:lnTo>
                  <a:lnTo>
                    <a:pt x="1174893" y="1747355"/>
                  </a:lnTo>
                  <a:lnTo>
                    <a:pt x="1188244" y="1745244"/>
                  </a:lnTo>
                  <a:lnTo>
                    <a:pt x="1201596" y="1742866"/>
                  </a:lnTo>
                  <a:lnTo>
                    <a:pt x="1214947" y="1740233"/>
                  </a:lnTo>
                  <a:lnTo>
                    <a:pt x="1228298" y="1737359"/>
                  </a:lnTo>
                  <a:lnTo>
                    <a:pt x="1241649" y="1734257"/>
                  </a:lnTo>
                  <a:lnTo>
                    <a:pt x="1255000" y="1730941"/>
                  </a:lnTo>
                  <a:lnTo>
                    <a:pt x="1268351" y="1727426"/>
                  </a:lnTo>
                  <a:lnTo>
                    <a:pt x="1281702" y="1723728"/>
                  </a:lnTo>
                  <a:lnTo>
                    <a:pt x="1295053" y="1719863"/>
                  </a:lnTo>
                  <a:lnTo>
                    <a:pt x="1308404" y="1715847"/>
                  </a:lnTo>
                  <a:lnTo>
                    <a:pt x="1321755" y="1711697"/>
                  </a:lnTo>
                  <a:lnTo>
                    <a:pt x="1335106" y="1707430"/>
                  </a:lnTo>
                  <a:lnTo>
                    <a:pt x="1348457" y="1703062"/>
                  </a:lnTo>
                  <a:lnTo>
                    <a:pt x="1361808" y="1698611"/>
                  </a:lnTo>
                  <a:lnTo>
                    <a:pt x="1375159" y="1694093"/>
                  </a:lnTo>
                  <a:lnTo>
                    <a:pt x="1388510" y="1689524"/>
                  </a:lnTo>
                  <a:lnTo>
                    <a:pt x="1401862" y="1684917"/>
                  </a:lnTo>
                  <a:lnTo>
                    <a:pt x="1415213" y="1680287"/>
                  </a:lnTo>
                  <a:lnTo>
                    <a:pt x="1428564" y="1675643"/>
                  </a:lnTo>
                  <a:lnTo>
                    <a:pt x="1441915" y="1670997"/>
                  </a:lnTo>
                  <a:lnTo>
                    <a:pt x="1455266" y="1666358"/>
                  </a:lnTo>
                  <a:lnTo>
                    <a:pt x="1468617" y="1661734"/>
                  </a:lnTo>
                  <a:lnTo>
                    <a:pt x="1481968" y="1657132"/>
                  </a:lnTo>
                  <a:lnTo>
                    <a:pt x="1495319" y="1652560"/>
                  </a:lnTo>
                  <a:lnTo>
                    <a:pt x="1508670" y="1648023"/>
                  </a:lnTo>
                  <a:lnTo>
                    <a:pt x="1522021" y="1643526"/>
                  </a:lnTo>
                  <a:lnTo>
                    <a:pt x="1535372" y="1639074"/>
                  </a:lnTo>
                  <a:lnTo>
                    <a:pt x="1548723" y="1634670"/>
                  </a:lnTo>
                  <a:lnTo>
                    <a:pt x="1562074" y="1630318"/>
                  </a:lnTo>
                  <a:lnTo>
                    <a:pt x="1575425" y="1626019"/>
                  </a:lnTo>
                  <a:lnTo>
                    <a:pt x="1588776" y="1621777"/>
                  </a:lnTo>
                  <a:lnTo>
                    <a:pt x="1602128" y="1617593"/>
                  </a:lnTo>
                  <a:lnTo>
                    <a:pt x="1615479" y="1613468"/>
                  </a:lnTo>
                  <a:lnTo>
                    <a:pt x="1628830" y="1609404"/>
                  </a:lnTo>
                  <a:lnTo>
                    <a:pt x="1642181" y="1605400"/>
                  </a:lnTo>
                  <a:lnTo>
                    <a:pt x="1655532" y="1601457"/>
                  </a:lnTo>
                  <a:lnTo>
                    <a:pt x="1668883" y="1597575"/>
                  </a:lnTo>
                  <a:lnTo>
                    <a:pt x="1682234" y="1593753"/>
                  </a:lnTo>
                  <a:lnTo>
                    <a:pt x="1695585" y="1589991"/>
                  </a:lnTo>
                  <a:lnTo>
                    <a:pt x="1708936" y="1586288"/>
                  </a:lnTo>
                  <a:lnTo>
                    <a:pt x="1722287" y="1574970"/>
                  </a:lnTo>
                  <a:lnTo>
                    <a:pt x="1735638" y="1557356"/>
                  </a:lnTo>
                  <a:lnTo>
                    <a:pt x="1748989" y="1539555"/>
                  </a:lnTo>
                  <a:lnTo>
                    <a:pt x="1762340" y="1521579"/>
                  </a:lnTo>
                  <a:lnTo>
                    <a:pt x="1775691" y="1503439"/>
                  </a:lnTo>
                  <a:lnTo>
                    <a:pt x="1789042" y="1485150"/>
                  </a:lnTo>
                  <a:lnTo>
                    <a:pt x="1802394" y="1466725"/>
                  </a:lnTo>
                  <a:lnTo>
                    <a:pt x="1815745" y="1448179"/>
                  </a:lnTo>
                  <a:lnTo>
                    <a:pt x="1829096" y="1429527"/>
                  </a:lnTo>
                  <a:lnTo>
                    <a:pt x="1842447" y="1410785"/>
                  </a:lnTo>
                  <a:lnTo>
                    <a:pt x="1855798" y="1391969"/>
                  </a:lnTo>
                  <a:lnTo>
                    <a:pt x="1869149" y="1373097"/>
                  </a:lnTo>
                  <a:lnTo>
                    <a:pt x="1882500" y="1354187"/>
                  </a:lnTo>
                  <a:lnTo>
                    <a:pt x="1895851" y="1335257"/>
                  </a:lnTo>
                  <a:lnTo>
                    <a:pt x="1909202" y="1316327"/>
                  </a:lnTo>
                  <a:lnTo>
                    <a:pt x="1922553" y="1297417"/>
                  </a:lnTo>
                  <a:lnTo>
                    <a:pt x="1935904" y="1278547"/>
                  </a:lnTo>
                  <a:lnTo>
                    <a:pt x="1949255" y="1259739"/>
                  </a:lnTo>
                  <a:lnTo>
                    <a:pt x="1962606" y="1241015"/>
                  </a:lnTo>
                  <a:lnTo>
                    <a:pt x="1975957" y="1222396"/>
                  </a:lnTo>
                  <a:lnTo>
                    <a:pt x="1989309" y="1203908"/>
                  </a:lnTo>
                  <a:lnTo>
                    <a:pt x="2002660" y="1185572"/>
                  </a:lnTo>
                  <a:lnTo>
                    <a:pt x="2016011" y="1167414"/>
                  </a:lnTo>
                  <a:lnTo>
                    <a:pt x="2029362" y="1149458"/>
                  </a:lnTo>
                  <a:lnTo>
                    <a:pt x="2042713" y="1131730"/>
                  </a:lnTo>
                  <a:lnTo>
                    <a:pt x="2056064" y="1114255"/>
                  </a:lnTo>
                  <a:lnTo>
                    <a:pt x="2069415" y="1097061"/>
                  </a:lnTo>
                  <a:lnTo>
                    <a:pt x="2082766" y="1080166"/>
                  </a:lnTo>
                  <a:lnTo>
                    <a:pt x="2096117" y="1063576"/>
                  </a:lnTo>
                  <a:lnTo>
                    <a:pt x="2109468" y="1047293"/>
                  </a:lnTo>
                  <a:lnTo>
                    <a:pt x="2122819" y="1031320"/>
                  </a:lnTo>
                  <a:lnTo>
                    <a:pt x="2136170" y="1015656"/>
                  </a:lnTo>
                  <a:lnTo>
                    <a:pt x="2149521" y="1000305"/>
                  </a:lnTo>
                  <a:lnTo>
                    <a:pt x="2162872" y="985265"/>
                  </a:lnTo>
                  <a:lnTo>
                    <a:pt x="2176223" y="970539"/>
                  </a:lnTo>
                  <a:lnTo>
                    <a:pt x="2189575" y="956126"/>
                  </a:lnTo>
                  <a:lnTo>
                    <a:pt x="2202926" y="942026"/>
                  </a:lnTo>
                  <a:lnTo>
                    <a:pt x="2216277" y="928239"/>
                  </a:lnTo>
                  <a:lnTo>
                    <a:pt x="2229628" y="914764"/>
                  </a:lnTo>
                  <a:lnTo>
                    <a:pt x="2242979" y="901600"/>
                  </a:lnTo>
                  <a:lnTo>
                    <a:pt x="2256330" y="888747"/>
                  </a:lnTo>
                  <a:lnTo>
                    <a:pt x="2269681" y="876202"/>
                  </a:lnTo>
                  <a:lnTo>
                    <a:pt x="2283032" y="863963"/>
                  </a:lnTo>
                  <a:lnTo>
                    <a:pt x="2296383" y="852029"/>
                  </a:lnTo>
                  <a:lnTo>
                    <a:pt x="2309734" y="840398"/>
                  </a:lnTo>
                  <a:lnTo>
                    <a:pt x="2323085" y="829066"/>
                  </a:lnTo>
                  <a:lnTo>
                    <a:pt x="2336436" y="818030"/>
                  </a:lnTo>
                  <a:lnTo>
                    <a:pt x="2349787" y="807288"/>
                  </a:lnTo>
                  <a:lnTo>
                    <a:pt x="2363138" y="796836"/>
                  </a:lnTo>
                  <a:lnTo>
                    <a:pt x="2376489" y="786670"/>
                  </a:lnTo>
                  <a:lnTo>
                    <a:pt x="2389841" y="776787"/>
                  </a:lnTo>
                  <a:lnTo>
                    <a:pt x="2403192" y="767182"/>
                  </a:lnTo>
                  <a:lnTo>
                    <a:pt x="2416543" y="757850"/>
                  </a:lnTo>
                  <a:lnTo>
                    <a:pt x="2429894" y="748788"/>
                  </a:lnTo>
                  <a:lnTo>
                    <a:pt x="2443245" y="739990"/>
                  </a:lnTo>
                  <a:lnTo>
                    <a:pt x="2456596" y="731450"/>
                  </a:lnTo>
                  <a:lnTo>
                    <a:pt x="2469947" y="723165"/>
                  </a:lnTo>
                  <a:lnTo>
                    <a:pt x="2483298" y="715127"/>
                  </a:lnTo>
                  <a:lnTo>
                    <a:pt x="2496649" y="707332"/>
                  </a:lnTo>
                  <a:lnTo>
                    <a:pt x="2510000" y="699773"/>
                  </a:lnTo>
                  <a:lnTo>
                    <a:pt x="2523351" y="692444"/>
                  </a:lnTo>
                  <a:lnTo>
                    <a:pt x="2536702" y="685340"/>
                  </a:lnTo>
                  <a:lnTo>
                    <a:pt x="2550053" y="678452"/>
                  </a:lnTo>
                  <a:lnTo>
                    <a:pt x="2563404" y="671776"/>
                  </a:lnTo>
                  <a:lnTo>
                    <a:pt x="2576755" y="665303"/>
                  </a:lnTo>
                  <a:lnTo>
                    <a:pt x="2590107" y="659027"/>
                  </a:lnTo>
                  <a:lnTo>
                    <a:pt x="2603458" y="652941"/>
                  </a:lnTo>
                  <a:lnTo>
                    <a:pt x="2616809" y="647038"/>
                  </a:lnTo>
                  <a:lnTo>
                    <a:pt x="2630160" y="641310"/>
                  </a:lnTo>
                  <a:lnTo>
                    <a:pt x="2643511" y="635750"/>
                  </a:lnTo>
                  <a:lnTo>
                    <a:pt x="2656862" y="630349"/>
                  </a:lnTo>
                  <a:lnTo>
                    <a:pt x="2670213" y="625102"/>
                  </a:lnTo>
                  <a:lnTo>
                    <a:pt x="2683564" y="619999"/>
                  </a:lnTo>
                  <a:lnTo>
                    <a:pt x="2696915" y="615032"/>
                  </a:lnTo>
                  <a:lnTo>
                    <a:pt x="2710266" y="610195"/>
                  </a:lnTo>
                  <a:lnTo>
                    <a:pt x="2723617" y="605479"/>
                  </a:lnTo>
                  <a:lnTo>
                    <a:pt x="2736968" y="600876"/>
                  </a:lnTo>
                  <a:lnTo>
                    <a:pt x="2750319" y="596378"/>
                  </a:lnTo>
                  <a:lnTo>
                    <a:pt x="2763670" y="591977"/>
                  </a:lnTo>
                  <a:lnTo>
                    <a:pt x="2777021" y="587666"/>
                  </a:lnTo>
                  <a:lnTo>
                    <a:pt x="2790373" y="583435"/>
                  </a:lnTo>
                  <a:lnTo>
                    <a:pt x="2803724" y="579278"/>
                  </a:lnTo>
                  <a:lnTo>
                    <a:pt x="2817075" y="575186"/>
                  </a:lnTo>
                  <a:lnTo>
                    <a:pt x="2830426" y="571151"/>
                  </a:lnTo>
                  <a:lnTo>
                    <a:pt x="2843777" y="567166"/>
                  </a:lnTo>
                  <a:lnTo>
                    <a:pt x="2857128" y="563222"/>
                  </a:lnTo>
                  <a:lnTo>
                    <a:pt x="2870479" y="559313"/>
                  </a:lnTo>
                  <a:lnTo>
                    <a:pt x="2883830" y="555431"/>
                  </a:lnTo>
                  <a:lnTo>
                    <a:pt x="2897181" y="551568"/>
                  </a:lnTo>
                  <a:lnTo>
                    <a:pt x="2910532" y="547717"/>
                  </a:lnTo>
                  <a:lnTo>
                    <a:pt x="2923883" y="543870"/>
                  </a:lnTo>
                  <a:lnTo>
                    <a:pt x="2937234" y="540022"/>
                  </a:lnTo>
                  <a:lnTo>
                    <a:pt x="2950585" y="536165"/>
                  </a:lnTo>
                  <a:lnTo>
                    <a:pt x="2963936" y="532291"/>
                  </a:lnTo>
                  <a:lnTo>
                    <a:pt x="2977287" y="528396"/>
                  </a:lnTo>
                  <a:lnTo>
                    <a:pt x="2990639" y="524473"/>
                  </a:lnTo>
                  <a:lnTo>
                    <a:pt x="3003990" y="520515"/>
                  </a:lnTo>
                  <a:lnTo>
                    <a:pt x="3017341" y="516516"/>
                  </a:lnTo>
                  <a:lnTo>
                    <a:pt x="3030692" y="512472"/>
                  </a:lnTo>
                  <a:lnTo>
                    <a:pt x="3044043" y="508376"/>
                  </a:lnTo>
                  <a:lnTo>
                    <a:pt x="3057394" y="504223"/>
                  </a:lnTo>
                  <a:lnTo>
                    <a:pt x="3070745" y="500008"/>
                  </a:lnTo>
                  <a:lnTo>
                    <a:pt x="3084096" y="495727"/>
                  </a:lnTo>
                  <a:lnTo>
                    <a:pt x="3097447" y="491374"/>
                  </a:lnTo>
                  <a:lnTo>
                    <a:pt x="3110798" y="486946"/>
                  </a:lnTo>
                  <a:lnTo>
                    <a:pt x="3124149" y="482438"/>
                  </a:lnTo>
                  <a:lnTo>
                    <a:pt x="3137500" y="477846"/>
                  </a:lnTo>
                  <a:lnTo>
                    <a:pt x="3150851" y="473168"/>
                  </a:lnTo>
                  <a:lnTo>
                    <a:pt x="3164202" y="468398"/>
                  </a:lnTo>
                  <a:lnTo>
                    <a:pt x="3177553" y="463535"/>
                  </a:lnTo>
                  <a:lnTo>
                    <a:pt x="3190905" y="458574"/>
                  </a:lnTo>
                  <a:lnTo>
                    <a:pt x="3204256" y="453514"/>
                  </a:lnTo>
                  <a:lnTo>
                    <a:pt x="3217607" y="448351"/>
                  </a:lnTo>
                  <a:lnTo>
                    <a:pt x="3230958" y="443084"/>
                  </a:lnTo>
                  <a:lnTo>
                    <a:pt x="3244309" y="437709"/>
                  </a:lnTo>
                  <a:lnTo>
                    <a:pt x="3257660" y="432226"/>
                  </a:lnTo>
                  <a:lnTo>
                    <a:pt x="3271011" y="426635"/>
                  </a:lnTo>
                  <a:lnTo>
                    <a:pt x="3284362" y="420938"/>
                  </a:lnTo>
                  <a:lnTo>
                    <a:pt x="3297713" y="415137"/>
                  </a:lnTo>
                  <a:lnTo>
                    <a:pt x="3311064" y="409233"/>
                  </a:lnTo>
                  <a:lnTo>
                    <a:pt x="3324415" y="403228"/>
                  </a:lnTo>
                  <a:lnTo>
                    <a:pt x="3337766" y="397123"/>
                  </a:lnTo>
                  <a:lnTo>
                    <a:pt x="3351117" y="390919"/>
                  </a:lnTo>
                  <a:lnTo>
                    <a:pt x="3364468" y="384618"/>
                  </a:lnTo>
                  <a:lnTo>
                    <a:pt x="3377819" y="378221"/>
                  </a:lnTo>
                  <a:lnTo>
                    <a:pt x="3391171" y="371731"/>
                  </a:lnTo>
                  <a:lnTo>
                    <a:pt x="3404522" y="365147"/>
                  </a:lnTo>
                  <a:lnTo>
                    <a:pt x="3417873" y="358472"/>
                  </a:lnTo>
                  <a:lnTo>
                    <a:pt x="3431224" y="351707"/>
                  </a:lnTo>
                  <a:lnTo>
                    <a:pt x="3444575" y="344853"/>
                  </a:lnTo>
                  <a:lnTo>
                    <a:pt x="3457926" y="337911"/>
                  </a:lnTo>
                  <a:lnTo>
                    <a:pt x="3471277" y="330883"/>
                  </a:lnTo>
                  <a:lnTo>
                    <a:pt x="3484628" y="323770"/>
                  </a:lnTo>
                  <a:lnTo>
                    <a:pt x="3497979" y="316573"/>
                  </a:lnTo>
                  <a:lnTo>
                    <a:pt x="3511330" y="309294"/>
                  </a:lnTo>
                  <a:lnTo>
                    <a:pt x="3524681" y="301933"/>
                  </a:lnTo>
                  <a:lnTo>
                    <a:pt x="3538032" y="294491"/>
                  </a:lnTo>
                  <a:lnTo>
                    <a:pt x="3551383" y="286970"/>
                  </a:lnTo>
                  <a:lnTo>
                    <a:pt x="3564734" y="279372"/>
                  </a:lnTo>
                  <a:lnTo>
                    <a:pt x="3578085" y="271695"/>
                  </a:lnTo>
                  <a:lnTo>
                    <a:pt x="3591437" y="263943"/>
                  </a:lnTo>
                  <a:lnTo>
                    <a:pt x="3604788" y="256116"/>
                  </a:lnTo>
                  <a:lnTo>
                    <a:pt x="3618139" y="248214"/>
                  </a:lnTo>
                  <a:lnTo>
                    <a:pt x="3631490" y="240240"/>
                  </a:lnTo>
                  <a:lnTo>
                    <a:pt x="3644841" y="232192"/>
                  </a:lnTo>
                  <a:lnTo>
                    <a:pt x="3658192" y="224074"/>
                  </a:lnTo>
                  <a:lnTo>
                    <a:pt x="3671543" y="215885"/>
                  </a:lnTo>
                  <a:lnTo>
                    <a:pt x="3684894" y="207626"/>
                  </a:lnTo>
                  <a:lnTo>
                    <a:pt x="3698245" y="199298"/>
                  </a:lnTo>
                  <a:lnTo>
                    <a:pt x="3711596" y="190902"/>
                  </a:lnTo>
                  <a:lnTo>
                    <a:pt x="3724947" y="182438"/>
                  </a:lnTo>
                  <a:lnTo>
                    <a:pt x="3738298" y="173908"/>
                  </a:lnTo>
                  <a:lnTo>
                    <a:pt x="3751649" y="165312"/>
                  </a:lnTo>
                  <a:lnTo>
                    <a:pt x="3765000" y="156651"/>
                  </a:lnTo>
                  <a:lnTo>
                    <a:pt x="3778352" y="147925"/>
                  </a:lnTo>
                  <a:lnTo>
                    <a:pt x="3791703" y="139135"/>
                  </a:lnTo>
                  <a:lnTo>
                    <a:pt x="3805054" y="130282"/>
                  </a:lnTo>
                  <a:lnTo>
                    <a:pt x="3818405" y="121366"/>
                  </a:lnTo>
                  <a:lnTo>
                    <a:pt x="3831756" y="112388"/>
                  </a:lnTo>
                  <a:lnTo>
                    <a:pt x="3845107" y="103349"/>
                  </a:lnTo>
                  <a:lnTo>
                    <a:pt x="3858458" y="94249"/>
                  </a:lnTo>
                  <a:lnTo>
                    <a:pt x="3871809" y="85088"/>
                  </a:lnTo>
                  <a:lnTo>
                    <a:pt x="3885160" y="75867"/>
                  </a:lnTo>
                  <a:lnTo>
                    <a:pt x="3898511" y="66587"/>
                  </a:lnTo>
                  <a:lnTo>
                    <a:pt x="3911862" y="57248"/>
                  </a:lnTo>
                  <a:lnTo>
                    <a:pt x="3925213" y="47850"/>
                  </a:lnTo>
                  <a:lnTo>
                    <a:pt x="3938564" y="38394"/>
                  </a:lnTo>
                  <a:lnTo>
                    <a:pt x="3951915" y="28881"/>
                  </a:lnTo>
                  <a:lnTo>
                    <a:pt x="3965266" y="19311"/>
                  </a:lnTo>
                  <a:lnTo>
                    <a:pt x="3978618" y="9683"/>
                  </a:lnTo>
                  <a:lnTo>
                    <a:pt x="3991969" y="0"/>
                  </a:lnTo>
                  <a:lnTo>
                    <a:pt x="3991969" y="1498647"/>
                  </a:lnTo>
                  <a:lnTo>
                    <a:pt x="3978618" y="1495308"/>
                  </a:lnTo>
                  <a:lnTo>
                    <a:pt x="3965266" y="1491980"/>
                  </a:lnTo>
                  <a:lnTo>
                    <a:pt x="3951915" y="1488664"/>
                  </a:lnTo>
                  <a:lnTo>
                    <a:pt x="3938564" y="1485359"/>
                  </a:lnTo>
                  <a:lnTo>
                    <a:pt x="3925213" y="1482067"/>
                  </a:lnTo>
                  <a:lnTo>
                    <a:pt x="3911862" y="1478788"/>
                  </a:lnTo>
                  <a:lnTo>
                    <a:pt x="3898511" y="1475522"/>
                  </a:lnTo>
                  <a:lnTo>
                    <a:pt x="3885160" y="1472270"/>
                  </a:lnTo>
                  <a:lnTo>
                    <a:pt x="3871809" y="1469033"/>
                  </a:lnTo>
                  <a:lnTo>
                    <a:pt x="3858458" y="1465812"/>
                  </a:lnTo>
                  <a:lnTo>
                    <a:pt x="3845107" y="1462605"/>
                  </a:lnTo>
                  <a:lnTo>
                    <a:pt x="3831756" y="1459416"/>
                  </a:lnTo>
                  <a:lnTo>
                    <a:pt x="3818405" y="1456243"/>
                  </a:lnTo>
                  <a:lnTo>
                    <a:pt x="3805054" y="1453088"/>
                  </a:lnTo>
                  <a:lnTo>
                    <a:pt x="3791703" y="1449952"/>
                  </a:lnTo>
                  <a:lnTo>
                    <a:pt x="3778352" y="1446834"/>
                  </a:lnTo>
                  <a:lnTo>
                    <a:pt x="3765000" y="1443737"/>
                  </a:lnTo>
                  <a:lnTo>
                    <a:pt x="3751649" y="1440660"/>
                  </a:lnTo>
                  <a:lnTo>
                    <a:pt x="3738298" y="1437604"/>
                  </a:lnTo>
                  <a:lnTo>
                    <a:pt x="3724947" y="1434570"/>
                  </a:lnTo>
                  <a:lnTo>
                    <a:pt x="3711596" y="1431559"/>
                  </a:lnTo>
                  <a:lnTo>
                    <a:pt x="3698245" y="1428572"/>
                  </a:lnTo>
                  <a:lnTo>
                    <a:pt x="3684894" y="1425610"/>
                  </a:lnTo>
                  <a:lnTo>
                    <a:pt x="3671543" y="1422673"/>
                  </a:lnTo>
                  <a:lnTo>
                    <a:pt x="3658192" y="1419762"/>
                  </a:lnTo>
                  <a:lnTo>
                    <a:pt x="3644841" y="1416879"/>
                  </a:lnTo>
                  <a:lnTo>
                    <a:pt x="3631490" y="1414024"/>
                  </a:lnTo>
                  <a:lnTo>
                    <a:pt x="3618139" y="1411198"/>
                  </a:lnTo>
                  <a:lnTo>
                    <a:pt x="3604788" y="1408402"/>
                  </a:lnTo>
                  <a:lnTo>
                    <a:pt x="3591437" y="1405637"/>
                  </a:lnTo>
                  <a:lnTo>
                    <a:pt x="3578085" y="1402905"/>
                  </a:lnTo>
                  <a:lnTo>
                    <a:pt x="3564734" y="1400206"/>
                  </a:lnTo>
                  <a:lnTo>
                    <a:pt x="3551383" y="1397541"/>
                  </a:lnTo>
                  <a:lnTo>
                    <a:pt x="3538032" y="1394912"/>
                  </a:lnTo>
                  <a:lnTo>
                    <a:pt x="3524681" y="1392320"/>
                  </a:lnTo>
                  <a:lnTo>
                    <a:pt x="3511330" y="1389766"/>
                  </a:lnTo>
                  <a:lnTo>
                    <a:pt x="3497979" y="1387250"/>
                  </a:lnTo>
                  <a:lnTo>
                    <a:pt x="3484628" y="1384775"/>
                  </a:lnTo>
                  <a:lnTo>
                    <a:pt x="3471277" y="1382342"/>
                  </a:lnTo>
                  <a:lnTo>
                    <a:pt x="3457926" y="1379951"/>
                  </a:lnTo>
                  <a:lnTo>
                    <a:pt x="3444575" y="1377605"/>
                  </a:lnTo>
                  <a:lnTo>
                    <a:pt x="3431224" y="1375304"/>
                  </a:lnTo>
                  <a:lnTo>
                    <a:pt x="3417873" y="1373050"/>
                  </a:lnTo>
                  <a:lnTo>
                    <a:pt x="3404522" y="1370845"/>
                  </a:lnTo>
                  <a:lnTo>
                    <a:pt x="3391171" y="1368689"/>
                  </a:lnTo>
                  <a:lnTo>
                    <a:pt x="3377819" y="1366584"/>
                  </a:lnTo>
                  <a:lnTo>
                    <a:pt x="3364468" y="1364532"/>
                  </a:lnTo>
                  <a:lnTo>
                    <a:pt x="3351117" y="1362534"/>
                  </a:lnTo>
                  <a:lnTo>
                    <a:pt x="3337766" y="1360592"/>
                  </a:lnTo>
                  <a:lnTo>
                    <a:pt x="3324415" y="1358706"/>
                  </a:lnTo>
                  <a:lnTo>
                    <a:pt x="3311064" y="1356880"/>
                  </a:lnTo>
                  <a:lnTo>
                    <a:pt x="3297713" y="1355113"/>
                  </a:lnTo>
                  <a:lnTo>
                    <a:pt x="3284362" y="1353409"/>
                  </a:lnTo>
                  <a:lnTo>
                    <a:pt x="3271011" y="1351767"/>
                  </a:lnTo>
                  <a:lnTo>
                    <a:pt x="3257660" y="1350191"/>
                  </a:lnTo>
                  <a:lnTo>
                    <a:pt x="3244309" y="1348681"/>
                  </a:lnTo>
                  <a:lnTo>
                    <a:pt x="3230958" y="1347239"/>
                  </a:lnTo>
                  <a:lnTo>
                    <a:pt x="3217607" y="1345868"/>
                  </a:lnTo>
                  <a:lnTo>
                    <a:pt x="3204256" y="1344572"/>
                  </a:lnTo>
                  <a:lnTo>
                    <a:pt x="3190905" y="1343353"/>
                  </a:lnTo>
                  <a:lnTo>
                    <a:pt x="3177553" y="1342214"/>
                  </a:lnTo>
                  <a:lnTo>
                    <a:pt x="3164202" y="1341158"/>
                  </a:lnTo>
                  <a:lnTo>
                    <a:pt x="3150851" y="1340187"/>
                  </a:lnTo>
                  <a:lnTo>
                    <a:pt x="3137500" y="1339303"/>
                  </a:lnTo>
                  <a:lnTo>
                    <a:pt x="3124149" y="1338510"/>
                  </a:lnTo>
                  <a:lnTo>
                    <a:pt x="3110798" y="1337808"/>
                  </a:lnTo>
                  <a:lnTo>
                    <a:pt x="3097447" y="1337199"/>
                  </a:lnTo>
                  <a:lnTo>
                    <a:pt x="3084096" y="1336685"/>
                  </a:lnTo>
                  <a:lnTo>
                    <a:pt x="3070745" y="1336268"/>
                  </a:lnTo>
                  <a:lnTo>
                    <a:pt x="3057394" y="1335948"/>
                  </a:lnTo>
                  <a:lnTo>
                    <a:pt x="3044043" y="1335727"/>
                  </a:lnTo>
                  <a:lnTo>
                    <a:pt x="3030692" y="1335605"/>
                  </a:lnTo>
                  <a:lnTo>
                    <a:pt x="3017341" y="1335583"/>
                  </a:lnTo>
                  <a:lnTo>
                    <a:pt x="3003990" y="1335662"/>
                  </a:lnTo>
                  <a:lnTo>
                    <a:pt x="2990639" y="1335841"/>
                  </a:lnTo>
                  <a:lnTo>
                    <a:pt x="2977287" y="1336121"/>
                  </a:lnTo>
                  <a:lnTo>
                    <a:pt x="2963936" y="1336501"/>
                  </a:lnTo>
                  <a:lnTo>
                    <a:pt x="2950585" y="1336981"/>
                  </a:lnTo>
                  <a:lnTo>
                    <a:pt x="2937234" y="1337561"/>
                  </a:lnTo>
                  <a:lnTo>
                    <a:pt x="2923883" y="1338240"/>
                  </a:lnTo>
                  <a:lnTo>
                    <a:pt x="2910532" y="1339017"/>
                  </a:lnTo>
                  <a:lnTo>
                    <a:pt x="2897181" y="1339891"/>
                  </a:lnTo>
                  <a:lnTo>
                    <a:pt x="2883830" y="1340861"/>
                  </a:lnTo>
                  <a:lnTo>
                    <a:pt x="2870479" y="1341926"/>
                  </a:lnTo>
                  <a:lnTo>
                    <a:pt x="2857128" y="1343084"/>
                  </a:lnTo>
                  <a:lnTo>
                    <a:pt x="2843777" y="1344333"/>
                  </a:lnTo>
                  <a:lnTo>
                    <a:pt x="2830426" y="1345673"/>
                  </a:lnTo>
                  <a:lnTo>
                    <a:pt x="2817075" y="1347101"/>
                  </a:lnTo>
                  <a:lnTo>
                    <a:pt x="2803724" y="1348615"/>
                  </a:lnTo>
                  <a:lnTo>
                    <a:pt x="2790373" y="1350214"/>
                  </a:lnTo>
                  <a:lnTo>
                    <a:pt x="2777021" y="1351895"/>
                  </a:lnTo>
                  <a:lnTo>
                    <a:pt x="2763670" y="1353656"/>
                  </a:lnTo>
                  <a:lnTo>
                    <a:pt x="2750319" y="1355495"/>
                  </a:lnTo>
                  <a:lnTo>
                    <a:pt x="2736968" y="1357410"/>
                  </a:lnTo>
                  <a:lnTo>
                    <a:pt x="2723617" y="1359399"/>
                  </a:lnTo>
                  <a:lnTo>
                    <a:pt x="2710266" y="1361459"/>
                  </a:lnTo>
                  <a:lnTo>
                    <a:pt x="2696915" y="1363588"/>
                  </a:lnTo>
                  <a:lnTo>
                    <a:pt x="2683564" y="1365783"/>
                  </a:lnTo>
                  <a:lnTo>
                    <a:pt x="2670213" y="1368043"/>
                  </a:lnTo>
                  <a:lnTo>
                    <a:pt x="2656862" y="1370364"/>
                  </a:lnTo>
                  <a:lnTo>
                    <a:pt x="2643511" y="1372744"/>
                  </a:lnTo>
                  <a:lnTo>
                    <a:pt x="2630160" y="1375182"/>
                  </a:lnTo>
                  <a:lnTo>
                    <a:pt x="2616809" y="1377673"/>
                  </a:lnTo>
                  <a:lnTo>
                    <a:pt x="2603458" y="1380217"/>
                  </a:lnTo>
                  <a:lnTo>
                    <a:pt x="2590107" y="1382811"/>
                  </a:lnTo>
                  <a:lnTo>
                    <a:pt x="2576755" y="1385451"/>
                  </a:lnTo>
                  <a:lnTo>
                    <a:pt x="2563404" y="1388137"/>
                  </a:lnTo>
                  <a:lnTo>
                    <a:pt x="2550053" y="1390865"/>
                  </a:lnTo>
                  <a:lnTo>
                    <a:pt x="2536702" y="1393633"/>
                  </a:lnTo>
                  <a:lnTo>
                    <a:pt x="2523351" y="1396439"/>
                  </a:lnTo>
                  <a:lnTo>
                    <a:pt x="2510000" y="1399281"/>
                  </a:lnTo>
                  <a:lnTo>
                    <a:pt x="2496649" y="1402157"/>
                  </a:lnTo>
                  <a:lnTo>
                    <a:pt x="2483298" y="1405063"/>
                  </a:lnTo>
                  <a:lnTo>
                    <a:pt x="2469947" y="1407999"/>
                  </a:lnTo>
                  <a:lnTo>
                    <a:pt x="2456596" y="1410962"/>
                  </a:lnTo>
                  <a:lnTo>
                    <a:pt x="2443245" y="1413950"/>
                  </a:lnTo>
                  <a:lnTo>
                    <a:pt x="2429894" y="1416961"/>
                  </a:lnTo>
                  <a:lnTo>
                    <a:pt x="2416543" y="1419993"/>
                  </a:lnTo>
                  <a:lnTo>
                    <a:pt x="2403192" y="1423044"/>
                  </a:lnTo>
                  <a:lnTo>
                    <a:pt x="2389841" y="1426112"/>
                  </a:lnTo>
                  <a:lnTo>
                    <a:pt x="2376489" y="1429196"/>
                  </a:lnTo>
                  <a:lnTo>
                    <a:pt x="2363138" y="1432293"/>
                  </a:lnTo>
                  <a:lnTo>
                    <a:pt x="2349787" y="1435402"/>
                  </a:lnTo>
                  <a:lnTo>
                    <a:pt x="2336436" y="1438521"/>
                  </a:lnTo>
                  <a:lnTo>
                    <a:pt x="2323085" y="1441648"/>
                  </a:lnTo>
                  <a:lnTo>
                    <a:pt x="2309734" y="1444782"/>
                  </a:lnTo>
                  <a:lnTo>
                    <a:pt x="2296383" y="1447921"/>
                  </a:lnTo>
                  <a:lnTo>
                    <a:pt x="2283032" y="1451064"/>
                  </a:lnTo>
                  <a:lnTo>
                    <a:pt x="2269681" y="1454209"/>
                  </a:lnTo>
                  <a:lnTo>
                    <a:pt x="2256330" y="1457354"/>
                  </a:lnTo>
                  <a:lnTo>
                    <a:pt x="2242979" y="1460499"/>
                  </a:lnTo>
                  <a:lnTo>
                    <a:pt x="2229628" y="1463641"/>
                  </a:lnTo>
                  <a:lnTo>
                    <a:pt x="2216277" y="1466780"/>
                  </a:lnTo>
                  <a:lnTo>
                    <a:pt x="2202926" y="1469914"/>
                  </a:lnTo>
                  <a:lnTo>
                    <a:pt x="2189575" y="1473042"/>
                  </a:lnTo>
                  <a:lnTo>
                    <a:pt x="2176223" y="1476162"/>
                  </a:lnTo>
                  <a:lnTo>
                    <a:pt x="2162872" y="1479274"/>
                  </a:lnTo>
                  <a:lnTo>
                    <a:pt x="2149521" y="1482376"/>
                  </a:lnTo>
                  <a:lnTo>
                    <a:pt x="2136170" y="1485468"/>
                  </a:lnTo>
                  <a:lnTo>
                    <a:pt x="2122819" y="1488547"/>
                  </a:lnTo>
                  <a:lnTo>
                    <a:pt x="2109468" y="1491614"/>
                  </a:lnTo>
                  <a:lnTo>
                    <a:pt x="2096117" y="1494666"/>
                  </a:lnTo>
                  <a:lnTo>
                    <a:pt x="2082766" y="1497704"/>
                  </a:lnTo>
                  <a:lnTo>
                    <a:pt x="2069415" y="1500726"/>
                  </a:lnTo>
                  <a:lnTo>
                    <a:pt x="2056064" y="1503731"/>
                  </a:lnTo>
                  <a:lnTo>
                    <a:pt x="2042713" y="1506723"/>
                  </a:lnTo>
                  <a:lnTo>
                    <a:pt x="2029362" y="1509704"/>
                  </a:lnTo>
                  <a:lnTo>
                    <a:pt x="2016011" y="1512677"/>
                  </a:lnTo>
                  <a:lnTo>
                    <a:pt x="2002660" y="1515646"/>
                  </a:lnTo>
                  <a:lnTo>
                    <a:pt x="1989309" y="1518614"/>
                  </a:lnTo>
                  <a:lnTo>
                    <a:pt x="1975957" y="1521585"/>
                  </a:lnTo>
                  <a:lnTo>
                    <a:pt x="1962606" y="1524562"/>
                  </a:lnTo>
                  <a:lnTo>
                    <a:pt x="1949255" y="1527547"/>
                  </a:lnTo>
                  <a:lnTo>
                    <a:pt x="1935904" y="1530545"/>
                  </a:lnTo>
                  <a:lnTo>
                    <a:pt x="1922553" y="1533559"/>
                  </a:lnTo>
                  <a:lnTo>
                    <a:pt x="1909202" y="1536591"/>
                  </a:lnTo>
                  <a:lnTo>
                    <a:pt x="1895851" y="1539646"/>
                  </a:lnTo>
                  <a:lnTo>
                    <a:pt x="1882500" y="1542725"/>
                  </a:lnTo>
                  <a:lnTo>
                    <a:pt x="1869149" y="1545832"/>
                  </a:lnTo>
                  <a:lnTo>
                    <a:pt x="1855798" y="1548971"/>
                  </a:lnTo>
                  <a:lnTo>
                    <a:pt x="1842447" y="1552143"/>
                  </a:lnTo>
                  <a:lnTo>
                    <a:pt x="1829096" y="1555352"/>
                  </a:lnTo>
                  <a:lnTo>
                    <a:pt x="1815745" y="1558600"/>
                  </a:lnTo>
                  <a:lnTo>
                    <a:pt x="1802394" y="1561890"/>
                  </a:lnTo>
                  <a:lnTo>
                    <a:pt x="1789042" y="1565225"/>
                  </a:lnTo>
                  <a:lnTo>
                    <a:pt x="1775691" y="1568607"/>
                  </a:lnTo>
                  <a:lnTo>
                    <a:pt x="1762340" y="1572037"/>
                  </a:lnTo>
                  <a:lnTo>
                    <a:pt x="1748989" y="1575518"/>
                  </a:lnTo>
                  <a:lnTo>
                    <a:pt x="1735638" y="1579053"/>
                  </a:lnTo>
                  <a:lnTo>
                    <a:pt x="1722287" y="1582642"/>
                  </a:lnTo>
                  <a:lnTo>
                    <a:pt x="1708936" y="1592385"/>
                  </a:lnTo>
                  <a:lnTo>
                    <a:pt x="1695585" y="1609591"/>
                  </a:lnTo>
                  <a:lnTo>
                    <a:pt x="1682234" y="1626578"/>
                  </a:lnTo>
                  <a:lnTo>
                    <a:pt x="1668883" y="1643336"/>
                  </a:lnTo>
                  <a:lnTo>
                    <a:pt x="1655532" y="1659857"/>
                  </a:lnTo>
                  <a:lnTo>
                    <a:pt x="1642181" y="1676133"/>
                  </a:lnTo>
                  <a:lnTo>
                    <a:pt x="1628830" y="1692156"/>
                  </a:lnTo>
                  <a:lnTo>
                    <a:pt x="1615479" y="1707920"/>
                  </a:lnTo>
                  <a:lnTo>
                    <a:pt x="1602128" y="1723418"/>
                  </a:lnTo>
                  <a:lnTo>
                    <a:pt x="1588776" y="1738645"/>
                  </a:lnTo>
                  <a:lnTo>
                    <a:pt x="1575425" y="1753596"/>
                  </a:lnTo>
                  <a:lnTo>
                    <a:pt x="1562074" y="1768266"/>
                  </a:lnTo>
                  <a:lnTo>
                    <a:pt x="1548723" y="1782652"/>
                  </a:lnTo>
                  <a:lnTo>
                    <a:pt x="1535372" y="1796751"/>
                  </a:lnTo>
                  <a:lnTo>
                    <a:pt x="1522021" y="1810560"/>
                  </a:lnTo>
                  <a:lnTo>
                    <a:pt x="1508670" y="1824078"/>
                  </a:lnTo>
                  <a:lnTo>
                    <a:pt x="1495319" y="1837304"/>
                  </a:lnTo>
                  <a:lnTo>
                    <a:pt x="1481968" y="1850236"/>
                  </a:lnTo>
                  <a:lnTo>
                    <a:pt x="1468617" y="1862877"/>
                  </a:lnTo>
                  <a:lnTo>
                    <a:pt x="1455266" y="1875226"/>
                  </a:lnTo>
                  <a:lnTo>
                    <a:pt x="1441915" y="1887286"/>
                  </a:lnTo>
                  <a:lnTo>
                    <a:pt x="1428564" y="1899059"/>
                  </a:lnTo>
                  <a:lnTo>
                    <a:pt x="1415213" y="1910549"/>
                  </a:lnTo>
                  <a:lnTo>
                    <a:pt x="1401862" y="1921761"/>
                  </a:lnTo>
                  <a:lnTo>
                    <a:pt x="1388510" y="1932700"/>
                  </a:lnTo>
                  <a:lnTo>
                    <a:pt x="1375159" y="1943373"/>
                  </a:lnTo>
                  <a:lnTo>
                    <a:pt x="1361808" y="1953786"/>
                  </a:lnTo>
                  <a:lnTo>
                    <a:pt x="1348457" y="1963955"/>
                  </a:lnTo>
                  <a:lnTo>
                    <a:pt x="1335106" y="1973901"/>
                  </a:lnTo>
                  <a:lnTo>
                    <a:pt x="1321755" y="1983645"/>
                  </a:lnTo>
                  <a:lnTo>
                    <a:pt x="1308404" y="1993208"/>
                  </a:lnTo>
                  <a:lnTo>
                    <a:pt x="1295053" y="2002610"/>
                  </a:lnTo>
                  <a:lnTo>
                    <a:pt x="1281702" y="2011872"/>
                  </a:lnTo>
                  <a:lnTo>
                    <a:pt x="1268351" y="2021012"/>
                  </a:lnTo>
                  <a:lnTo>
                    <a:pt x="1255000" y="2030050"/>
                  </a:lnTo>
                  <a:lnTo>
                    <a:pt x="1241649" y="2039003"/>
                  </a:lnTo>
                  <a:lnTo>
                    <a:pt x="1228298" y="2047888"/>
                  </a:lnTo>
                  <a:lnTo>
                    <a:pt x="1214947" y="2056722"/>
                  </a:lnTo>
                  <a:lnTo>
                    <a:pt x="1201596" y="2065519"/>
                  </a:lnTo>
                  <a:lnTo>
                    <a:pt x="1188244" y="2074293"/>
                  </a:lnTo>
                  <a:lnTo>
                    <a:pt x="1174893" y="2083058"/>
                  </a:lnTo>
                  <a:lnTo>
                    <a:pt x="1161542" y="2091825"/>
                  </a:lnTo>
                  <a:lnTo>
                    <a:pt x="1148191" y="2100605"/>
                  </a:lnTo>
                  <a:lnTo>
                    <a:pt x="1134840" y="2109407"/>
                  </a:lnTo>
                  <a:lnTo>
                    <a:pt x="1121489" y="2118239"/>
                  </a:lnTo>
                  <a:lnTo>
                    <a:pt x="1108138" y="2127109"/>
                  </a:lnTo>
                  <a:lnTo>
                    <a:pt x="1094787" y="2136022"/>
                  </a:lnTo>
                  <a:lnTo>
                    <a:pt x="1081436" y="2144983"/>
                  </a:lnTo>
                  <a:lnTo>
                    <a:pt x="1068085" y="2153995"/>
                  </a:lnTo>
                  <a:lnTo>
                    <a:pt x="1054734" y="2163062"/>
                  </a:lnTo>
                  <a:lnTo>
                    <a:pt x="1041383" y="2172185"/>
                  </a:lnTo>
                  <a:lnTo>
                    <a:pt x="1028032" y="2181365"/>
                  </a:lnTo>
                  <a:lnTo>
                    <a:pt x="1014681" y="2190601"/>
                  </a:lnTo>
                  <a:lnTo>
                    <a:pt x="1001330" y="2199894"/>
                  </a:lnTo>
                  <a:lnTo>
                    <a:pt x="987978" y="2209242"/>
                  </a:lnTo>
                  <a:lnTo>
                    <a:pt x="974627" y="2218642"/>
                  </a:lnTo>
                  <a:lnTo>
                    <a:pt x="961276" y="2228094"/>
                  </a:lnTo>
                  <a:lnTo>
                    <a:pt x="947925" y="2237593"/>
                  </a:lnTo>
                  <a:lnTo>
                    <a:pt x="934574" y="2247137"/>
                  </a:lnTo>
                  <a:lnTo>
                    <a:pt x="921223" y="2256722"/>
                  </a:lnTo>
                  <a:lnTo>
                    <a:pt x="907872" y="2266345"/>
                  </a:lnTo>
                  <a:lnTo>
                    <a:pt x="894521" y="2276001"/>
                  </a:lnTo>
                  <a:lnTo>
                    <a:pt x="881170" y="2285687"/>
                  </a:lnTo>
                  <a:lnTo>
                    <a:pt x="867819" y="2295399"/>
                  </a:lnTo>
                  <a:lnTo>
                    <a:pt x="854468" y="2305132"/>
                  </a:lnTo>
                  <a:lnTo>
                    <a:pt x="841117" y="2314882"/>
                  </a:lnTo>
                  <a:lnTo>
                    <a:pt x="827766" y="2324646"/>
                  </a:lnTo>
                  <a:lnTo>
                    <a:pt x="814415" y="2334418"/>
                  </a:lnTo>
                  <a:lnTo>
                    <a:pt x="801064" y="2344194"/>
                  </a:lnTo>
                  <a:lnTo>
                    <a:pt x="787712" y="2353971"/>
                  </a:lnTo>
                  <a:lnTo>
                    <a:pt x="774361" y="2363744"/>
                  </a:lnTo>
                  <a:lnTo>
                    <a:pt x="761010" y="2373509"/>
                  </a:lnTo>
                  <a:lnTo>
                    <a:pt x="747659" y="2383263"/>
                  </a:lnTo>
                  <a:lnTo>
                    <a:pt x="734308" y="2393001"/>
                  </a:lnTo>
                  <a:lnTo>
                    <a:pt x="720957" y="2402720"/>
                  </a:lnTo>
                  <a:lnTo>
                    <a:pt x="707606" y="2412416"/>
                  </a:lnTo>
                  <a:lnTo>
                    <a:pt x="694255" y="2422086"/>
                  </a:lnTo>
                  <a:lnTo>
                    <a:pt x="680904" y="2431726"/>
                  </a:lnTo>
                  <a:lnTo>
                    <a:pt x="667553" y="2441334"/>
                  </a:lnTo>
                  <a:lnTo>
                    <a:pt x="654202" y="2450905"/>
                  </a:lnTo>
                  <a:lnTo>
                    <a:pt x="640851" y="2460437"/>
                  </a:lnTo>
                  <a:lnTo>
                    <a:pt x="627500" y="2469927"/>
                  </a:lnTo>
                  <a:lnTo>
                    <a:pt x="614149" y="2479373"/>
                  </a:lnTo>
                  <a:lnTo>
                    <a:pt x="600798" y="2488771"/>
                  </a:lnTo>
                  <a:lnTo>
                    <a:pt x="587446" y="2498119"/>
                  </a:lnTo>
                  <a:lnTo>
                    <a:pt x="574095" y="2507414"/>
                  </a:lnTo>
                  <a:lnTo>
                    <a:pt x="560744" y="2516655"/>
                  </a:lnTo>
                  <a:lnTo>
                    <a:pt x="547393" y="2525838"/>
                  </a:lnTo>
                  <a:lnTo>
                    <a:pt x="534042" y="2534963"/>
                  </a:lnTo>
                  <a:lnTo>
                    <a:pt x="520691" y="2544026"/>
                  </a:lnTo>
                  <a:lnTo>
                    <a:pt x="507340" y="2553026"/>
                  </a:lnTo>
                  <a:lnTo>
                    <a:pt x="493989" y="2561961"/>
                  </a:lnTo>
                  <a:lnTo>
                    <a:pt x="480638" y="2570830"/>
                  </a:lnTo>
                  <a:lnTo>
                    <a:pt x="467287" y="2579630"/>
                  </a:lnTo>
                  <a:lnTo>
                    <a:pt x="453936" y="2588360"/>
                  </a:lnTo>
                  <a:lnTo>
                    <a:pt x="440585" y="2597019"/>
                  </a:lnTo>
                  <a:lnTo>
                    <a:pt x="427234" y="2605606"/>
                  </a:lnTo>
                  <a:lnTo>
                    <a:pt x="413883" y="2614118"/>
                  </a:lnTo>
                  <a:lnTo>
                    <a:pt x="400532" y="2622556"/>
                  </a:lnTo>
                  <a:lnTo>
                    <a:pt x="387180" y="2630919"/>
                  </a:lnTo>
                  <a:lnTo>
                    <a:pt x="373829" y="2639208"/>
                  </a:lnTo>
                  <a:lnTo>
                    <a:pt x="360478" y="2647421"/>
                  </a:lnTo>
                  <a:lnTo>
                    <a:pt x="347127" y="2655560"/>
                  </a:lnTo>
                  <a:lnTo>
                    <a:pt x="333776" y="2663624"/>
                  </a:lnTo>
                  <a:lnTo>
                    <a:pt x="320425" y="2671614"/>
                  </a:lnTo>
                  <a:lnTo>
                    <a:pt x="307074" y="2679530"/>
                  </a:lnTo>
                  <a:lnTo>
                    <a:pt x="293723" y="2687372"/>
                  </a:lnTo>
                  <a:lnTo>
                    <a:pt x="280372" y="2695140"/>
                  </a:lnTo>
                  <a:lnTo>
                    <a:pt x="267021" y="2702835"/>
                  </a:lnTo>
                  <a:lnTo>
                    <a:pt x="253670" y="2710458"/>
                  </a:lnTo>
                  <a:lnTo>
                    <a:pt x="240319" y="2718007"/>
                  </a:lnTo>
                  <a:lnTo>
                    <a:pt x="226968" y="2725485"/>
                  </a:lnTo>
                  <a:lnTo>
                    <a:pt x="213617" y="2732890"/>
                  </a:lnTo>
                  <a:lnTo>
                    <a:pt x="200266" y="2740224"/>
                  </a:lnTo>
                  <a:lnTo>
                    <a:pt x="186914" y="2747488"/>
                  </a:lnTo>
                  <a:lnTo>
                    <a:pt x="173563" y="2754681"/>
                  </a:lnTo>
                  <a:lnTo>
                    <a:pt x="160212" y="2761803"/>
                  </a:lnTo>
                  <a:lnTo>
                    <a:pt x="146861" y="2768857"/>
                  </a:lnTo>
                  <a:lnTo>
                    <a:pt x="133510" y="2775841"/>
                  </a:lnTo>
                  <a:lnTo>
                    <a:pt x="120159" y="2782756"/>
                  </a:lnTo>
                  <a:lnTo>
                    <a:pt x="106808" y="2789604"/>
                  </a:lnTo>
                  <a:lnTo>
                    <a:pt x="93457" y="2796384"/>
                  </a:lnTo>
                  <a:lnTo>
                    <a:pt x="80106" y="2803097"/>
                  </a:lnTo>
                  <a:lnTo>
                    <a:pt x="66755" y="2809743"/>
                  </a:lnTo>
                  <a:lnTo>
                    <a:pt x="53404" y="2816324"/>
                  </a:lnTo>
                  <a:lnTo>
                    <a:pt x="40053" y="2822838"/>
                  </a:lnTo>
                  <a:lnTo>
                    <a:pt x="26702" y="2829288"/>
                  </a:lnTo>
                  <a:lnTo>
                    <a:pt x="13351" y="2835674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012852" y="139178"/>
              <a:ext cx="3991969" cy="1753896"/>
            </a:xfrm>
            <a:custGeom>
              <a:avLst/>
              <a:pathLst>
                <a:path w="3991969" h="1753896">
                  <a:moveTo>
                    <a:pt x="0" y="965536"/>
                  </a:moveTo>
                  <a:lnTo>
                    <a:pt x="13351" y="980852"/>
                  </a:lnTo>
                  <a:lnTo>
                    <a:pt x="26702" y="996063"/>
                  </a:lnTo>
                  <a:lnTo>
                    <a:pt x="40053" y="1011171"/>
                  </a:lnTo>
                  <a:lnTo>
                    <a:pt x="53404" y="1026175"/>
                  </a:lnTo>
                  <a:lnTo>
                    <a:pt x="66755" y="1041077"/>
                  </a:lnTo>
                  <a:lnTo>
                    <a:pt x="80106" y="1055877"/>
                  </a:lnTo>
                  <a:lnTo>
                    <a:pt x="93457" y="1070575"/>
                  </a:lnTo>
                  <a:lnTo>
                    <a:pt x="106808" y="1085171"/>
                  </a:lnTo>
                  <a:lnTo>
                    <a:pt x="120159" y="1099666"/>
                  </a:lnTo>
                  <a:lnTo>
                    <a:pt x="133510" y="1114059"/>
                  </a:lnTo>
                  <a:lnTo>
                    <a:pt x="146861" y="1128353"/>
                  </a:lnTo>
                  <a:lnTo>
                    <a:pt x="160212" y="1142545"/>
                  </a:lnTo>
                  <a:lnTo>
                    <a:pt x="173563" y="1156638"/>
                  </a:lnTo>
                  <a:lnTo>
                    <a:pt x="186914" y="1170630"/>
                  </a:lnTo>
                  <a:lnTo>
                    <a:pt x="200266" y="1184523"/>
                  </a:lnTo>
                  <a:lnTo>
                    <a:pt x="213617" y="1198316"/>
                  </a:lnTo>
                  <a:lnTo>
                    <a:pt x="226968" y="1212010"/>
                  </a:lnTo>
                  <a:lnTo>
                    <a:pt x="240319" y="1225604"/>
                  </a:lnTo>
                  <a:lnTo>
                    <a:pt x="253670" y="1239100"/>
                  </a:lnTo>
                  <a:lnTo>
                    <a:pt x="267021" y="1252496"/>
                  </a:lnTo>
                  <a:lnTo>
                    <a:pt x="280372" y="1265793"/>
                  </a:lnTo>
                  <a:lnTo>
                    <a:pt x="293723" y="1278990"/>
                  </a:lnTo>
                  <a:lnTo>
                    <a:pt x="307074" y="1292089"/>
                  </a:lnTo>
                  <a:lnTo>
                    <a:pt x="320425" y="1305088"/>
                  </a:lnTo>
                  <a:lnTo>
                    <a:pt x="333776" y="1317988"/>
                  </a:lnTo>
                  <a:lnTo>
                    <a:pt x="347127" y="1330788"/>
                  </a:lnTo>
                  <a:lnTo>
                    <a:pt x="360478" y="1343489"/>
                  </a:lnTo>
                  <a:lnTo>
                    <a:pt x="373829" y="1356089"/>
                  </a:lnTo>
                  <a:lnTo>
                    <a:pt x="387180" y="1368589"/>
                  </a:lnTo>
                  <a:lnTo>
                    <a:pt x="400532" y="1380988"/>
                  </a:lnTo>
                  <a:lnTo>
                    <a:pt x="413883" y="1393285"/>
                  </a:lnTo>
                  <a:lnTo>
                    <a:pt x="427234" y="1405480"/>
                  </a:lnTo>
                  <a:lnTo>
                    <a:pt x="440585" y="1417569"/>
                  </a:lnTo>
                  <a:lnTo>
                    <a:pt x="453936" y="1429543"/>
                  </a:lnTo>
                  <a:lnTo>
                    <a:pt x="467287" y="1441395"/>
                  </a:lnTo>
                  <a:lnTo>
                    <a:pt x="480638" y="1453119"/>
                  </a:lnTo>
                  <a:lnTo>
                    <a:pt x="493989" y="1464707"/>
                  </a:lnTo>
                  <a:lnTo>
                    <a:pt x="507340" y="1476153"/>
                  </a:lnTo>
                  <a:lnTo>
                    <a:pt x="520691" y="1487451"/>
                  </a:lnTo>
                  <a:lnTo>
                    <a:pt x="534042" y="1498593"/>
                  </a:lnTo>
                  <a:lnTo>
                    <a:pt x="547393" y="1509574"/>
                  </a:lnTo>
                  <a:lnTo>
                    <a:pt x="560744" y="1520386"/>
                  </a:lnTo>
                  <a:lnTo>
                    <a:pt x="574095" y="1531025"/>
                  </a:lnTo>
                  <a:lnTo>
                    <a:pt x="587446" y="1541484"/>
                  </a:lnTo>
                  <a:lnTo>
                    <a:pt x="600798" y="1551757"/>
                  </a:lnTo>
                  <a:lnTo>
                    <a:pt x="614149" y="1561838"/>
                  </a:lnTo>
                  <a:lnTo>
                    <a:pt x="627500" y="1571722"/>
                  </a:lnTo>
                  <a:lnTo>
                    <a:pt x="640851" y="1581402"/>
                  </a:lnTo>
                  <a:lnTo>
                    <a:pt x="654202" y="1590874"/>
                  </a:lnTo>
                  <a:lnTo>
                    <a:pt x="667553" y="1600132"/>
                  </a:lnTo>
                  <a:lnTo>
                    <a:pt x="680904" y="1609170"/>
                  </a:lnTo>
                  <a:lnTo>
                    <a:pt x="694255" y="1617982"/>
                  </a:lnTo>
                  <a:lnTo>
                    <a:pt x="707606" y="1626565"/>
                  </a:lnTo>
                  <a:lnTo>
                    <a:pt x="720957" y="1634912"/>
                  </a:lnTo>
                  <a:lnTo>
                    <a:pt x="734308" y="1643018"/>
                  </a:lnTo>
                  <a:lnTo>
                    <a:pt x="747659" y="1650878"/>
                  </a:lnTo>
                  <a:lnTo>
                    <a:pt x="761010" y="1658487"/>
                  </a:lnTo>
                  <a:lnTo>
                    <a:pt x="774361" y="1665839"/>
                  </a:lnTo>
                  <a:lnTo>
                    <a:pt x="787712" y="1672931"/>
                  </a:lnTo>
                  <a:lnTo>
                    <a:pt x="801064" y="1679756"/>
                  </a:lnTo>
                  <a:lnTo>
                    <a:pt x="814415" y="1686309"/>
                  </a:lnTo>
                  <a:lnTo>
                    <a:pt x="827766" y="1692587"/>
                  </a:lnTo>
                  <a:lnTo>
                    <a:pt x="841117" y="1698583"/>
                  </a:lnTo>
                  <a:lnTo>
                    <a:pt x="854468" y="1704294"/>
                  </a:lnTo>
                  <a:lnTo>
                    <a:pt x="867819" y="1709715"/>
                  </a:lnTo>
                  <a:lnTo>
                    <a:pt x="881170" y="1714840"/>
                  </a:lnTo>
                  <a:lnTo>
                    <a:pt x="894521" y="1719666"/>
                  </a:lnTo>
                  <a:lnTo>
                    <a:pt x="907872" y="1724188"/>
                  </a:lnTo>
                  <a:lnTo>
                    <a:pt x="921223" y="1728403"/>
                  </a:lnTo>
                  <a:lnTo>
                    <a:pt x="934574" y="1732306"/>
                  </a:lnTo>
                  <a:lnTo>
                    <a:pt x="947925" y="1735893"/>
                  </a:lnTo>
                  <a:lnTo>
                    <a:pt x="961276" y="1739162"/>
                  </a:lnTo>
                  <a:lnTo>
                    <a:pt x="974627" y="1742109"/>
                  </a:lnTo>
                  <a:lnTo>
                    <a:pt x="987978" y="1744732"/>
                  </a:lnTo>
                  <a:lnTo>
                    <a:pt x="1001330" y="1747028"/>
                  </a:lnTo>
                  <a:lnTo>
                    <a:pt x="1014681" y="1748996"/>
                  </a:lnTo>
                  <a:lnTo>
                    <a:pt x="1028032" y="1750634"/>
                  </a:lnTo>
                  <a:lnTo>
                    <a:pt x="1041383" y="1751943"/>
                  </a:lnTo>
                  <a:lnTo>
                    <a:pt x="1054734" y="1752922"/>
                  </a:lnTo>
                  <a:lnTo>
                    <a:pt x="1068085" y="1753572"/>
                  </a:lnTo>
                  <a:lnTo>
                    <a:pt x="1081436" y="1753896"/>
                  </a:lnTo>
                  <a:lnTo>
                    <a:pt x="1094787" y="1753895"/>
                  </a:lnTo>
                  <a:lnTo>
                    <a:pt x="1108138" y="1753574"/>
                  </a:lnTo>
                  <a:lnTo>
                    <a:pt x="1121489" y="1752936"/>
                  </a:lnTo>
                  <a:lnTo>
                    <a:pt x="1134840" y="1751988"/>
                  </a:lnTo>
                  <a:lnTo>
                    <a:pt x="1148191" y="1750737"/>
                  </a:lnTo>
                  <a:lnTo>
                    <a:pt x="1161542" y="1749190"/>
                  </a:lnTo>
                  <a:lnTo>
                    <a:pt x="1174893" y="1747355"/>
                  </a:lnTo>
                  <a:lnTo>
                    <a:pt x="1188244" y="1745244"/>
                  </a:lnTo>
                  <a:lnTo>
                    <a:pt x="1201596" y="1742866"/>
                  </a:lnTo>
                  <a:lnTo>
                    <a:pt x="1214947" y="1740233"/>
                  </a:lnTo>
                  <a:lnTo>
                    <a:pt x="1228298" y="1737359"/>
                  </a:lnTo>
                  <a:lnTo>
                    <a:pt x="1241649" y="1734257"/>
                  </a:lnTo>
                  <a:lnTo>
                    <a:pt x="1255000" y="1730941"/>
                  </a:lnTo>
                  <a:lnTo>
                    <a:pt x="1268351" y="1727426"/>
                  </a:lnTo>
                  <a:lnTo>
                    <a:pt x="1281702" y="1723728"/>
                  </a:lnTo>
                  <a:lnTo>
                    <a:pt x="1295053" y="1719863"/>
                  </a:lnTo>
                  <a:lnTo>
                    <a:pt x="1308404" y="1715847"/>
                  </a:lnTo>
                  <a:lnTo>
                    <a:pt x="1321755" y="1711697"/>
                  </a:lnTo>
                  <a:lnTo>
                    <a:pt x="1335106" y="1707430"/>
                  </a:lnTo>
                  <a:lnTo>
                    <a:pt x="1348457" y="1703062"/>
                  </a:lnTo>
                  <a:lnTo>
                    <a:pt x="1361808" y="1698611"/>
                  </a:lnTo>
                  <a:lnTo>
                    <a:pt x="1375159" y="1694093"/>
                  </a:lnTo>
                  <a:lnTo>
                    <a:pt x="1388510" y="1689524"/>
                  </a:lnTo>
                  <a:lnTo>
                    <a:pt x="1401862" y="1684917"/>
                  </a:lnTo>
                  <a:lnTo>
                    <a:pt x="1415213" y="1680287"/>
                  </a:lnTo>
                  <a:lnTo>
                    <a:pt x="1428564" y="1675643"/>
                  </a:lnTo>
                  <a:lnTo>
                    <a:pt x="1441915" y="1670997"/>
                  </a:lnTo>
                  <a:lnTo>
                    <a:pt x="1455266" y="1666358"/>
                  </a:lnTo>
                  <a:lnTo>
                    <a:pt x="1468617" y="1661734"/>
                  </a:lnTo>
                  <a:lnTo>
                    <a:pt x="1481968" y="1657132"/>
                  </a:lnTo>
                  <a:lnTo>
                    <a:pt x="1495319" y="1652560"/>
                  </a:lnTo>
                  <a:lnTo>
                    <a:pt x="1508670" y="1648023"/>
                  </a:lnTo>
                  <a:lnTo>
                    <a:pt x="1522021" y="1643526"/>
                  </a:lnTo>
                  <a:lnTo>
                    <a:pt x="1535372" y="1639074"/>
                  </a:lnTo>
                  <a:lnTo>
                    <a:pt x="1548723" y="1634670"/>
                  </a:lnTo>
                  <a:lnTo>
                    <a:pt x="1562074" y="1630318"/>
                  </a:lnTo>
                  <a:lnTo>
                    <a:pt x="1575425" y="1626019"/>
                  </a:lnTo>
                  <a:lnTo>
                    <a:pt x="1588776" y="1621777"/>
                  </a:lnTo>
                  <a:lnTo>
                    <a:pt x="1602128" y="1617593"/>
                  </a:lnTo>
                  <a:lnTo>
                    <a:pt x="1615479" y="1613468"/>
                  </a:lnTo>
                  <a:lnTo>
                    <a:pt x="1628830" y="1609404"/>
                  </a:lnTo>
                  <a:lnTo>
                    <a:pt x="1642181" y="1605400"/>
                  </a:lnTo>
                  <a:lnTo>
                    <a:pt x="1655532" y="1601457"/>
                  </a:lnTo>
                  <a:lnTo>
                    <a:pt x="1668883" y="1597575"/>
                  </a:lnTo>
                  <a:lnTo>
                    <a:pt x="1682234" y="1593753"/>
                  </a:lnTo>
                  <a:lnTo>
                    <a:pt x="1695585" y="1589991"/>
                  </a:lnTo>
                  <a:lnTo>
                    <a:pt x="1708936" y="1586288"/>
                  </a:lnTo>
                  <a:lnTo>
                    <a:pt x="1722287" y="1574970"/>
                  </a:lnTo>
                  <a:lnTo>
                    <a:pt x="1735638" y="1557356"/>
                  </a:lnTo>
                  <a:lnTo>
                    <a:pt x="1748989" y="1539555"/>
                  </a:lnTo>
                  <a:lnTo>
                    <a:pt x="1762340" y="1521579"/>
                  </a:lnTo>
                  <a:lnTo>
                    <a:pt x="1775691" y="1503439"/>
                  </a:lnTo>
                  <a:lnTo>
                    <a:pt x="1789042" y="1485150"/>
                  </a:lnTo>
                  <a:lnTo>
                    <a:pt x="1802394" y="1466725"/>
                  </a:lnTo>
                  <a:lnTo>
                    <a:pt x="1815745" y="1448179"/>
                  </a:lnTo>
                  <a:lnTo>
                    <a:pt x="1829096" y="1429527"/>
                  </a:lnTo>
                  <a:lnTo>
                    <a:pt x="1842447" y="1410785"/>
                  </a:lnTo>
                  <a:lnTo>
                    <a:pt x="1855798" y="1391969"/>
                  </a:lnTo>
                  <a:lnTo>
                    <a:pt x="1869149" y="1373097"/>
                  </a:lnTo>
                  <a:lnTo>
                    <a:pt x="1882500" y="1354187"/>
                  </a:lnTo>
                  <a:lnTo>
                    <a:pt x="1895851" y="1335257"/>
                  </a:lnTo>
                  <a:lnTo>
                    <a:pt x="1909202" y="1316327"/>
                  </a:lnTo>
                  <a:lnTo>
                    <a:pt x="1922553" y="1297417"/>
                  </a:lnTo>
                  <a:lnTo>
                    <a:pt x="1935904" y="1278547"/>
                  </a:lnTo>
                  <a:lnTo>
                    <a:pt x="1949255" y="1259739"/>
                  </a:lnTo>
                  <a:lnTo>
                    <a:pt x="1962606" y="1241015"/>
                  </a:lnTo>
                  <a:lnTo>
                    <a:pt x="1975957" y="1222396"/>
                  </a:lnTo>
                  <a:lnTo>
                    <a:pt x="1989309" y="1203908"/>
                  </a:lnTo>
                  <a:lnTo>
                    <a:pt x="2002660" y="1185572"/>
                  </a:lnTo>
                  <a:lnTo>
                    <a:pt x="2016011" y="1167414"/>
                  </a:lnTo>
                  <a:lnTo>
                    <a:pt x="2029362" y="1149458"/>
                  </a:lnTo>
                  <a:lnTo>
                    <a:pt x="2042713" y="1131730"/>
                  </a:lnTo>
                  <a:lnTo>
                    <a:pt x="2056064" y="1114255"/>
                  </a:lnTo>
                  <a:lnTo>
                    <a:pt x="2069415" y="1097061"/>
                  </a:lnTo>
                  <a:lnTo>
                    <a:pt x="2082766" y="1080166"/>
                  </a:lnTo>
                  <a:lnTo>
                    <a:pt x="2096117" y="1063576"/>
                  </a:lnTo>
                  <a:lnTo>
                    <a:pt x="2109468" y="1047293"/>
                  </a:lnTo>
                  <a:lnTo>
                    <a:pt x="2122819" y="1031320"/>
                  </a:lnTo>
                  <a:lnTo>
                    <a:pt x="2136170" y="1015656"/>
                  </a:lnTo>
                  <a:lnTo>
                    <a:pt x="2149521" y="1000305"/>
                  </a:lnTo>
                  <a:lnTo>
                    <a:pt x="2162872" y="985265"/>
                  </a:lnTo>
                  <a:lnTo>
                    <a:pt x="2176223" y="970539"/>
                  </a:lnTo>
                  <a:lnTo>
                    <a:pt x="2189575" y="956126"/>
                  </a:lnTo>
                  <a:lnTo>
                    <a:pt x="2202926" y="942026"/>
                  </a:lnTo>
                  <a:lnTo>
                    <a:pt x="2216277" y="928239"/>
                  </a:lnTo>
                  <a:lnTo>
                    <a:pt x="2229628" y="914764"/>
                  </a:lnTo>
                  <a:lnTo>
                    <a:pt x="2242979" y="901600"/>
                  </a:lnTo>
                  <a:lnTo>
                    <a:pt x="2256330" y="888747"/>
                  </a:lnTo>
                  <a:lnTo>
                    <a:pt x="2269681" y="876202"/>
                  </a:lnTo>
                  <a:lnTo>
                    <a:pt x="2283032" y="863963"/>
                  </a:lnTo>
                  <a:lnTo>
                    <a:pt x="2296383" y="852029"/>
                  </a:lnTo>
                  <a:lnTo>
                    <a:pt x="2309734" y="840398"/>
                  </a:lnTo>
                  <a:lnTo>
                    <a:pt x="2323085" y="829066"/>
                  </a:lnTo>
                  <a:lnTo>
                    <a:pt x="2336436" y="818030"/>
                  </a:lnTo>
                  <a:lnTo>
                    <a:pt x="2349787" y="807288"/>
                  </a:lnTo>
                  <a:lnTo>
                    <a:pt x="2363138" y="796836"/>
                  </a:lnTo>
                  <a:lnTo>
                    <a:pt x="2376489" y="786670"/>
                  </a:lnTo>
                  <a:lnTo>
                    <a:pt x="2389841" y="776787"/>
                  </a:lnTo>
                  <a:lnTo>
                    <a:pt x="2403192" y="767182"/>
                  </a:lnTo>
                  <a:lnTo>
                    <a:pt x="2416543" y="757850"/>
                  </a:lnTo>
                  <a:lnTo>
                    <a:pt x="2429894" y="748788"/>
                  </a:lnTo>
                  <a:lnTo>
                    <a:pt x="2443245" y="739990"/>
                  </a:lnTo>
                  <a:lnTo>
                    <a:pt x="2456596" y="731450"/>
                  </a:lnTo>
                  <a:lnTo>
                    <a:pt x="2469947" y="723165"/>
                  </a:lnTo>
                  <a:lnTo>
                    <a:pt x="2483298" y="715127"/>
                  </a:lnTo>
                  <a:lnTo>
                    <a:pt x="2496649" y="707332"/>
                  </a:lnTo>
                  <a:lnTo>
                    <a:pt x="2510000" y="699773"/>
                  </a:lnTo>
                  <a:lnTo>
                    <a:pt x="2523351" y="692444"/>
                  </a:lnTo>
                  <a:lnTo>
                    <a:pt x="2536702" y="685340"/>
                  </a:lnTo>
                  <a:lnTo>
                    <a:pt x="2550053" y="678452"/>
                  </a:lnTo>
                  <a:lnTo>
                    <a:pt x="2563404" y="671776"/>
                  </a:lnTo>
                  <a:lnTo>
                    <a:pt x="2576755" y="665303"/>
                  </a:lnTo>
                  <a:lnTo>
                    <a:pt x="2590107" y="659027"/>
                  </a:lnTo>
                  <a:lnTo>
                    <a:pt x="2603458" y="652941"/>
                  </a:lnTo>
                  <a:lnTo>
                    <a:pt x="2616809" y="647038"/>
                  </a:lnTo>
                  <a:lnTo>
                    <a:pt x="2630160" y="641310"/>
                  </a:lnTo>
                  <a:lnTo>
                    <a:pt x="2643511" y="635750"/>
                  </a:lnTo>
                  <a:lnTo>
                    <a:pt x="2656862" y="630349"/>
                  </a:lnTo>
                  <a:lnTo>
                    <a:pt x="2670213" y="625102"/>
                  </a:lnTo>
                  <a:lnTo>
                    <a:pt x="2683564" y="619999"/>
                  </a:lnTo>
                  <a:lnTo>
                    <a:pt x="2696915" y="615032"/>
                  </a:lnTo>
                  <a:lnTo>
                    <a:pt x="2710266" y="610195"/>
                  </a:lnTo>
                  <a:lnTo>
                    <a:pt x="2723617" y="605479"/>
                  </a:lnTo>
                  <a:lnTo>
                    <a:pt x="2736968" y="600876"/>
                  </a:lnTo>
                  <a:lnTo>
                    <a:pt x="2750319" y="596378"/>
                  </a:lnTo>
                  <a:lnTo>
                    <a:pt x="2763670" y="591977"/>
                  </a:lnTo>
                  <a:lnTo>
                    <a:pt x="2777021" y="587666"/>
                  </a:lnTo>
                  <a:lnTo>
                    <a:pt x="2790373" y="583435"/>
                  </a:lnTo>
                  <a:lnTo>
                    <a:pt x="2803724" y="579278"/>
                  </a:lnTo>
                  <a:lnTo>
                    <a:pt x="2817075" y="575186"/>
                  </a:lnTo>
                  <a:lnTo>
                    <a:pt x="2830426" y="571151"/>
                  </a:lnTo>
                  <a:lnTo>
                    <a:pt x="2843777" y="567166"/>
                  </a:lnTo>
                  <a:lnTo>
                    <a:pt x="2857128" y="563222"/>
                  </a:lnTo>
                  <a:lnTo>
                    <a:pt x="2870479" y="559313"/>
                  </a:lnTo>
                  <a:lnTo>
                    <a:pt x="2883830" y="555431"/>
                  </a:lnTo>
                  <a:lnTo>
                    <a:pt x="2897181" y="551568"/>
                  </a:lnTo>
                  <a:lnTo>
                    <a:pt x="2910532" y="547717"/>
                  </a:lnTo>
                  <a:lnTo>
                    <a:pt x="2923883" y="543870"/>
                  </a:lnTo>
                  <a:lnTo>
                    <a:pt x="2937234" y="540022"/>
                  </a:lnTo>
                  <a:lnTo>
                    <a:pt x="2950585" y="536165"/>
                  </a:lnTo>
                  <a:lnTo>
                    <a:pt x="2963936" y="532291"/>
                  </a:lnTo>
                  <a:lnTo>
                    <a:pt x="2977287" y="528396"/>
                  </a:lnTo>
                  <a:lnTo>
                    <a:pt x="2990639" y="524473"/>
                  </a:lnTo>
                  <a:lnTo>
                    <a:pt x="3003990" y="520515"/>
                  </a:lnTo>
                  <a:lnTo>
                    <a:pt x="3017341" y="516516"/>
                  </a:lnTo>
                  <a:lnTo>
                    <a:pt x="3030692" y="512472"/>
                  </a:lnTo>
                  <a:lnTo>
                    <a:pt x="3044043" y="508376"/>
                  </a:lnTo>
                  <a:lnTo>
                    <a:pt x="3057394" y="504223"/>
                  </a:lnTo>
                  <a:lnTo>
                    <a:pt x="3070745" y="500008"/>
                  </a:lnTo>
                  <a:lnTo>
                    <a:pt x="3084096" y="495727"/>
                  </a:lnTo>
                  <a:lnTo>
                    <a:pt x="3097447" y="491374"/>
                  </a:lnTo>
                  <a:lnTo>
                    <a:pt x="3110798" y="486946"/>
                  </a:lnTo>
                  <a:lnTo>
                    <a:pt x="3124149" y="482438"/>
                  </a:lnTo>
                  <a:lnTo>
                    <a:pt x="3137500" y="477846"/>
                  </a:lnTo>
                  <a:lnTo>
                    <a:pt x="3150851" y="473168"/>
                  </a:lnTo>
                  <a:lnTo>
                    <a:pt x="3164202" y="468398"/>
                  </a:lnTo>
                  <a:lnTo>
                    <a:pt x="3177553" y="463535"/>
                  </a:lnTo>
                  <a:lnTo>
                    <a:pt x="3190905" y="458574"/>
                  </a:lnTo>
                  <a:lnTo>
                    <a:pt x="3204256" y="453514"/>
                  </a:lnTo>
                  <a:lnTo>
                    <a:pt x="3217607" y="448351"/>
                  </a:lnTo>
                  <a:lnTo>
                    <a:pt x="3230958" y="443084"/>
                  </a:lnTo>
                  <a:lnTo>
                    <a:pt x="3244309" y="437709"/>
                  </a:lnTo>
                  <a:lnTo>
                    <a:pt x="3257660" y="432226"/>
                  </a:lnTo>
                  <a:lnTo>
                    <a:pt x="3271011" y="426635"/>
                  </a:lnTo>
                  <a:lnTo>
                    <a:pt x="3284362" y="420938"/>
                  </a:lnTo>
                  <a:lnTo>
                    <a:pt x="3297713" y="415137"/>
                  </a:lnTo>
                  <a:lnTo>
                    <a:pt x="3311064" y="409233"/>
                  </a:lnTo>
                  <a:lnTo>
                    <a:pt x="3324415" y="403228"/>
                  </a:lnTo>
                  <a:lnTo>
                    <a:pt x="3337766" y="397123"/>
                  </a:lnTo>
                  <a:lnTo>
                    <a:pt x="3351117" y="390919"/>
                  </a:lnTo>
                  <a:lnTo>
                    <a:pt x="3364468" y="384618"/>
                  </a:lnTo>
                  <a:lnTo>
                    <a:pt x="3377819" y="378221"/>
                  </a:lnTo>
                  <a:lnTo>
                    <a:pt x="3391171" y="371731"/>
                  </a:lnTo>
                  <a:lnTo>
                    <a:pt x="3404522" y="365147"/>
                  </a:lnTo>
                  <a:lnTo>
                    <a:pt x="3417873" y="358472"/>
                  </a:lnTo>
                  <a:lnTo>
                    <a:pt x="3431224" y="351707"/>
                  </a:lnTo>
                  <a:lnTo>
                    <a:pt x="3444575" y="344853"/>
                  </a:lnTo>
                  <a:lnTo>
                    <a:pt x="3457926" y="337911"/>
                  </a:lnTo>
                  <a:lnTo>
                    <a:pt x="3471277" y="330883"/>
                  </a:lnTo>
                  <a:lnTo>
                    <a:pt x="3484628" y="323770"/>
                  </a:lnTo>
                  <a:lnTo>
                    <a:pt x="3497979" y="316573"/>
                  </a:lnTo>
                  <a:lnTo>
                    <a:pt x="3511330" y="309294"/>
                  </a:lnTo>
                  <a:lnTo>
                    <a:pt x="3524681" y="301933"/>
                  </a:lnTo>
                  <a:lnTo>
                    <a:pt x="3538032" y="294491"/>
                  </a:lnTo>
                  <a:lnTo>
                    <a:pt x="3551383" y="286970"/>
                  </a:lnTo>
                  <a:lnTo>
                    <a:pt x="3564734" y="279372"/>
                  </a:lnTo>
                  <a:lnTo>
                    <a:pt x="3578085" y="271695"/>
                  </a:lnTo>
                  <a:lnTo>
                    <a:pt x="3591437" y="263943"/>
                  </a:lnTo>
                  <a:lnTo>
                    <a:pt x="3604788" y="256116"/>
                  </a:lnTo>
                  <a:lnTo>
                    <a:pt x="3618139" y="248214"/>
                  </a:lnTo>
                  <a:lnTo>
                    <a:pt x="3631490" y="240240"/>
                  </a:lnTo>
                  <a:lnTo>
                    <a:pt x="3644841" y="232192"/>
                  </a:lnTo>
                  <a:lnTo>
                    <a:pt x="3658192" y="224074"/>
                  </a:lnTo>
                  <a:lnTo>
                    <a:pt x="3671543" y="215885"/>
                  </a:lnTo>
                  <a:lnTo>
                    <a:pt x="3684894" y="207626"/>
                  </a:lnTo>
                  <a:lnTo>
                    <a:pt x="3698245" y="199298"/>
                  </a:lnTo>
                  <a:lnTo>
                    <a:pt x="3711596" y="190902"/>
                  </a:lnTo>
                  <a:lnTo>
                    <a:pt x="3724947" y="182438"/>
                  </a:lnTo>
                  <a:lnTo>
                    <a:pt x="3738298" y="173908"/>
                  </a:lnTo>
                  <a:lnTo>
                    <a:pt x="3751649" y="165312"/>
                  </a:lnTo>
                  <a:lnTo>
                    <a:pt x="3765000" y="156651"/>
                  </a:lnTo>
                  <a:lnTo>
                    <a:pt x="3778352" y="147925"/>
                  </a:lnTo>
                  <a:lnTo>
                    <a:pt x="3791703" y="139135"/>
                  </a:lnTo>
                  <a:lnTo>
                    <a:pt x="3805054" y="130282"/>
                  </a:lnTo>
                  <a:lnTo>
                    <a:pt x="3818405" y="121366"/>
                  </a:lnTo>
                  <a:lnTo>
                    <a:pt x="3831756" y="112388"/>
                  </a:lnTo>
                  <a:lnTo>
                    <a:pt x="3845107" y="103349"/>
                  </a:lnTo>
                  <a:lnTo>
                    <a:pt x="3858458" y="94249"/>
                  </a:lnTo>
                  <a:lnTo>
                    <a:pt x="3871809" y="85088"/>
                  </a:lnTo>
                  <a:lnTo>
                    <a:pt x="3885160" y="75867"/>
                  </a:lnTo>
                  <a:lnTo>
                    <a:pt x="3898511" y="66587"/>
                  </a:lnTo>
                  <a:lnTo>
                    <a:pt x="3911862" y="57248"/>
                  </a:lnTo>
                  <a:lnTo>
                    <a:pt x="3925213" y="47850"/>
                  </a:lnTo>
                  <a:lnTo>
                    <a:pt x="3938564" y="38394"/>
                  </a:lnTo>
                  <a:lnTo>
                    <a:pt x="3951915" y="28881"/>
                  </a:lnTo>
                  <a:lnTo>
                    <a:pt x="3965266" y="19311"/>
                  </a:lnTo>
                  <a:lnTo>
                    <a:pt x="3978618" y="9683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12852" y="1474761"/>
              <a:ext cx="3991969" cy="1506412"/>
            </a:xfrm>
            <a:custGeom>
              <a:avLst/>
              <a:pathLst>
                <a:path w="3991969" h="1506412">
                  <a:moveTo>
                    <a:pt x="3991969" y="163063"/>
                  </a:moveTo>
                  <a:lnTo>
                    <a:pt x="3978618" y="159724"/>
                  </a:lnTo>
                  <a:lnTo>
                    <a:pt x="3965266" y="156396"/>
                  </a:lnTo>
                  <a:lnTo>
                    <a:pt x="3951915" y="153080"/>
                  </a:lnTo>
                  <a:lnTo>
                    <a:pt x="3938564" y="149775"/>
                  </a:lnTo>
                  <a:lnTo>
                    <a:pt x="3925213" y="146483"/>
                  </a:lnTo>
                  <a:lnTo>
                    <a:pt x="3911862" y="143204"/>
                  </a:lnTo>
                  <a:lnTo>
                    <a:pt x="3898511" y="139938"/>
                  </a:lnTo>
                  <a:lnTo>
                    <a:pt x="3885160" y="136687"/>
                  </a:lnTo>
                  <a:lnTo>
                    <a:pt x="3871809" y="133450"/>
                  </a:lnTo>
                  <a:lnTo>
                    <a:pt x="3858458" y="130228"/>
                  </a:lnTo>
                  <a:lnTo>
                    <a:pt x="3845107" y="127022"/>
                  </a:lnTo>
                  <a:lnTo>
                    <a:pt x="3831756" y="123832"/>
                  </a:lnTo>
                  <a:lnTo>
                    <a:pt x="3818405" y="120659"/>
                  </a:lnTo>
                  <a:lnTo>
                    <a:pt x="3805054" y="117504"/>
                  </a:lnTo>
                  <a:lnTo>
                    <a:pt x="3791703" y="114368"/>
                  </a:lnTo>
                  <a:lnTo>
                    <a:pt x="3778352" y="111251"/>
                  </a:lnTo>
                  <a:lnTo>
                    <a:pt x="3765000" y="108153"/>
                  </a:lnTo>
                  <a:lnTo>
                    <a:pt x="3751649" y="105076"/>
                  </a:lnTo>
                  <a:lnTo>
                    <a:pt x="3738298" y="102020"/>
                  </a:lnTo>
                  <a:lnTo>
                    <a:pt x="3724947" y="98986"/>
                  </a:lnTo>
                  <a:lnTo>
                    <a:pt x="3711596" y="95976"/>
                  </a:lnTo>
                  <a:lnTo>
                    <a:pt x="3698245" y="92989"/>
                  </a:lnTo>
                  <a:lnTo>
                    <a:pt x="3684894" y="90026"/>
                  </a:lnTo>
                  <a:lnTo>
                    <a:pt x="3671543" y="87089"/>
                  </a:lnTo>
                  <a:lnTo>
                    <a:pt x="3658192" y="84179"/>
                  </a:lnTo>
                  <a:lnTo>
                    <a:pt x="3644841" y="81295"/>
                  </a:lnTo>
                  <a:lnTo>
                    <a:pt x="3631490" y="78440"/>
                  </a:lnTo>
                  <a:lnTo>
                    <a:pt x="3618139" y="75614"/>
                  </a:lnTo>
                  <a:lnTo>
                    <a:pt x="3604788" y="72818"/>
                  </a:lnTo>
                  <a:lnTo>
                    <a:pt x="3591437" y="70054"/>
                  </a:lnTo>
                  <a:lnTo>
                    <a:pt x="3578085" y="67321"/>
                  </a:lnTo>
                  <a:lnTo>
                    <a:pt x="3564734" y="64622"/>
                  </a:lnTo>
                  <a:lnTo>
                    <a:pt x="3551383" y="61958"/>
                  </a:lnTo>
                  <a:lnTo>
                    <a:pt x="3538032" y="59329"/>
                  </a:lnTo>
                  <a:lnTo>
                    <a:pt x="3524681" y="56736"/>
                  </a:lnTo>
                  <a:lnTo>
                    <a:pt x="3511330" y="54182"/>
                  </a:lnTo>
                  <a:lnTo>
                    <a:pt x="3497979" y="51666"/>
                  </a:lnTo>
                  <a:lnTo>
                    <a:pt x="3484628" y="49191"/>
                  </a:lnTo>
                  <a:lnTo>
                    <a:pt x="3471277" y="46758"/>
                  </a:lnTo>
                  <a:lnTo>
                    <a:pt x="3457926" y="44368"/>
                  </a:lnTo>
                  <a:lnTo>
                    <a:pt x="3444575" y="42021"/>
                  </a:lnTo>
                  <a:lnTo>
                    <a:pt x="3431224" y="39720"/>
                  </a:lnTo>
                  <a:lnTo>
                    <a:pt x="3417873" y="37467"/>
                  </a:lnTo>
                  <a:lnTo>
                    <a:pt x="3404522" y="35261"/>
                  </a:lnTo>
                  <a:lnTo>
                    <a:pt x="3391171" y="33105"/>
                  </a:lnTo>
                  <a:lnTo>
                    <a:pt x="3377819" y="31000"/>
                  </a:lnTo>
                  <a:lnTo>
                    <a:pt x="3364468" y="28948"/>
                  </a:lnTo>
                  <a:lnTo>
                    <a:pt x="3351117" y="26950"/>
                  </a:lnTo>
                  <a:lnTo>
                    <a:pt x="3337766" y="25008"/>
                  </a:lnTo>
                  <a:lnTo>
                    <a:pt x="3324415" y="23123"/>
                  </a:lnTo>
                  <a:lnTo>
                    <a:pt x="3311064" y="21296"/>
                  </a:lnTo>
                  <a:lnTo>
                    <a:pt x="3297713" y="19530"/>
                  </a:lnTo>
                  <a:lnTo>
                    <a:pt x="3284362" y="17825"/>
                  </a:lnTo>
                  <a:lnTo>
                    <a:pt x="3271011" y="16183"/>
                  </a:lnTo>
                  <a:lnTo>
                    <a:pt x="3257660" y="14607"/>
                  </a:lnTo>
                  <a:lnTo>
                    <a:pt x="3244309" y="13097"/>
                  </a:lnTo>
                  <a:lnTo>
                    <a:pt x="3230958" y="11655"/>
                  </a:lnTo>
                  <a:lnTo>
                    <a:pt x="3217607" y="10285"/>
                  </a:lnTo>
                  <a:lnTo>
                    <a:pt x="3204256" y="8988"/>
                  </a:lnTo>
                  <a:lnTo>
                    <a:pt x="3190905" y="7769"/>
                  </a:lnTo>
                  <a:lnTo>
                    <a:pt x="3177553" y="6630"/>
                  </a:lnTo>
                  <a:lnTo>
                    <a:pt x="3164202" y="5574"/>
                  </a:lnTo>
                  <a:lnTo>
                    <a:pt x="3150851" y="4603"/>
                  </a:lnTo>
                  <a:lnTo>
                    <a:pt x="3137500" y="3720"/>
                  </a:lnTo>
                  <a:lnTo>
                    <a:pt x="3124149" y="2926"/>
                  </a:lnTo>
                  <a:lnTo>
                    <a:pt x="3110798" y="2224"/>
                  </a:lnTo>
                  <a:lnTo>
                    <a:pt x="3097447" y="1615"/>
                  </a:lnTo>
                  <a:lnTo>
                    <a:pt x="3084096" y="1101"/>
                  </a:lnTo>
                  <a:lnTo>
                    <a:pt x="3070745" y="684"/>
                  </a:lnTo>
                  <a:lnTo>
                    <a:pt x="3057394" y="364"/>
                  </a:lnTo>
                  <a:lnTo>
                    <a:pt x="3044043" y="143"/>
                  </a:lnTo>
                  <a:lnTo>
                    <a:pt x="3030692" y="21"/>
                  </a:lnTo>
                  <a:lnTo>
                    <a:pt x="3017341" y="0"/>
                  </a:lnTo>
                  <a:lnTo>
                    <a:pt x="3003990" y="78"/>
                  </a:lnTo>
                  <a:lnTo>
                    <a:pt x="2990639" y="257"/>
                  </a:lnTo>
                  <a:lnTo>
                    <a:pt x="2977287" y="537"/>
                  </a:lnTo>
                  <a:lnTo>
                    <a:pt x="2963936" y="917"/>
                  </a:lnTo>
                  <a:lnTo>
                    <a:pt x="2950585" y="1398"/>
                  </a:lnTo>
                  <a:lnTo>
                    <a:pt x="2937234" y="1978"/>
                  </a:lnTo>
                  <a:lnTo>
                    <a:pt x="2923883" y="2656"/>
                  </a:lnTo>
                  <a:lnTo>
                    <a:pt x="2910532" y="3433"/>
                  </a:lnTo>
                  <a:lnTo>
                    <a:pt x="2897181" y="4308"/>
                  </a:lnTo>
                  <a:lnTo>
                    <a:pt x="2883830" y="5278"/>
                  </a:lnTo>
                  <a:lnTo>
                    <a:pt x="2870479" y="6342"/>
                  </a:lnTo>
                  <a:lnTo>
                    <a:pt x="2857128" y="7500"/>
                  </a:lnTo>
                  <a:lnTo>
                    <a:pt x="2843777" y="8750"/>
                  </a:lnTo>
                  <a:lnTo>
                    <a:pt x="2830426" y="10089"/>
                  </a:lnTo>
                  <a:lnTo>
                    <a:pt x="2817075" y="11517"/>
                  </a:lnTo>
                  <a:lnTo>
                    <a:pt x="2803724" y="13031"/>
                  </a:lnTo>
                  <a:lnTo>
                    <a:pt x="2790373" y="14630"/>
                  </a:lnTo>
                  <a:lnTo>
                    <a:pt x="2777021" y="16311"/>
                  </a:lnTo>
                  <a:lnTo>
                    <a:pt x="2763670" y="18072"/>
                  </a:lnTo>
                  <a:lnTo>
                    <a:pt x="2750319" y="19912"/>
                  </a:lnTo>
                  <a:lnTo>
                    <a:pt x="2736968" y="21827"/>
                  </a:lnTo>
                  <a:lnTo>
                    <a:pt x="2723617" y="23815"/>
                  </a:lnTo>
                  <a:lnTo>
                    <a:pt x="2710266" y="25875"/>
                  </a:lnTo>
                  <a:lnTo>
                    <a:pt x="2696915" y="28004"/>
                  </a:lnTo>
                  <a:lnTo>
                    <a:pt x="2683564" y="30200"/>
                  </a:lnTo>
                  <a:lnTo>
                    <a:pt x="2670213" y="32459"/>
                  </a:lnTo>
                  <a:lnTo>
                    <a:pt x="2656862" y="34780"/>
                  </a:lnTo>
                  <a:lnTo>
                    <a:pt x="2643511" y="37161"/>
                  </a:lnTo>
                  <a:lnTo>
                    <a:pt x="2630160" y="39598"/>
                  </a:lnTo>
                  <a:lnTo>
                    <a:pt x="2616809" y="42090"/>
                  </a:lnTo>
                  <a:lnTo>
                    <a:pt x="2603458" y="44634"/>
                  </a:lnTo>
                  <a:lnTo>
                    <a:pt x="2590107" y="47227"/>
                  </a:lnTo>
                  <a:lnTo>
                    <a:pt x="2576755" y="49868"/>
                  </a:lnTo>
                  <a:lnTo>
                    <a:pt x="2563404" y="52553"/>
                  </a:lnTo>
                  <a:lnTo>
                    <a:pt x="2550053" y="55281"/>
                  </a:lnTo>
                  <a:lnTo>
                    <a:pt x="2536702" y="58049"/>
                  </a:lnTo>
                  <a:lnTo>
                    <a:pt x="2523351" y="60856"/>
                  </a:lnTo>
                  <a:lnTo>
                    <a:pt x="2510000" y="63697"/>
                  </a:lnTo>
                  <a:lnTo>
                    <a:pt x="2496649" y="66573"/>
                  </a:lnTo>
                  <a:lnTo>
                    <a:pt x="2483298" y="69480"/>
                  </a:lnTo>
                  <a:lnTo>
                    <a:pt x="2469947" y="72416"/>
                  </a:lnTo>
                  <a:lnTo>
                    <a:pt x="2456596" y="75378"/>
                  </a:lnTo>
                  <a:lnTo>
                    <a:pt x="2443245" y="78366"/>
                  </a:lnTo>
                  <a:lnTo>
                    <a:pt x="2429894" y="81377"/>
                  </a:lnTo>
                  <a:lnTo>
                    <a:pt x="2416543" y="84409"/>
                  </a:lnTo>
                  <a:lnTo>
                    <a:pt x="2403192" y="87461"/>
                  </a:lnTo>
                  <a:lnTo>
                    <a:pt x="2389841" y="90529"/>
                  </a:lnTo>
                  <a:lnTo>
                    <a:pt x="2376489" y="93612"/>
                  </a:lnTo>
                  <a:lnTo>
                    <a:pt x="2363138" y="96709"/>
                  </a:lnTo>
                  <a:lnTo>
                    <a:pt x="2349787" y="99818"/>
                  </a:lnTo>
                  <a:lnTo>
                    <a:pt x="2336436" y="102937"/>
                  </a:lnTo>
                  <a:lnTo>
                    <a:pt x="2323085" y="106065"/>
                  </a:lnTo>
                  <a:lnTo>
                    <a:pt x="2309734" y="109199"/>
                  </a:lnTo>
                  <a:lnTo>
                    <a:pt x="2296383" y="112338"/>
                  </a:lnTo>
                  <a:lnTo>
                    <a:pt x="2283032" y="115480"/>
                  </a:lnTo>
                  <a:lnTo>
                    <a:pt x="2269681" y="118625"/>
                  </a:lnTo>
                  <a:lnTo>
                    <a:pt x="2256330" y="121771"/>
                  </a:lnTo>
                  <a:lnTo>
                    <a:pt x="2242979" y="124915"/>
                  </a:lnTo>
                  <a:lnTo>
                    <a:pt x="2229628" y="128058"/>
                  </a:lnTo>
                  <a:lnTo>
                    <a:pt x="2216277" y="131196"/>
                  </a:lnTo>
                  <a:lnTo>
                    <a:pt x="2202926" y="134330"/>
                  </a:lnTo>
                  <a:lnTo>
                    <a:pt x="2189575" y="137458"/>
                  </a:lnTo>
                  <a:lnTo>
                    <a:pt x="2176223" y="140579"/>
                  </a:lnTo>
                  <a:lnTo>
                    <a:pt x="2162872" y="143690"/>
                  </a:lnTo>
                  <a:lnTo>
                    <a:pt x="2149521" y="146793"/>
                  </a:lnTo>
                  <a:lnTo>
                    <a:pt x="2136170" y="149884"/>
                  </a:lnTo>
                  <a:lnTo>
                    <a:pt x="2122819" y="152963"/>
                  </a:lnTo>
                  <a:lnTo>
                    <a:pt x="2109468" y="156030"/>
                  </a:lnTo>
                  <a:lnTo>
                    <a:pt x="2096117" y="159082"/>
                  </a:lnTo>
                  <a:lnTo>
                    <a:pt x="2082766" y="162120"/>
                  </a:lnTo>
                  <a:lnTo>
                    <a:pt x="2069415" y="165142"/>
                  </a:lnTo>
                  <a:lnTo>
                    <a:pt x="2056064" y="168148"/>
                  </a:lnTo>
                  <a:lnTo>
                    <a:pt x="2042713" y="171139"/>
                  </a:lnTo>
                  <a:lnTo>
                    <a:pt x="2029362" y="174120"/>
                  </a:lnTo>
                  <a:lnTo>
                    <a:pt x="2016011" y="177093"/>
                  </a:lnTo>
                  <a:lnTo>
                    <a:pt x="2002660" y="180062"/>
                  </a:lnTo>
                  <a:lnTo>
                    <a:pt x="1989309" y="183031"/>
                  </a:lnTo>
                  <a:lnTo>
                    <a:pt x="1975957" y="186001"/>
                  </a:lnTo>
                  <a:lnTo>
                    <a:pt x="1962606" y="188978"/>
                  </a:lnTo>
                  <a:lnTo>
                    <a:pt x="1949255" y="191964"/>
                  </a:lnTo>
                  <a:lnTo>
                    <a:pt x="1935904" y="194962"/>
                  </a:lnTo>
                  <a:lnTo>
                    <a:pt x="1922553" y="197975"/>
                  </a:lnTo>
                  <a:lnTo>
                    <a:pt x="1909202" y="201008"/>
                  </a:lnTo>
                  <a:lnTo>
                    <a:pt x="1895851" y="204062"/>
                  </a:lnTo>
                  <a:lnTo>
                    <a:pt x="1882500" y="207141"/>
                  </a:lnTo>
                  <a:lnTo>
                    <a:pt x="1869149" y="210249"/>
                  </a:lnTo>
                  <a:lnTo>
                    <a:pt x="1855798" y="213387"/>
                  </a:lnTo>
                  <a:lnTo>
                    <a:pt x="1842447" y="216559"/>
                  </a:lnTo>
                  <a:lnTo>
                    <a:pt x="1829096" y="219768"/>
                  </a:lnTo>
                  <a:lnTo>
                    <a:pt x="1815745" y="223016"/>
                  </a:lnTo>
                  <a:lnTo>
                    <a:pt x="1802394" y="226307"/>
                  </a:lnTo>
                  <a:lnTo>
                    <a:pt x="1789042" y="229641"/>
                  </a:lnTo>
                  <a:lnTo>
                    <a:pt x="1775691" y="233023"/>
                  </a:lnTo>
                  <a:lnTo>
                    <a:pt x="1762340" y="236453"/>
                  </a:lnTo>
                  <a:lnTo>
                    <a:pt x="1748989" y="239935"/>
                  </a:lnTo>
                  <a:lnTo>
                    <a:pt x="1735638" y="243469"/>
                  </a:lnTo>
                  <a:lnTo>
                    <a:pt x="1722287" y="247059"/>
                  </a:lnTo>
                  <a:lnTo>
                    <a:pt x="1708936" y="256801"/>
                  </a:lnTo>
                  <a:lnTo>
                    <a:pt x="1695585" y="274007"/>
                  </a:lnTo>
                  <a:lnTo>
                    <a:pt x="1682234" y="290994"/>
                  </a:lnTo>
                  <a:lnTo>
                    <a:pt x="1668883" y="307752"/>
                  </a:lnTo>
                  <a:lnTo>
                    <a:pt x="1655532" y="324273"/>
                  </a:lnTo>
                  <a:lnTo>
                    <a:pt x="1642181" y="340549"/>
                  </a:lnTo>
                  <a:lnTo>
                    <a:pt x="1628830" y="356572"/>
                  </a:lnTo>
                  <a:lnTo>
                    <a:pt x="1615479" y="372336"/>
                  </a:lnTo>
                  <a:lnTo>
                    <a:pt x="1602128" y="387834"/>
                  </a:lnTo>
                  <a:lnTo>
                    <a:pt x="1588776" y="403061"/>
                  </a:lnTo>
                  <a:lnTo>
                    <a:pt x="1575425" y="418012"/>
                  </a:lnTo>
                  <a:lnTo>
                    <a:pt x="1562074" y="432682"/>
                  </a:lnTo>
                  <a:lnTo>
                    <a:pt x="1548723" y="447069"/>
                  </a:lnTo>
                  <a:lnTo>
                    <a:pt x="1535372" y="461167"/>
                  </a:lnTo>
                  <a:lnTo>
                    <a:pt x="1522021" y="474977"/>
                  </a:lnTo>
                  <a:lnTo>
                    <a:pt x="1508670" y="488495"/>
                  </a:lnTo>
                  <a:lnTo>
                    <a:pt x="1495319" y="501720"/>
                  </a:lnTo>
                  <a:lnTo>
                    <a:pt x="1481968" y="514653"/>
                  </a:lnTo>
                  <a:lnTo>
                    <a:pt x="1468617" y="527293"/>
                  </a:lnTo>
                  <a:lnTo>
                    <a:pt x="1455266" y="539642"/>
                  </a:lnTo>
                  <a:lnTo>
                    <a:pt x="1441915" y="551702"/>
                  </a:lnTo>
                  <a:lnTo>
                    <a:pt x="1428564" y="563475"/>
                  </a:lnTo>
                  <a:lnTo>
                    <a:pt x="1415213" y="574966"/>
                  </a:lnTo>
                  <a:lnTo>
                    <a:pt x="1401862" y="586178"/>
                  </a:lnTo>
                  <a:lnTo>
                    <a:pt x="1388510" y="597117"/>
                  </a:lnTo>
                  <a:lnTo>
                    <a:pt x="1375159" y="607789"/>
                  </a:lnTo>
                  <a:lnTo>
                    <a:pt x="1361808" y="618203"/>
                  </a:lnTo>
                  <a:lnTo>
                    <a:pt x="1348457" y="628372"/>
                  </a:lnTo>
                  <a:lnTo>
                    <a:pt x="1335106" y="638318"/>
                  </a:lnTo>
                  <a:lnTo>
                    <a:pt x="1321755" y="648061"/>
                  </a:lnTo>
                  <a:lnTo>
                    <a:pt x="1308404" y="657624"/>
                  </a:lnTo>
                  <a:lnTo>
                    <a:pt x="1295053" y="667027"/>
                  </a:lnTo>
                  <a:lnTo>
                    <a:pt x="1281702" y="676288"/>
                  </a:lnTo>
                  <a:lnTo>
                    <a:pt x="1268351" y="685429"/>
                  </a:lnTo>
                  <a:lnTo>
                    <a:pt x="1255000" y="694467"/>
                  </a:lnTo>
                  <a:lnTo>
                    <a:pt x="1241649" y="703419"/>
                  </a:lnTo>
                  <a:lnTo>
                    <a:pt x="1228298" y="712305"/>
                  </a:lnTo>
                  <a:lnTo>
                    <a:pt x="1214947" y="721138"/>
                  </a:lnTo>
                  <a:lnTo>
                    <a:pt x="1201596" y="729935"/>
                  </a:lnTo>
                  <a:lnTo>
                    <a:pt x="1188244" y="738709"/>
                  </a:lnTo>
                  <a:lnTo>
                    <a:pt x="1174893" y="747474"/>
                  </a:lnTo>
                  <a:lnTo>
                    <a:pt x="1161542" y="756241"/>
                  </a:lnTo>
                  <a:lnTo>
                    <a:pt x="1148191" y="765021"/>
                  </a:lnTo>
                  <a:lnTo>
                    <a:pt x="1134840" y="773823"/>
                  </a:lnTo>
                  <a:lnTo>
                    <a:pt x="1121489" y="782655"/>
                  </a:lnTo>
                  <a:lnTo>
                    <a:pt x="1108138" y="791525"/>
                  </a:lnTo>
                  <a:lnTo>
                    <a:pt x="1094787" y="800438"/>
                  </a:lnTo>
                  <a:lnTo>
                    <a:pt x="1081436" y="809399"/>
                  </a:lnTo>
                  <a:lnTo>
                    <a:pt x="1068085" y="818412"/>
                  </a:lnTo>
                  <a:lnTo>
                    <a:pt x="1054734" y="827479"/>
                  </a:lnTo>
                  <a:lnTo>
                    <a:pt x="1041383" y="836601"/>
                  </a:lnTo>
                  <a:lnTo>
                    <a:pt x="1028032" y="845781"/>
                  </a:lnTo>
                  <a:lnTo>
                    <a:pt x="1014681" y="855018"/>
                  </a:lnTo>
                  <a:lnTo>
                    <a:pt x="1001330" y="864310"/>
                  </a:lnTo>
                  <a:lnTo>
                    <a:pt x="987978" y="873658"/>
                  </a:lnTo>
                  <a:lnTo>
                    <a:pt x="974627" y="883059"/>
                  </a:lnTo>
                  <a:lnTo>
                    <a:pt x="961276" y="892510"/>
                  </a:lnTo>
                  <a:lnTo>
                    <a:pt x="947925" y="902009"/>
                  </a:lnTo>
                  <a:lnTo>
                    <a:pt x="934574" y="911553"/>
                  </a:lnTo>
                  <a:lnTo>
                    <a:pt x="921223" y="921138"/>
                  </a:lnTo>
                  <a:lnTo>
                    <a:pt x="907872" y="930761"/>
                  </a:lnTo>
                  <a:lnTo>
                    <a:pt x="894521" y="940417"/>
                  </a:lnTo>
                  <a:lnTo>
                    <a:pt x="881170" y="950104"/>
                  </a:lnTo>
                  <a:lnTo>
                    <a:pt x="867819" y="959815"/>
                  </a:lnTo>
                  <a:lnTo>
                    <a:pt x="854468" y="969548"/>
                  </a:lnTo>
                  <a:lnTo>
                    <a:pt x="841117" y="979299"/>
                  </a:lnTo>
                  <a:lnTo>
                    <a:pt x="827766" y="989062"/>
                  </a:lnTo>
                  <a:lnTo>
                    <a:pt x="814415" y="998834"/>
                  </a:lnTo>
                  <a:lnTo>
                    <a:pt x="801064" y="1008610"/>
                  </a:lnTo>
                  <a:lnTo>
                    <a:pt x="787712" y="1018387"/>
                  </a:lnTo>
                  <a:lnTo>
                    <a:pt x="774361" y="1028160"/>
                  </a:lnTo>
                  <a:lnTo>
                    <a:pt x="761010" y="1037925"/>
                  </a:lnTo>
                  <a:lnTo>
                    <a:pt x="747659" y="1047679"/>
                  </a:lnTo>
                  <a:lnTo>
                    <a:pt x="734308" y="1057417"/>
                  </a:lnTo>
                  <a:lnTo>
                    <a:pt x="720957" y="1067136"/>
                  </a:lnTo>
                  <a:lnTo>
                    <a:pt x="707606" y="1076832"/>
                  </a:lnTo>
                  <a:lnTo>
                    <a:pt x="694255" y="1086502"/>
                  </a:lnTo>
                  <a:lnTo>
                    <a:pt x="680904" y="1096143"/>
                  </a:lnTo>
                  <a:lnTo>
                    <a:pt x="667553" y="1105750"/>
                  </a:lnTo>
                  <a:lnTo>
                    <a:pt x="654202" y="1115321"/>
                  </a:lnTo>
                  <a:lnTo>
                    <a:pt x="640851" y="1124853"/>
                  </a:lnTo>
                  <a:lnTo>
                    <a:pt x="627500" y="1134344"/>
                  </a:lnTo>
                  <a:lnTo>
                    <a:pt x="614149" y="1143789"/>
                  </a:lnTo>
                  <a:lnTo>
                    <a:pt x="600798" y="1153187"/>
                  </a:lnTo>
                  <a:lnTo>
                    <a:pt x="587446" y="1162535"/>
                  </a:lnTo>
                  <a:lnTo>
                    <a:pt x="574095" y="1171830"/>
                  </a:lnTo>
                  <a:lnTo>
                    <a:pt x="560744" y="1181071"/>
                  </a:lnTo>
                  <a:lnTo>
                    <a:pt x="547393" y="1190255"/>
                  </a:lnTo>
                  <a:lnTo>
                    <a:pt x="534042" y="1199379"/>
                  </a:lnTo>
                  <a:lnTo>
                    <a:pt x="520691" y="1208442"/>
                  </a:lnTo>
                  <a:lnTo>
                    <a:pt x="507340" y="1217442"/>
                  </a:lnTo>
                  <a:lnTo>
                    <a:pt x="493989" y="1226377"/>
                  </a:lnTo>
                  <a:lnTo>
                    <a:pt x="480638" y="1235246"/>
                  </a:lnTo>
                  <a:lnTo>
                    <a:pt x="467287" y="1244046"/>
                  </a:lnTo>
                  <a:lnTo>
                    <a:pt x="453936" y="1252777"/>
                  </a:lnTo>
                  <a:lnTo>
                    <a:pt x="440585" y="1261436"/>
                  </a:lnTo>
                  <a:lnTo>
                    <a:pt x="427234" y="1270022"/>
                  </a:lnTo>
                  <a:lnTo>
                    <a:pt x="413883" y="1278535"/>
                  </a:lnTo>
                  <a:lnTo>
                    <a:pt x="400532" y="1286973"/>
                  </a:lnTo>
                  <a:lnTo>
                    <a:pt x="387180" y="1295336"/>
                  </a:lnTo>
                  <a:lnTo>
                    <a:pt x="373829" y="1303624"/>
                  </a:lnTo>
                  <a:lnTo>
                    <a:pt x="360478" y="1311837"/>
                  </a:lnTo>
                  <a:lnTo>
                    <a:pt x="347127" y="1319976"/>
                  </a:lnTo>
                  <a:lnTo>
                    <a:pt x="333776" y="1328041"/>
                  </a:lnTo>
                  <a:lnTo>
                    <a:pt x="320425" y="1336031"/>
                  </a:lnTo>
                  <a:lnTo>
                    <a:pt x="307074" y="1343946"/>
                  </a:lnTo>
                  <a:lnTo>
                    <a:pt x="293723" y="1351788"/>
                  </a:lnTo>
                  <a:lnTo>
                    <a:pt x="280372" y="1359557"/>
                  </a:lnTo>
                  <a:lnTo>
                    <a:pt x="267021" y="1367252"/>
                  </a:lnTo>
                  <a:lnTo>
                    <a:pt x="253670" y="1374874"/>
                  </a:lnTo>
                  <a:lnTo>
                    <a:pt x="240319" y="1382423"/>
                  </a:lnTo>
                  <a:lnTo>
                    <a:pt x="226968" y="1389901"/>
                  </a:lnTo>
                  <a:lnTo>
                    <a:pt x="213617" y="1397306"/>
                  </a:lnTo>
                  <a:lnTo>
                    <a:pt x="200266" y="1404641"/>
                  </a:lnTo>
                  <a:lnTo>
                    <a:pt x="186914" y="1411904"/>
                  </a:lnTo>
                  <a:lnTo>
                    <a:pt x="173563" y="1419097"/>
                  </a:lnTo>
                  <a:lnTo>
                    <a:pt x="160212" y="1426220"/>
                  </a:lnTo>
                  <a:lnTo>
                    <a:pt x="146861" y="1433273"/>
                  </a:lnTo>
                  <a:lnTo>
                    <a:pt x="133510" y="1440257"/>
                  </a:lnTo>
                  <a:lnTo>
                    <a:pt x="120159" y="1447173"/>
                  </a:lnTo>
                  <a:lnTo>
                    <a:pt x="106808" y="1454020"/>
                  </a:lnTo>
                  <a:lnTo>
                    <a:pt x="93457" y="1460800"/>
                  </a:lnTo>
                  <a:lnTo>
                    <a:pt x="80106" y="1467513"/>
                  </a:lnTo>
                  <a:lnTo>
                    <a:pt x="66755" y="1474160"/>
                  </a:lnTo>
                  <a:lnTo>
                    <a:pt x="53404" y="1480740"/>
                  </a:lnTo>
                  <a:lnTo>
                    <a:pt x="40053" y="1487255"/>
                  </a:lnTo>
                  <a:lnTo>
                    <a:pt x="26702" y="1493705"/>
                  </a:lnTo>
                  <a:lnTo>
                    <a:pt x="13351" y="1500090"/>
                  </a:lnTo>
                  <a:lnTo>
                    <a:pt x="0" y="1506412"/>
                  </a:lnTo>
                  <a:lnTo>
                    <a:pt x="0" y="1506412"/>
                  </a:lnTo>
                  <a:lnTo>
                    <a:pt x="0" y="15064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012852" y="994728"/>
              <a:ext cx="3991969" cy="1366618"/>
            </a:xfrm>
            <a:custGeom>
              <a:avLst/>
              <a:pathLst>
                <a:path w="3991969" h="1366618">
                  <a:moveTo>
                    <a:pt x="0" y="1366618"/>
                  </a:moveTo>
                  <a:lnTo>
                    <a:pt x="13351" y="1364029"/>
                  </a:lnTo>
                  <a:lnTo>
                    <a:pt x="26702" y="1361435"/>
                  </a:lnTo>
                  <a:lnTo>
                    <a:pt x="40053" y="1358835"/>
                  </a:lnTo>
                  <a:lnTo>
                    <a:pt x="53404" y="1356230"/>
                  </a:lnTo>
                  <a:lnTo>
                    <a:pt x="66755" y="1353619"/>
                  </a:lnTo>
                  <a:lnTo>
                    <a:pt x="80106" y="1351003"/>
                  </a:lnTo>
                  <a:lnTo>
                    <a:pt x="93457" y="1348381"/>
                  </a:lnTo>
                  <a:lnTo>
                    <a:pt x="106808" y="1345753"/>
                  </a:lnTo>
                  <a:lnTo>
                    <a:pt x="120159" y="1343120"/>
                  </a:lnTo>
                  <a:lnTo>
                    <a:pt x="133510" y="1340482"/>
                  </a:lnTo>
                  <a:lnTo>
                    <a:pt x="146861" y="1337838"/>
                  </a:lnTo>
                  <a:lnTo>
                    <a:pt x="160212" y="1335188"/>
                  </a:lnTo>
                  <a:lnTo>
                    <a:pt x="173563" y="1332533"/>
                  </a:lnTo>
                  <a:lnTo>
                    <a:pt x="186914" y="1329872"/>
                  </a:lnTo>
                  <a:lnTo>
                    <a:pt x="200266" y="1327205"/>
                  </a:lnTo>
                  <a:lnTo>
                    <a:pt x="213617" y="1324533"/>
                  </a:lnTo>
                  <a:lnTo>
                    <a:pt x="226968" y="1321855"/>
                  </a:lnTo>
                  <a:lnTo>
                    <a:pt x="240319" y="1319172"/>
                  </a:lnTo>
                  <a:lnTo>
                    <a:pt x="253670" y="1316483"/>
                  </a:lnTo>
                  <a:lnTo>
                    <a:pt x="267021" y="1313788"/>
                  </a:lnTo>
                  <a:lnTo>
                    <a:pt x="280372" y="1311087"/>
                  </a:lnTo>
                  <a:lnTo>
                    <a:pt x="293723" y="1308381"/>
                  </a:lnTo>
                  <a:lnTo>
                    <a:pt x="307074" y="1305669"/>
                  </a:lnTo>
                  <a:lnTo>
                    <a:pt x="320425" y="1302951"/>
                  </a:lnTo>
                  <a:lnTo>
                    <a:pt x="333776" y="1300227"/>
                  </a:lnTo>
                  <a:lnTo>
                    <a:pt x="347127" y="1297498"/>
                  </a:lnTo>
                  <a:lnTo>
                    <a:pt x="360478" y="1294763"/>
                  </a:lnTo>
                  <a:lnTo>
                    <a:pt x="373829" y="1292022"/>
                  </a:lnTo>
                  <a:lnTo>
                    <a:pt x="387180" y="1289276"/>
                  </a:lnTo>
                  <a:lnTo>
                    <a:pt x="400532" y="1286523"/>
                  </a:lnTo>
                  <a:lnTo>
                    <a:pt x="413883" y="1283765"/>
                  </a:lnTo>
                  <a:lnTo>
                    <a:pt x="427234" y="1281001"/>
                  </a:lnTo>
                  <a:lnTo>
                    <a:pt x="440585" y="1278230"/>
                  </a:lnTo>
                  <a:lnTo>
                    <a:pt x="453936" y="1275450"/>
                  </a:lnTo>
                  <a:lnTo>
                    <a:pt x="467287" y="1272662"/>
                  </a:lnTo>
                  <a:lnTo>
                    <a:pt x="480638" y="1269862"/>
                  </a:lnTo>
                  <a:lnTo>
                    <a:pt x="493989" y="1267050"/>
                  </a:lnTo>
                  <a:lnTo>
                    <a:pt x="507340" y="1264224"/>
                  </a:lnTo>
                  <a:lnTo>
                    <a:pt x="520691" y="1261383"/>
                  </a:lnTo>
                  <a:lnTo>
                    <a:pt x="534042" y="1258525"/>
                  </a:lnTo>
                  <a:lnTo>
                    <a:pt x="547393" y="1255648"/>
                  </a:lnTo>
                  <a:lnTo>
                    <a:pt x="560744" y="1252752"/>
                  </a:lnTo>
                  <a:lnTo>
                    <a:pt x="574095" y="1249835"/>
                  </a:lnTo>
                  <a:lnTo>
                    <a:pt x="587446" y="1246895"/>
                  </a:lnTo>
                  <a:lnTo>
                    <a:pt x="600798" y="1243930"/>
                  </a:lnTo>
                  <a:lnTo>
                    <a:pt x="614149" y="1240940"/>
                  </a:lnTo>
                  <a:lnTo>
                    <a:pt x="627500" y="1237922"/>
                  </a:lnTo>
                  <a:lnTo>
                    <a:pt x="640851" y="1234876"/>
                  </a:lnTo>
                  <a:lnTo>
                    <a:pt x="654202" y="1231798"/>
                  </a:lnTo>
                  <a:lnTo>
                    <a:pt x="667553" y="1228689"/>
                  </a:lnTo>
                  <a:lnTo>
                    <a:pt x="680904" y="1225545"/>
                  </a:lnTo>
                  <a:lnTo>
                    <a:pt x="694255" y="1222366"/>
                  </a:lnTo>
                  <a:lnTo>
                    <a:pt x="707606" y="1219150"/>
                  </a:lnTo>
                  <a:lnTo>
                    <a:pt x="720957" y="1215896"/>
                  </a:lnTo>
                  <a:lnTo>
                    <a:pt x="734308" y="1212601"/>
                  </a:lnTo>
                  <a:lnTo>
                    <a:pt x="747659" y="1209263"/>
                  </a:lnTo>
                  <a:lnTo>
                    <a:pt x="761010" y="1205882"/>
                  </a:lnTo>
                  <a:lnTo>
                    <a:pt x="774361" y="1202455"/>
                  </a:lnTo>
                  <a:lnTo>
                    <a:pt x="787712" y="1198981"/>
                  </a:lnTo>
                  <a:lnTo>
                    <a:pt x="801064" y="1195457"/>
                  </a:lnTo>
                  <a:lnTo>
                    <a:pt x="814415" y="1191883"/>
                  </a:lnTo>
                  <a:lnTo>
                    <a:pt x="827766" y="1188256"/>
                  </a:lnTo>
                  <a:lnTo>
                    <a:pt x="841117" y="1184574"/>
                  </a:lnTo>
                  <a:lnTo>
                    <a:pt x="854468" y="1180836"/>
                  </a:lnTo>
                  <a:lnTo>
                    <a:pt x="867819" y="1177039"/>
                  </a:lnTo>
                  <a:lnTo>
                    <a:pt x="881170" y="1173182"/>
                  </a:lnTo>
                  <a:lnTo>
                    <a:pt x="894521" y="1169263"/>
                  </a:lnTo>
                  <a:lnTo>
                    <a:pt x="907872" y="1165280"/>
                  </a:lnTo>
                  <a:lnTo>
                    <a:pt x="921223" y="1161231"/>
                  </a:lnTo>
                  <a:lnTo>
                    <a:pt x="934574" y="1157113"/>
                  </a:lnTo>
                  <a:lnTo>
                    <a:pt x="947925" y="1152926"/>
                  </a:lnTo>
                  <a:lnTo>
                    <a:pt x="961276" y="1148666"/>
                  </a:lnTo>
                  <a:lnTo>
                    <a:pt x="974627" y="1144332"/>
                  </a:lnTo>
                  <a:lnTo>
                    <a:pt x="987978" y="1139922"/>
                  </a:lnTo>
                  <a:lnTo>
                    <a:pt x="1001330" y="1135433"/>
                  </a:lnTo>
                  <a:lnTo>
                    <a:pt x="1014681" y="1130863"/>
                  </a:lnTo>
                  <a:lnTo>
                    <a:pt x="1028032" y="1126210"/>
                  </a:lnTo>
                  <a:lnTo>
                    <a:pt x="1041383" y="1121472"/>
                  </a:lnTo>
                  <a:lnTo>
                    <a:pt x="1054734" y="1116647"/>
                  </a:lnTo>
                  <a:lnTo>
                    <a:pt x="1068085" y="1111732"/>
                  </a:lnTo>
                  <a:lnTo>
                    <a:pt x="1081436" y="1106725"/>
                  </a:lnTo>
                  <a:lnTo>
                    <a:pt x="1094787" y="1101623"/>
                  </a:lnTo>
                  <a:lnTo>
                    <a:pt x="1108138" y="1096425"/>
                  </a:lnTo>
                  <a:lnTo>
                    <a:pt x="1121489" y="1091127"/>
                  </a:lnTo>
                  <a:lnTo>
                    <a:pt x="1134840" y="1085727"/>
                  </a:lnTo>
                  <a:lnTo>
                    <a:pt x="1148191" y="1080223"/>
                  </a:lnTo>
                  <a:lnTo>
                    <a:pt x="1161542" y="1074612"/>
                  </a:lnTo>
                  <a:lnTo>
                    <a:pt x="1174893" y="1068891"/>
                  </a:lnTo>
                  <a:lnTo>
                    <a:pt x="1188244" y="1063057"/>
                  </a:lnTo>
                  <a:lnTo>
                    <a:pt x="1201596" y="1057109"/>
                  </a:lnTo>
                  <a:lnTo>
                    <a:pt x="1214947" y="1051043"/>
                  </a:lnTo>
                  <a:lnTo>
                    <a:pt x="1228298" y="1044856"/>
                  </a:lnTo>
                  <a:lnTo>
                    <a:pt x="1241649" y="1038545"/>
                  </a:lnTo>
                  <a:lnTo>
                    <a:pt x="1255000" y="1032108"/>
                  </a:lnTo>
                  <a:lnTo>
                    <a:pt x="1268351" y="1025542"/>
                  </a:lnTo>
                  <a:lnTo>
                    <a:pt x="1281702" y="1018842"/>
                  </a:lnTo>
                  <a:lnTo>
                    <a:pt x="1295053" y="1012007"/>
                  </a:lnTo>
                  <a:lnTo>
                    <a:pt x="1308404" y="1005034"/>
                  </a:lnTo>
                  <a:lnTo>
                    <a:pt x="1321755" y="997918"/>
                  </a:lnTo>
                  <a:lnTo>
                    <a:pt x="1335106" y="990656"/>
                  </a:lnTo>
                  <a:lnTo>
                    <a:pt x="1348457" y="983246"/>
                  </a:lnTo>
                  <a:lnTo>
                    <a:pt x="1361808" y="975683"/>
                  </a:lnTo>
                  <a:lnTo>
                    <a:pt x="1375159" y="967965"/>
                  </a:lnTo>
                  <a:lnTo>
                    <a:pt x="1388510" y="960091"/>
                  </a:lnTo>
                  <a:lnTo>
                    <a:pt x="1401862" y="952065"/>
                  </a:lnTo>
                  <a:lnTo>
                    <a:pt x="1415213" y="943890"/>
                  </a:lnTo>
                  <a:lnTo>
                    <a:pt x="1428564" y="935568"/>
                  </a:lnTo>
                  <a:lnTo>
                    <a:pt x="1441915" y="927104"/>
                  </a:lnTo>
                  <a:lnTo>
                    <a:pt x="1455266" y="918501"/>
                  </a:lnTo>
                  <a:lnTo>
                    <a:pt x="1468617" y="909763"/>
                  </a:lnTo>
                  <a:lnTo>
                    <a:pt x="1481968" y="900892"/>
                  </a:lnTo>
                  <a:lnTo>
                    <a:pt x="1495319" y="891893"/>
                  </a:lnTo>
                  <a:lnTo>
                    <a:pt x="1508670" y="882769"/>
                  </a:lnTo>
                  <a:lnTo>
                    <a:pt x="1522021" y="873524"/>
                  </a:lnTo>
                  <a:lnTo>
                    <a:pt x="1535372" y="864162"/>
                  </a:lnTo>
                  <a:lnTo>
                    <a:pt x="1548723" y="854688"/>
                  </a:lnTo>
                  <a:lnTo>
                    <a:pt x="1562074" y="845104"/>
                  </a:lnTo>
                  <a:lnTo>
                    <a:pt x="1575425" y="835416"/>
                  </a:lnTo>
                  <a:lnTo>
                    <a:pt x="1588776" y="825628"/>
                  </a:lnTo>
                  <a:lnTo>
                    <a:pt x="1602128" y="815744"/>
                  </a:lnTo>
                  <a:lnTo>
                    <a:pt x="1615479" y="805769"/>
                  </a:lnTo>
                  <a:lnTo>
                    <a:pt x="1628830" y="795707"/>
                  </a:lnTo>
                  <a:lnTo>
                    <a:pt x="1642181" y="785562"/>
                  </a:lnTo>
                  <a:lnTo>
                    <a:pt x="1655532" y="775341"/>
                  </a:lnTo>
                  <a:lnTo>
                    <a:pt x="1668883" y="765048"/>
                  </a:lnTo>
                  <a:lnTo>
                    <a:pt x="1682234" y="754688"/>
                  </a:lnTo>
                  <a:lnTo>
                    <a:pt x="1695585" y="744267"/>
                  </a:lnTo>
                  <a:lnTo>
                    <a:pt x="1708936" y="733788"/>
                  </a:lnTo>
                  <a:lnTo>
                    <a:pt x="1722287" y="723260"/>
                  </a:lnTo>
                  <a:lnTo>
                    <a:pt x="1735638" y="712686"/>
                  </a:lnTo>
                  <a:lnTo>
                    <a:pt x="1748989" y="702072"/>
                  </a:lnTo>
                  <a:lnTo>
                    <a:pt x="1762340" y="691425"/>
                  </a:lnTo>
                  <a:lnTo>
                    <a:pt x="1775691" y="680751"/>
                  </a:lnTo>
                  <a:lnTo>
                    <a:pt x="1789042" y="670055"/>
                  </a:lnTo>
                  <a:lnTo>
                    <a:pt x="1802394" y="659344"/>
                  </a:lnTo>
                  <a:lnTo>
                    <a:pt x="1815745" y="648624"/>
                  </a:lnTo>
                  <a:lnTo>
                    <a:pt x="1829096" y="637903"/>
                  </a:lnTo>
                  <a:lnTo>
                    <a:pt x="1842447" y="627186"/>
                  </a:lnTo>
                  <a:lnTo>
                    <a:pt x="1855798" y="616480"/>
                  </a:lnTo>
                  <a:lnTo>
                    <a:pt x="1869149" y="605793"/>
                  </a:lnTo>
                  <a:lnTo>
                    <a:pt x="1882500" y="595132"/>
                  </a:lnTo>
                  <a:lnTo>
                    <a:pt x="1895851" y="584503"/>
                  </a:lnTo>
                  <a:lnTo>
                    <a:pt x="1909202" y="573915"/>
                  </a:lnTo>
                  <a:lnTo>
                    <a:pt x="1922553" y="563375"/>
                  </a:lnTo>
                  <a:lnTo>
                    <a:pt x="1935904" y="552889"/>
                  </a:lnTo>
                  <a:lnTo>
                    <a:pt x="1949255" y="542467"/>
                  </a:lnTo>
                  <a:lnTo>
                    <a:pt x="1962606" y="532116"/>
                  </a:lnTo>
                  <a:lnTo>
                    <a:pt x="1975957" y="521844"/>
                  </a:lnTo>
                  <a:lnTo>
                    <a:pt x="1989309" y="511660"/>
                  </a:lnTo>
                  <a:lnTo>
                    <a:pt x="2002660" y="501570"/>
                  </a:lnTo>
                  <a:lnTo>
                    <a:pt x="2016011" y="491585"/>
                  </a:lnTo>
                  <a:lnTo>
                    <a:pt x="2029362" y="481712"/>
                  </a:lnTo>
                  <a:lnTo>
                    <a:pt x="2042713" y="471960"/>
                  </a:lnTo>
                  <a:lnTo>
                    <a:pt x="2056064" y="462337"/>
                  </a:lnTo>
                  <a:lnTo>
                    <a:pt x="2069415" y="452853"/>
                  </a:lnTo>
                  <a:lnTo>
                    <a:pt x="2082766" y="443514"/>
                  </a:lnTo>
                  <a:lnTo>
                    <a:pt x="2096117" y="434321"/>
                  </a:lnTo>
                  <a:lnTo>
                    <a:pt x="2109468" y="425274"/>
                  </a:lnTo>
                  <a:lnTo>
                    <a:pt x="2122819" y="416374"/>
                  </a:lnTo>
                  <a:lnTo>
                    <a:pt x="2136170" y="407619"/>
                  </a:lnTo>
                  <a:lnTo>
                    <a:pt x="2149521" y="399010"/>
                  </a:lnTo>
                  <a:lnTo>
                    <a:pt x="2162872" y="390547"/>
                  </a:lnTo>
                  <a:lnTo>
                    <a:pt x="2176223" y="382229"/>
                  </a:lnTo>
                  <a:lnTo>
                    <a:pt x="2189575" y="374057"/>
                  </a:lnTo>
                  <a:lnTo>
                    <a:pt x="2202926" y="366029"/>
                  </a:lnTo>
                  <a:lnTo>
                    <a:pt x="2216277" y="358146"/>
                  </a:lnTo>
                  <a:lnTo>
                    <a:pt x="2229628" y="350406"/>
                  </a:lnTo>
                  <a:lnTo>
                    <a:pt x="2242979" y="342810"/>
                  </a:lnTo>
                  <a:lnTo>
                    <a:pt x="2256330" y="335356"/>
                  </a:lnTo>
                  <a:lnTo>
                    <a:pt x="2269681" y="328045"/>
                  </a:lnTo>
                  <a:lnTo>
                    <a:pt x="2283032" y="320874"/>
                  </a:lnTo>
                  <a:lnTo>
                    <a:pt x="2296383" y="313845"/>
                  </a:lnTo>
                  <a:lnTo>
                    <a:pt x="2309734" y="306955"/>
                  </a:lnTo>
                  <a:lnTo>
                    <a:pt x="2323085" y="300203"/>
                  </a:lnTo>
                  <a:lnTo>
                    <a:pt x="2336436" y="293590"/>
                  </a:lnTo>
                  <a:lnTo>
                    <a:pt x="2349787" y="287113"/>
                  </a:lnTo>
                  <a:lnTo>
                    <a:pt x="2363138" y="280772"/>
                  </a:lnTo>
                  <a:lnTo>
                    <a:pt x="2376489" y="274566"/>
                  </a:lnTo>
                  <a:lnTo>
                    <a:pt x="2389841" y="268494"/>
                  </a:lnTo>
                  <a:lnTo>
                    <a:pt x="2403192" y="262554"/>
                  </a:lnTo>
                  <a:lnTo>
                    <a:pt x="2416543" y="256745"/>
                  </a:lnTo>
                  <a:lnTo>
                    <a:pt x="2429894" y="251066"/>
                  </a:lnTo>
                  <a:lnTo>
                    <a:pt x="2443245" y="245516"/>
                  </a:lnTo>
                  <a:lnTo>
                    <a:pt x="2456596" y="240093"/>
                  </a:lnTo>
                  <a:lnTo>
                    <a:pt x="2469947" y="234796"/>
                  </a:lnTo>
                  <a:lnTo>
                    <a:pt x="2483298" y="229623"/>
                  </a:lnTo>
                  <a:lnTo>
                    <a:pt x="2496649" y="224573"/>
                  </a:lnTo>
                  <a:lnTo>
                    <a:pt x="2510000" y="219644"/>
                  </a:lnTo>
                  <a:lnTo>
                    <a:pt x="2523351" y="214835"/>
                  </a:lnTo>
                  <a:lnTo>
                    <a:pt x="2536702" y="210145"/>
                  </a:lnTo>
                  <a:lnTo>
                    <a:pt x="2550053" y="205571"/>
                  </a:lnTo>
                  <a:lnTo>
                    <a:pt x="2563404" y="201111"/>
                  </a:lnTo>
                  <a:lnTo>
                    <a:pt x="2576755" y="196765"/>
                  </a:lnTo>
                  <a:lnTo>
                    <a:pt x="2590107" y="192531"/>
                  </a:lnTo>
                  <a:lnTo>
                    <a:pt x="2603458" y="188406"/>
                  </a:lnTo>
                  <a:lnTo>
                    <a:pt x="2616809" y="184389"/>
                  </a:lnTo>
                  <a:lnTo>
                    <a:pt x="2630160" y="180478"/>
                  </a:lnTo>
                  <a:lnTo>
                    <a:pt x="2643511" y="176671"/>
                  </a:lnTo>
                  <a:lnTo>
                    <a:pt x="2656862" y="172966"/>
                  </a:lnTo>
                  <a:lnTo>
                    <a:pt x="2670213" y="169362"/>
                  </a:lnTo>
                  <a:lnTo>
                    <a:pt x="2683564" y="165856"/>
                  </a:lnTo>
                  <a:lnTo>
                    <a:pt x="2696915" y="162446"/>
                  </a:lnTo>
                  <a:lnTo>
                    <a:pt x="2710266" y="159131"/>
                  </a:lnTo>
                  <a:lnTo>
                    <a:pt x="2723617" y="155908"/>
                  </a:lnTo>
                  <a:lnTo>
                    <a:pt x="2736968" y="152776"/>
                  </a:lnTo>
                  <a:lnTo>
                    <a:pt x="2750319" y="149731"/>
                  </a:lnTo>
                  <a:lnTo>
                    <a:pt x="2763670" y="146773"/>
                  </a:lnTo>
                  <a:lnTo>
                    <a:pt x="2777021" y="143899"/>
                  </a:lnTo>
                  <a:lnTo>
                    <a:pt x="2790373" y="141106"/>
                  </a:lnTo>
                  <a:lnTo>
                    <a:pt x="2803724" y="138394"/>
                  </a:lnTo>
                  <a:lnTo>
                    <a:pt x="2817075" y="135759"/>
                  </a:lnTo>
                  <a:lnTo>
                    <a:pt x="2830426" y="133199"/>
                  </a:lnTo>
                  <a:lnTo>
                    <a:pt x="2843777" y="130712"/>
                  </a:lnTo>
                  <a:lnTo>
                    <a:pt x="2857128" y="128297"/>
                  </a:lnTo>
                  <a:lnTo>
                    <a:pt x="2870479" y="125950"/>
                  </a:lnTo>
                  <a:lnTo>
                    <a:pt x="2883830" y="123669"/>
                  </a:lnTo>
                  <a:lnTo>
                    <a:pt x="2897181" y="121453"/>
                  </a:lnTo>
                  <a:lnTo>
                    <a:pt x="2910532" y="119298"/>
                  </a:lnTo>
                  <a:lnTo>
                    <a:pt x="2923883" y="117203"/>
                  </a:lnTo>
                  <a:lnTo>
                    <a:pt x="2937234" y="115165"/>
                  </a:lnTo>
                  <a:lnTo>
                    <a:pt x="2950585" y="113182"/>
                  </a:lnTo>
                  <a:lnTo>
                    <a:pt x="2963936" y="111252"/>
                  </a:lnTo>
                  <a:lnTo>
                    <a:pt x="2977287" y="109372"/>
                  </a:lnTo>
                  <a:lnTo>
                    <a:pt x="2990639" y="107540"/>
                  </a:lnTo>
                  <a:lnTo>
                    <a:pt x="3003990" y="105753"/>
                  </a:lnTo>
                  <a:lnTo>
                    <a:pt x="3017341" y="104009"/>
                  </a:lnTo>
                  <a:lnTo>
                    <a:pt x="3030692" y="102307"/>
                  </a:lnTo>
                  <a:lnTo>
                    <a:pt x="3044043" y="100642"/>
                  </a:lnTo>
                  <a:lnTo>
                    <a:pt x="3057394" y="99013"/>
                  </a:lnTo>
                  <a:lnTo>
                    <a:pt x="3070745" y="97418"/>
                  </a:lnTo>
                  <a:lnTo>
                    <a:pt x="3084096" y="95854"/>
                  </a:lnTo>
                  <a:lnTo>
                    <a:pt x="3097447" y="94319"/>
                  </a:lnTo>
                  <a:lnTo>
                    <a:pt x="3110798" y="92810"/>
                  </a:lnTo>
                  <a:lnTo>
                    <a:pt x="3124149" y="91324"/>
                  </a:lnTo>
                  <a:lnTo>
                    <a:pt x="3137500" y="89860"/>
                  </a:lnTo>
                  <a:lnTo>
                    <a:pt x="3150851" y="88415"/>
                  </a:lnTo>
                  <a:lnTo>
                    <a:pt x="3164202" y="86986"/>
                  </a:lnTo>
                  <a:lnTo>
                    <a:pt x="3177553" y="85572"/>
                  </a:lnTo>
                  <a:lnTo>
                    <a:pt x="3190905" y="84168"/>
                  </a:lnTo>
                  <a:lnTo>
                    <a:pt x="3204256" y="82774"/>
                  </a:lnTo>
                  <a:lnTo>
                    <a:pt x="3217607" y="81386"/>
                  </a:lnTo>
                  <a:lnTo>
                    <a:pt x="3230958" y="80002"/>
                  </a:lnTo>
                  <a:lnTo>
                    <a:pt x="3244309" y="78620"/>
                  </a:lnTo>
                  <a:lnTo>
                    <a:pt x="3257660" y="77237"/>
                  </a:lnTo>
                  <a:lnTo>
                    <a:pt x="3271011" y="75853"/>
                  </a:lnTo>
                  <a:lnTo>
                    <a:pt x="3284362" y="74469"/>
                  </a:lnTo>
                  <a:lnTo>
                    <a:pt x="3297713" y="73084"/>
                  </a:lnTo>
                  <a:lnTo>
                    <a:pt x="3311064" y="71698"/>
                  </a:lnTo>
                  <a:lnTo>
                    <a:pt x="3324415" y="70312"/>
                  </a:lnTo>
                  <a:lnTo>
                    <a:pt x="3337766" y="68924"/>
                  </a:lnTo>
                  <a:lnTo>
                    <a:pt x="3351117" y="67536"/>
                  </a:lnTo>
                  <a:lnTo>
                    <a:pt x="3364468" y="66147"/>
                  </a:lnTo>
                  <a:lnTo>
                    <a:pt x="3377819" y="64758"/>
                  </a:lnTo>
                  <a:lnTo>
                    <a:pt x="3391171" y="63367"/>
                  </a:lnTo>
                  <a:lnTo>
                    <a:pt x="3404522" y="61976"/>
                  </a:lnTo>
                  <a:lnTo>
                    <a:pt x="3417873" y="60584"/>
                  </a:lnTo>
                  <a:lnTo>
                    <a:pt x="3431224" y="59191"/>
                  </a:lnTo>
                  <a:lnTo>
                    <a:pt x="3444575" y="57798"/>
                  </a:lnTo>
                  <a:lnTo>
                    <a:pt x="3457926" y="56404"/>
                  </a:lnTo>
                  <a:lnTo>
                    <a:pt x="3471277" y="55009"/>
                  </a:lnTo>
                  <a:lnTo>
                    <a:pt x="3484628" y="53613"/>
                  </a:lnTo>
                  <a:lnTo>
                    <a:pt x="3497979" y="52216"/>
                  </a:lnTo>
                  <a:lnTo>
                    <a:pt x="3511330" y="50819"/>
                  </a:lnTo>
                  <a:lnTo>
                    <a:pt x="3524681" y="49421"/>
                  </a:lnTo>
                  <a:lnTo>
                    <a:pt x="3538032" y="48022"/>
                  </a:lnTo>
                  <a:lnTo>
                    <a:pt x="3551383" y="46622"/>
                  </a:lnTo>
                  <a:lnTo>
                    <a:pt x="3564734" y="45222"/>
                  </a:lnTo>
                  <a:lnTo>
                    <a:pt x="3578085" y="43821"/>
                  </a:lnTo>
                  <a:lnTo>
                    <a:pt x="3591437" y="42419"/>
                  </a:lnTo>
                  <a:lnTo>
                    <a:pt x="3604788" y="41016"/>
                  </a:lnTo>
                  <a:lnTo>
                    <a:pt x="3618139" y="39613"/>
                  </a:lnTo>
                  <a:lnTo>
                    <a:pt x="3631490" y="38208"/>
                  </a:lnTo>
                  <a:lnTo>
                    <a:pt x="3644841" y="36803"/>
                  </a:lnTo>
                  <a:lnTo>
                    <a:pt x="3658192" y="35397"/>
                  </a:lnTo>
                  <a:lnTo>
                    <a:pt x="3671543" y="33991"/>
                  </a:lnTo>
                  <a:lnTo>
                    <a:pt x="3684894" y="32584"/>
                  </a:lnTo>
                  <a:lnTo>
                    <a:pt x="3698245" y="31175"/>
                  </a:lnTo>
                  <a:lnTo>
                    <a:pt x="3711596" y="29766"/>
                  </a:lnTo>
                  <a:lnTo>
                    <a:pt x="3724947" y="28357"/>
                  </a:lnTo>
                  <a:lnTo>
                    <a:pt x="3738298" y="26946"/>
                  </a:lnTo>
                  <a:lnTo>
                    <a:pt x="3751649" y="25535"/>
                  </a:lnTo>
                  <a:lnTo>
                    <a:pt x="3765000" y="24123"/>
                  </a:lnTo>
                  <a:lnTo>
                    <a:pt x="3778352" y="22710"/>
                  </a:lnTo>
                  <a:lnTo>
                    <a:pt x="3791703" y="21297"/>
                  </a:lnTo>
                  <a:lnTo>
                    <a:pt x="3805054" y="19882"/>
                  </a:lnTo>
                  <a:lnTo>
                    <a:pt x="3818405" y="18467"/>
                  </a:lnTo>
                  <a:lnTo>
                    <a:pt x="3831756" y="17051"/>
                  </a:lnTo>
                  <a:lnTo>
                    <a:pt x="3845107" y="15635"/>
                  </a:lnTo>
                  <a:lnTo>
                    <a:pt x="3858458" y="14217"/>
                  </a:lnTo>
                  <a:lnTo>
                    <a:pt x="3871809" y="12799"/>
                  </a:lnTo>
                  <a:lnTo>
                    <a:pt x="3885160" y="11380"/>
                  </a:lnTo>
                  <a:lnTo>
                    <a:pt x="3898511" y="9960"/>
                  </a:lnTo>
                  <a:lnTo>
                    <a:pt x="3911862" y="8539"/>
                  </a:lnTo>
                  <a:lnTo>
                    <a:pt x="3925213" y="7118"/>
                  </a:lnTo>
                  <a:lnTo>
                    <a:pt x="3938564" y="5696"/>
                  </a:lnTo>
                  <a:lnTo>
                    <a:pt x="3951915" y="4273"/>
                  </a:lnTo>
                  <a:lnTo>
                    <a:pt x="3965266" y="2849"/>
                  </a:lnTo>
                  <a:lnTo>
                    <a:pt x="3978618" y="1425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012852" y="172383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5012852" y="139178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4772554" y="279317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772554" y="2048918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772554" y="130466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772554" y="560406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1.6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4978058" y="28402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978058" y="20959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978058" y="13517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78058" y="6074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011492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198419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385346" y="29811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5922658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0.6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109585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8296512" y="3043804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620080" y="3203322"/>
              <a:ext cx="777514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TyG-ABSI</a:t>
              </a:r>
            </a:p>
          </p:txBody>
        </p:sp>
        <p:sp>
          <p:nvSpPr>
            <p:cNvPr id="78" name="rc78"/>
            <p:cNvSpPr/>
            <p:nvPr/>
          </p:nvSpPr>
          <p:spPr>
            <a:xfrm>
              <a:off x="641407" y="3498589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41407" y="602631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41407" y="535512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41407" y="468393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41407" y="4012741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92538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98331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4125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099188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41407" y="569071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41407" y="501952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41407" y="434833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41407" y="367714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45435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1228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570221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628156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41407" y="3498589"/>
              <a:ext cx="3991969" cy="2841995"/>
            </a:xfrm>
            <a:custGeom>
              <a:avLst/>
              <a:pathLst>
                <a:path w="3991969" h="2841995">
                  <a:moveTo>
                    <a:pt x="0" y="523595"/>
                  </a:moveTo>
                  <a:lnTo>
                    <a:pt x="13351" y="540960"/>
                  </a:lnTo>
                  <a:lnTo>
                    <a:pt x="26702" y="558226"/>
                  </a:lnTo>
                  <a:lnTo>
                    <a:pt x="40053" y="575393"/>
                  </a:lnTo>
                  <a:lnTo>
                    <a:pt x="53404" y="592462"/>
                  </a:lnTo>
                  <a:lnTo>
                    <a:pt x="66755" y="609432"/>
                  </a:lnTo>
                  <a:lnTo>
                    <a:pt x="80106" y="626303"/>
                  </a:lnTo>
                  <a:lnTo>
                    <a:pt x="93457" y="643075"/>
                  </a:lnTo>
                  <a:lnTo>
                    <a:pt x="106808" y="659748"/>
                  </a:lnTo>
                  <a:lnTo>
                    <a:pt x="120159" y="676321"/>
                  </a:lnTo>
                  <a:lnTo>
                    <a:pt x="133510" y="692795"/>
                  </a:lnTo>
                  <a:lnTo>
                    <a:pt x="146861" y="709169"/>
                  </a:lnTo>
                  <a:lnTo>
                    <a:pt x="160212" y="725443"/>
                  </a:lnTo>
                  <a:lnTo>
                    <a:pt x="173563" y="741616"/>
                  </a:lnTo>
                  <a:lnTo>
                    <a:pt x="186914" y="757688"/>
                  </a:lnTo>
                  <a:lnTo>
                    <a:pt x="200266" y="773659"/>
                  </a:lnTo>
                  <a:lnTo>
                    <a:pt x="213617" y="789528"/>
                  </a:lnTo>
                  <a:lnTo>
                    <a:pt x="226968" y="805295"/>
                  </a:lnTo>
                  <a:lnTo>
                    <a:pt x="240319" y="820958"/>
                  </a:lnTo>
                  <a:lnTo>
                    <a:pt x="253670" y="836518"/>
                  </a:lnTo>
                  <a:lnTo>
                    <a:pt x="267021" y="851973"/>
                  </a:lnTo>
                  <a:lnTo>
                    <a:pt x="280372" y="867323"/>
                  </a:lnTo>
                  <a:lnTo>
                    <a:pt x="293723" y="882567"/>
                  </a:lnTo>
                  <a:lnTo>
                    <a:pt x="307074" y="897703"/>
                  </a:lnTo>
                  <a:lnTo>
                    <a:pt x="320425" y="912732"/>
                  </a:lnTo>
                  <a:lnTo>
                    <a:pt x="333776" y="927650"/>
                  </a:lnTo>
                  <a:lnTo>
                    <a:pt x="347127" y="942458"/>
                  </a:lnTo>
                  <a:lnTo>
                    <a:pt x="360478" y="957154"/>
                  </a:lnTo>
                  <a:lnTo>
                    <a:pt x="373829" y="971736"/>
                  </a:lnTo>
                  <a:lnTo>
                    <a:pt x="387180" y="986202"/>
                  </a:lnTo>
                  <a:lnTo>
                    <a:pt x="400532" y="1000552"/>
                  </a:lnTo>
                  <a:lnTo>
                    <a:pt x="413883" y="1014781"/>
                  </a:lnTo>
                  <a:lnTo>
                    <a:pt x="427234" y="1028889"/>
                  </a:lnTo>
                  <a:lnTo>
                    <a:pt x="440585" y="1042866"/>
                  </a:lnTo>
                  <a:lnTo>
                    <a:pt x="453936" y="1056706"/>
                  </a:lnTo>
                  <a:lnTo>
                    <a:pt x="467287" y="1070400"/>
                  </a:lnTo>
                  <a:lnTo>
                    <a:pt x="480638" y="1083940"/>
                  </a:lnTo>
                  <a:lnTo>
                    <a:pt x="493989" y="1097318"/>
                  </a:lnTo>
                  <a:lnTo>
                    <a:pt x="507340" y="1110527"/>
                  </a:lnTo>
                  <a:lnTo>
                    <a:pt x="520691" y="1123559"/>
                  </a:lnTo>
                  <a:lnTo>
                    <a:pt x="534042" y="1136406"/>
                  </a:lnTo>
                  <a:lnTo>
                    <a:pt x="547393" y="1149060"/>
                  </a:lnTo>
                  <a:lnTo>
                    <a:pt x="560744" y="1161514"/>
                  </a:lnTo>
                  <a:lnTo>
                    <a:pt x="574095" y="1173761"/>
                  </a:lnTo>
                  <a:lnTo>
                    <a:pt x="587446" y="1185792"/>
                  </a:lnTo>
                  <a:lnTo>
                    <a:pt x="600798" y="1197600"/>
                  </a:lnTo>
                  <a:lnTo>
                    <a:pt x="614149" y="1209179"/>
                  </a:lnTo>
                  <a:lnTo>
                    <a:pt x="627500" y="1220520"/>
                  </a:lnTo>
                  <a:lnTo>
                    <a:pt x="640851" y="1231617"/>
                  </a:lnTo>
                  <a:lnTo>
                    <a:pt x="654202" y="1242462"/>
                  </a:lnTo>
                  <a:lnTo>
                    <a:pt x="667553" y="1253048"/>
                  </a:lnTo>
                  <a:lnTo>
                    <a:pt x="680904" y="1263367"/>
                  </a:lnTo>
                  <a:lnTo>
                    <a:pt x="694255" y="1273414"/>
                  </a:lnTo>
                  <a:lnTo>
                    <a:pt x="707606" y="1283181"/>
                  </a:lnTo>
                  <a:lnTo>
                    <a:pt x="720957" y="1292660"/>
                  </a:lnTo>
                  <a:lnTo>
                    <a:pt x="734308" y="1301847"/>
                  </a:lnTo>
                  <a:lnTo>
                    <a:pt x="747659" y="1310734"/>
                  </a:lnTo>
                  <a:lnTo>
                    <a:pt x="761010" y="1319314"/>
                  </a:lnTo>
                  <a:lnTo>
                    <a:pt x="774361" y="1327583"/>
                  </a:lnTo>
                  <a:lnTo>
                    <a:pt x="787712" y="1335534"/>
                  </a:lnTo>
                  <a:lnTo>
                    <a:pt x="801064" y="1343162"/>
                  </a:lnTo>
                  <a:lnTo>
                    <a:pt x="814415" y="1350461"/>
                  </a:lnTo>
                  <a:lnTo>
                    <a:pt x="827766" y="1357428"/>
                  </a:lnTo>
                  <a:lnTo>
                    <a:pt x="841117" y="1364058"/>
                  </a:lnTo>
                  <a:lnTo>
                    <a:pt x="854468" y="1370348"/>
                  </a:lnTo>
                  <a:lnTo>
                    <a:pt x="867819" y="1376294"/>
                  </a:lnTo>
                  <a:lnTo>
                    <a:pt x="881170" y="1381895"/>
                  </a:lnTo>
                  <a:lnTo>
                    <a:pt x="894521" y="1387150"/>
                  </a:lnTo>
                  <a:lnTo>
                    <a:pt x="907872" y="1392058"/>
                  </a:lnTo>
                  <a:lnTo>
                    <a:pt x="921223" y="1396620"/>
                  </a:lnTo>
                  <a:lnTo>
                    <a:pt x="934574" y="1400838"/>
                  </a:lnTo>
                  <a:lnTo>
                    <a:pt x="947925" y="1404714"/>
                  </a:lnTo>
                  <a:lnTo>
                    <a:pt x="961276" y="1408253"/>
                  </a:lnTo>
                  <a:lnTo>
                    <a:pt x="974627" y="1411461"/>
                  </a:lnTo>
                  <a:lnTo>
                    <a:pt x="987978" y="1414344"/>
                  </a:lnTo>
                  <a:lnTo>
                    <a:pt x="1001330" y="1416911"/>
                  </a:lnTo>
                  <a:lnTo>
                    <a:pt x="1014681" y="1419172"/>
                  </a:lnTo>
                  <a:lnTo>
                    <a:pt x="1028032" y="1421139"/>
                  </a:lnTo>
                  <a:lnTo>
                    <a:pt x="1041383" y="1422824"/>
                  </a:lnTo>
                  <a:lnTo>
                    <a:pt x="1054734" y="1424242"/>
                  </a:lnTo>
                  <a:lnTo>
                    <a:pt x="1068085" y="1425410"/>
                  </a:lnTo>
                  <a:lnTo>
                    <a:pt x="1081436" y="1426344"/>
                  </a:lnTo>
                  <a:lnTo>
                    <a:pt x="1094787" y="1427064"/>
                  </a:lnTo>
                  <a:lnTo>
                    <a:pt x="1108138" y="1427589"/>
                  </a:lnTo>
                  <a:lnTo>
                    <a:pt x="1121489" y="1427940"/>
                  </a:lnTo>
                  <a:lnTo>
                    <a:pt x="1134840" y="1428140"/>
                  </a:lnTo>
                  <a:lnTo>
                    <a:pt x="1148191" y="1428211"/>
                  </a:lnTo>
                  <a:lnTo>
                    <a:pt x="1161542" y="1428177"/>
                  </a:lnTo>
                  <a:lnTo>
                    <a:pt x="1174893" y="1428062"/>
                  </a:lnTo>
                  <a:lnTo>
                    <a:pt x="1188244" y="1427891"/>
                  </a:lnTo>
                  <a:lnTo>
                    <a:pt x="1201596" y="1427688"/>
                  </a:lnTo>
                  <a:lnTo>
                    <a:pt x="1214947" y="1427478"/>
                  </a:lnTo>
                  <a:lnTo>
                    <a:pt x="1228298" y="1427286"/>
                  </a:lnTo>
                  <a:lnTo>
                    <a:pt x="1241649" y="1427138"/>
                  </a:lnTo>
                  <a:lnTo>
                    <a:pt x="1255000" y="1427056"/>
                  </a:lnTo>
                  <a:lnTo>
                    <a:pt x="1268351" y="1427066"/>
                  </a:lnTo>
                  <a:lnTo>
                    <a:pt x="1281702" y="1427191"/>
                  </a:lnTo>
                  <a:lnTo>
                    <a:pt x="1295053" y="1427455"/>
                  </a:lnTo>
                  <a:lnTo>
                    <a:pt x="1308404" y="1427880"/>
                  </a:lnTo>
                  <a:lnTo>
                    <a:pt x="1321755" y="1428487"/>
                  </a:lnTo>
                  <a:lnTo>
                    <a:pt x="1335106" y="1429299"/>
                  </a:lnTo>
                  <a:lnTo>
                    <a:pt x="1348457" y="1430336"/>
                  </a:lnTo>
                  <a:lnTo>
                    <a:pt x="1361808" y="1431606"/>
                  </a:lnTo>
                  <a:lnTo>
                    <a:pt x="1375159" y="1433114"/>
                  </a:lnTo>
                  <a:lnTo>
                    <a:pt x="1388510" y="1434861"/>
                  </a:lnTo>
                  <a:lnTo>
                    <a:pt x="1401862" y="1436848"/>
                  </a:lnTo>
                  <a:lnTo>
                    <a:pt x="1415213" y="1439075"/>
                  </a:lnTo>
                  <a:lnTo>
                    <a:pt x="1428564" y="1441538"/>
                  </a:lnTo>
                  <a:lnTo>
                    <a:pt x="1441915" y="1444235"/>
                  </a:lnTo>
                  <a:lnTo>
                    <a:pt x="1455266" y="1447161"/>
                  </a:lnTo>
                  <a:lnTo>
                    <a:pt x="1468617" y="1450313"/>
                  </a:lnTo>
                  <a:lnTo>
                    <a:pt x="1481968" y="1453683"/>
                  </a:lnTo>
                  <a:lnTo>
                    <a:pt x="1495319" y="1457266"/>
                  </a:lnTo>
                  <a:lnTo>
                    <a:pt x="1508670" y="1461055"/>
                  </a:lnTo>
                  <a:lnTo>
                    <a:pt x="1522021" y="1465041"/>
                  </a:lnTo>
                  <a:lnTo>
                    <a:pt x="1535372" y="1469217"/>
                  </a:lnTo>
                  <a:lnTo>
                    <a:pt x="1548723" y="1473575"/>
                  </a:lnTo>
                  <a:lnTo>
                    <a:pt x="1562074" y="1478105"/>
                  </a:lnTo>
                  <a:lnTo>
                    <a:pt x="1575425" y="1482798"/>
                  </a:lnTo>
                  <a:lnTo>
                    <a:pt x="1588776" y="1487644"/>
                  </a:lnTo>
                  <a:lnTo>
                    <a:pt x="1602128" y="1492634"/>
                  </a:lnTo>
                  <a:lnTo>
                    <a:pt x="1615479" y="1497757"/>
                  </a:lnTo>
                  <a:lnTo>
                    <a:pt x="1628830" y="1503004"/>
                  </a:lnTo>
                  <a:lnTo>
                    <a:pt x="1642181" y="1508363"/>
                  </a:lnTo>
                  <a:lnTo>
                    <a:pt x="1655532" y="1513825"/>
                  </a:lnTo>
                  <a:lnTo>
                    <a:pt x="1668883" y="1519378"/>
                  </a:lnTo>
                  <a:lnTo>
                    <a:pt x="1682234" y="1511454"/>
                  </a:lnTo>
                  <a:lnTo>
                    <a:pt x="1695585" y="1498232"/>
                  </a:lnTo>
                  <a:lnTo>
                    <a:pt x="1708936" y="1484922"/>
                  </a:lnTo>
                  <a:lnTo>
                    <a:pt x="1722287" y="1471535"/>
                  </a:lnTo>
                  <a:lnTo>
                    <a:pt x="1735638" y="1458085"/>
                  </a:lnTo>
                  <a:lnTo>
                    <a:pt x="1748989" y="1444583"/>
                  </a:lnTo>
                  <a:lnTo>
                    <a:pt x="1762340" y="1431044"/>
                  </a:lnTo>
                  <a:lnTo>
                    <a:pt x="1775691" y="1417481"/>
                  </a:lnTo>
                  <a:lnTo>
                    <a:pt x="1789042" y="1403908"/>
                  </a:lnTo>
                  <a:lnTo>
                    <a:pt x="1802394" y="1390339"/>
                  </a:lnTo>
                  <a:lnTo>
                    <a:pt x="1815745" y="1376788"/>
                  </a:lnTo>
                  <a:lnTo>
                    <a:pt x="1829096" y="1363272"/>
                  </a:lnTo>
                  <a:lnTo>
                    <a:pt x="1842447" y="1349804"/>
                  </a:lnTo>
                  <a:lnTo>
                    <a:pt x="1855798" y="1336401"/>
                  </a:lnTo>
                  <a:lnTo>
                    <a:pt x="1869149" y="1323078"/>
                  </a:lnTo>
                  <a:lnTo>
                    <a:pt x="1882500" y="1309850"/>
                  </a:lnTo>
                  <a:lnTo>
                    <a:pt x="1895851" y="1296735"/>
                  </a:lnTo>
                  <a:lnTo>
                    <a:pt x="1909202" y="1283749"/>
                  </a:lnTo>
                  <a:lnTo>
                    <a:pt x="1922553" y="1270908"/>
                  </a:lnTo>
                  <a:lnTo>
                    <a:pt x="1935904" y="1258229"/>
                  </a:lnTo>
                  <a:lnTo>
                    <a:pt x="1949255" y="1245729"/>
                  </a:lnTo>
                  <a:lnTo>
                    <a:pt x="1962606" y="1233425"/>
                  </a:lnTo>
                  <a:lnTo>
                    <a:pt x="1975957" y="1221335"/>
                  </a:lnTo>
                  <a:lnTo>
                    <a:pt x="1989309" y="1209475"/>
                  </a:lnTo>
                  <a:lnTo>
                    <a:pt x="2002660" y="1197864"/>
                  </a:lnTo>
                  <a:lnTo>
                    <a:pt x="2016011" y="1186519"/>
                  </a:lnTo>
                  <a:lnTo>
                    <a:pt x="2029362" y="1175456"/>
                  </a:lnTo>
                  <a:lnTo>
                    <a:pt x="2042713" y="1164685"/>
                  </a:lnTo>
                  <a:lnTo>
                    <a:pt x="2056064" y="1154202"/>
                  </a:lnTo>
                  <a:lnTo>
                    <a:pt x="2069415" y="1144006"/>
                  </a:lnTo>
                  <a:lnTo>
                    <a:pt x="2082766" y="1134093"/>
                  </a:lnTo>
                  <a:lnTo>
                    <a:pt x="2096117" y="1124460"/>
                  </a:lnTo>
                  <a:lnTo>
                    <a:pt x="2109468" y="1115103"/>
                  </a:lnTo>
                  <a:lnTo>
                    <a:pt x="2122819" y="1106019"/>
                  </a:lnTo>
                  <a:lnTo>
                    <a:pt x="2136170" y="1097203"/>
                  </a:lnTo>
                  <a:lnTo>
                    <a:pt x="2149521" y="1088651"/>
                  </a:lnTo>
                  <a:lnTo>
                    <a:pt x="2162872" y="1080360"/>
                  </a:lnTo>
                  <a:lnTo>
                    <a:pt x="2176223" y="1072323"/>
                  </a:lnTo>
                  <a:lnTo>
                    <a:pt x="2189575" y="1064537"/>
                  </a:lnTo>
                  <a:lnTo>
                    <a:pt x="2202926" y="1056996"/>
                  </a:lnTo>
                  <a:lnTo>
                    <a:pt x="2216277" y="1049694"/>
                  </a:lnTo>
                  <a:lnTo>
                    <a:pt x="2229628" y="1042627"/>
                  </a:lnTo>
                  <a:lnTo>
                    <a:pt x="2242979" y="1035789"/>
                  </a:lnTo>
                  <a:lnTo>
                    <a:pt x="2256330" y="1029173"/>
                  </a:lnTo>
                  <a:lnTo>
                    <a:pt x="2269681" y="1022774"/>
                  </a:lnTo>
                  <a:lnTo>
                    <a:pt x="2283032" y="1016585"/>
                  </a:lnTo>
                  <a:lnTo>
                    <a:pt x="2296383" y="1010599"/>
                  </a:lnTo>
                  <a:lnTo>
                    <a:pt x="2309734" y="1004811"/>
                  </a:lnTo>
                  <a:lnTo>
                    <a:pt x="2323085" y="999213"/>
                  </a:lnTo>
                  <a:lnTo>
                    <a:pt x="2336436" y="993798"/>
                  </a:lnTo>
                  <a:lnTo>
                    <a:pt x="2349787" y="988559"/>
                  </a:lnTo>
                  <a:lnTo>
                    <a:pt x="2363138" y="983488"/>
                  </a:lnTo>
                  <a:lnTo>
                    <a:pt x="2376489" y="978579"/>
                  </a:lnTo>
                  <a:lnTo>
                    <a:pt x="2389841" y="973823"/>
                  </a:lnTo>
                  <a:lnTo>
                    <a:pt x="2403192" y="969212"/>
                  </a:lnTo>
                  <a:lnTo>
                    <a:pt x="2416543" y="964738"/>
                  </a:lnTo>
                  <a:lnTo>
                    <a:pt x="2429894" y="960395"/>
                  </a:lnTo>
                  <a:lnTo>
                    <a:pt x="2443245" y="956172"/>
                  </a:lnTo>
                  <a:lnTo>
                    <a:pt x="2456596" y="952062"/>
                  </a:lnTo>
                  <a:lnTo>
                    <a:pt x="2469947" y="948056"/>
                  </a:lnTo>
                  <a:lnTo>
                    <a:pt x="2483298" y="944146"/>
                  </a:lnTo>
                  <a:lnTo>
                    <a:pt x="2496649" y="940323"/>
                  </a:lnTo>
                  <a:lnTo>
                    <a:pt x="2510000" y="936579"/>
                  </a:lnTo>
                  <a:lnTo>
                    <a:pt x="2523351" y="932905"/>
                  </a:lnTo>
                  <a:lnTo>
                    <a:pt x="2536702" y="929291"/>
                  </a:lnTo>
                  <a:lnTo>
                    <a:pt x="2550053" y="925729"/>
                  </a:lnTo>
                  <a:lnTo>
                    <a:pt x="2563404" y="922211"/>
                  </a:lnTo>
                  <a:lnTo>
                    <a:pt x="2576755" y="918727"/>
                  </a:lnTo>
                  <a:lnTo>
                    <a:pt x="2590107" y="915269"/>
                  </a:lnTo>
                  <a:lnTo>
                    <a:pt x="2603458" y="911828"/>
                  </a:lnTo>
                  <a:lnTo>
                    <a:pt x="2616809" y="908394"/>
                  </a:lnTo>
                  <a:lnTo>
                    <a:pt x="2630160" y="904961"/>
                  </a:lnTo>
                  <a:lnTo>
                    <a:pt x="2643511" y="901517"/>
                  </a:lnTo>
                  <a:lnTo>
                    <a:pt x="2656862" y="898056"/>
                  </a:lnTo>
                  <a:lnTo>
                    <a:pt x="2670213" y="894570"/>
                  </a:lnTo>
                  <a:lnTo>
                    <a:pt x="2683564" y="891048"/>
                  </a:lnTo>
                  <a:lnTo>
                    <a:pt x="2696915" y="887485"/>
                  </a:lnTo>
                  <a:lnTo>
                    <a:pt x="2710266" y="883871"/>
                  </a:lnTo>
                  <a:lnTo>
                    <a:pt x="2723617" y="880199"/>
                  </a:lnTo>
                  <a:lnTo>
                    <a:pt x="2736968" y="876462"/>
                  </a:lnTo>
                  <a:lnTo>
                    <a:pt x="2750319" y="872652"/>
                  </a:lnTo>
                  <a:lnTo>
                    <a:pt x="2763670" y="868763"/>
                  </a:lnTo>
                  <a:lnTo>
                    <a:pt x="2777021" y="864787"/>
                  </a:lnTo>
                  <a:lnTo>
                    <a:pt x="2790373" y="860718"/>
                  </a:lnTo>
                  <a:lnTo>
                    <a:pt x="2803724" y="856550"/>
                  </a:lnTo>
                  <a:lnTo>
                    <a:pt x="2817075" y="852277"/>
                  </a:lnTo>
                  <a:lnTo>
                    <a:pt x="2830426" y="847894"/>
                  </a:lnTo>
                  <a:lnTo>
                    <a:pt x="2843777" y="843396"/>
                  </a:lnTo>
                  <a:lnTo>
                    <a:pt x="2857128" y="838776"/>
                  </a:lnTo>
                  <a:lnTo>
                    <a:pt x="2870479" y="834032"/>
                  </a:lnTo>
                  <a:lnTo>
                    <a:pt x="2883830" y="829159"/>
                  </a:lnTo>
                  <a:lnTo>
                    <a:pt x="2897181" y="824152"/>
                  </a:lnTo>
                  <a:lnTo>
                    <a:pt x="2910532" y="819009"/>
                  </a:lnTo>
                  <a:lnTo>
                    <a:pt x="2923883" y="813726"/>
                  </a:lnTo>
                  <a:lnTo>
                    <a:pt x="2937234" y="808301"/>
                  </a:lnTo>
                  <a:lnTo>
                    <a:pt x="2950585" y="802730"/>
                  </a:lnTo>
                  <a:lnTo>
                    <a:pt x="2963936" y="797013"/>
                  </a:lnTo>
                  <a:lnTo>
                    <a:pt x="2977287" y="791147"/>
                  </a:lnTo>
                  <a:lnTo>
                    <a:pt x="2990639" y="785130"/>
                  </a:lnTo>
                  <a:lnTo>
                    <a:pt x="3003990" y="778963"/>
                  </a:lnTo>
                  <a:lnTo>
                    <a:pt x="3017341" y="772643"/>
                  </a:lnTo>
                  <a:lnTo>
                    <a:pt x="3030692" y="766171"/>
                  </a:lnTo>
                  <a:lnTo>
                    <a:pt x="3044043" y="759546"/>
                  </a:lnTo>
                  <a:lnTo>
                    <a:pt x="3057394" y="752769"/>
                  </a:lnTo>
                  <a:lnTo>
                    <a:pt x="3070745" y="745839"/>
                  </a:lnTo>
                  <a:lnTo>
                    <a:pt x="3084096" y="738758"/>
                  </a:lnTo>
                  <a:lnTo>
                    <a:pt x="3097447" y="731527"/>
                  </a:lnTo>
                  <a:lnTo>
                    <a:pt x="3110798" y="724146"/>
                  </a:lnTo>
                  <a:lnTo>
                    <a:pt x="3124149" y="716617"/>
                  </a:lnTo>
                  <a:lnTo>
                    <a:pt x="3137500" y="708941"/>
                  </a:lnTo>
                  <a:lnTo>
                    <a:pt x="3150851" y="701121"/>
                  </a:lnTo>
                  <a:lnTo>
                    <a:pt x="3164202" y="693159"/>
                  </a:lnTo>
                  <a:lnTo>
                    <a:pt x="3177553" y="685056"/>
                  </a:lnTo>
                  <a:lnTo>
                    <a:pt x="3190905" y="676814"/>
                  </a:lnTo>
                  <a:lnTo>
                    <a:pt x="3204256" y="668438"/>
                  </a:lnTo>
                  <a:lnTo>
                    <a:pt x="3217607" y="659928"/>
                  </a:lnTo>
                  <a:lnTo>
                    <a:pt x="3230958" y="651288"/>
                  </a:lnTo>
                  <a:lnTo>
                    <a:pt x="3244309" y="642520"/>
                  </a:lnTo>
                  <a:lnTo>
                    <a:pt x="3257660" y="633628"/>
                  </a:lnTo>
                  <a:lnTo>
                    <a:pt x="3271011" y="624613"/>
                  </a:lnTo>
                  <a:lnTo>
                    <a:pt x="3284362" y="615478"/>
                  </a:lnTo>
                  <a:lnTo>
                    <a:pt x="3297713" y="606225"/>
                  </a:lnTo>
                  <a:lnTo>
                    <a:pt x="3311064" y="596858"/>
                  </a:lnTo>
                  <a:lnTo>
                    <a:pt x="3324415" y="587377"/>
                  </a:lnTo>
                  <a:lnTo>
                    <a:pt x="3337766" y="577785"/>
                  </a:lnTo>
                  <a:lnTo>
                    <a:pt x="3351117" y="568084"/>
                  </a:lnTo>
                  <a:lnTo>
                    <a:pt x="3364468" y="558276"/>
                  </a:lnTo>
                  <a:lnTo>
                    <a:pt x="3377819" y="548363"/>
                  </a:lnTo>
                  <a:lnTo>
                    <a:pt x="3391171" y="538346"/>
                  </a:lnTo>
                  <a:lnTo>
                    <a:pt x="3404522" y="528229"/>
                  </a:lnTo>
                  <a:lnTo>
                    <a:pt x="3417873" y="518011"/>
                  </a:lnTo>
                  <a:lnTo>
                    <a:pt x="3431224" y="507695"/>
                  </a:lnTo>
                  <a:lnTo>
                    <a:pt x="3444575" y="497283"/>
                  </a:lnTo>
                  <a:lnTo>
                    <a:pt x="3457926" y="486775"/>
                  </a:lnTo>
                  <a:lnTo>
                    <a:pt x="3471277" y="476173"/>
                  </a:lnTo>
                  <a:lnTo>
                    <a:pt x="3484628" y="465480"/>
                  </a:lnTo>
                  <a:lnTo>
                    <a:pt x="3497979" y="454695"/>
                  </a:lnTo>
                  <a:lnTo>
                    <a:pt x="3511330" y="443821"/>
                  </a:lnTo>
                  <a:lnTo>
                    <a:pt x="3524681" y="432858"/>
                  </a:lnTo>
                  <a:lnTo>
                    <a:pt x="3538032" y="421808"/>
                  </a:lnTo>
                  <a:lnTo>
                    <a:pt x="3551383" y="410671"/>
                  </a:lnTo>
                  <a:lnTo>
                    <a:pt x="3564734" y="399450"/>
                  </a:lnTo>
                  <a:lnTo>
                    <a:pt x="3578085" y="388144"/>
                  </a:lnTo>
                  <a:lnTo>
                    <a:pt x="3591437" y="376756"/>
                  </a:lnTo>
                  <a:lnTo>
                    <a:pt x="3604788" y="365285"/>
                  </a:lnTo>
                  <a:lnTo>
                    <a:pt x="3618139" y="353733"/>
                  </a:lnTo>
                  <a:lnTo>
                    <a:pt x="3631490" y="342101"/>
                  </a:lnTo>
                  <a:lnTo>
                    <a:pt x="3644841" y="330389"/>
                  </a:lnTo>
                  <a:lnTo>
                    <a:pt x="3658192" y="318598"/>
                  </a:lnTo>
                  <a:lnTo>
                    <a:pt x="3671543" y="306730"/>
                  </a:lnTo>
                  <a:lnTo>
                    <a:pt x="3684894" y="294784"/>
                  </a:lnTo>
                  <a:lnTo>
                    <a:pt x="3698245" y="282762"/>
                  </a:lnTo>
                  <a:lnTo>
                    <a:pt x="3711596" y="270664"/>
                  </a:lnTo>
                  <a:lnTo>
                    <a:pt x="3724947" y="258491"/>
                  </a:lnTo>
                  <a:lnTo>
                    <a:pt x="3738298" y="246243"/>
                  </a:lnTo>
                  <a:lnTo>
                    <a:pt x="3751649" y="233921"/>
                  </a:lnTo>
                  <a:lnTo>
                    <a:pt x="3765000" y="221526"/>
                  </a:lnTo>
                  <a:lnTo>
                    <a:pt x="3778352" y="209058"/>
                  </a:lnTo>
                  <a:lnTo>
                    <a:pt x="3791703" y="196517"/>
                  </a:lnTo>
                  <a:lnTo>
                    <a:pt x="3805054" y="183904"/>
                  </a:lnTo>
                  <a:lnTo>
                    <a:pt x="3818405" y="171221"/>
                  </a:lnTo>
                  <a:lnTo>
                    <a:pt x="3831756" y="158466"/>
                  </a:lnTo>
                  <a:lnTo>
                    <a:pt x="3845107" y="145640"/>
                  </a:lnTo>
                  <a:lnTo>
                    <a:pt x="3858458" y="132744"/>
                  </a:lnTo>
                  <a:lnTo>
                    <a:pt x="3871809" y="119779"/>
                  </a:lnTo>
                  <a:lnTo>
                    <a:pt x="3885160" y="106743"/>
                  </a:lnTo>
                  <a:lnTo>
                    <a:pt x="3898511" y="93639"/>
                  </a:lnTo>
                  <a:lnTo>
                    <a:pt x="3911862" y="80466"/>
                  </a:lnTo>
                  <a:lnTo>
                    <a:pt x="3925213" y="67225"/>
                  </a:lnTo>
                  <a:lnTo>
                    <a:pt x="3938564" y="53915"/>
                  </a:lnTo>
                  <a:lnTo>
                    <a:pt x="3951915" y="40537"/>
                  </a:lnTo>
                  <a:lnTo>
                    <a:pt x="3965266" y="27092"/>
                  </a:lnTo>
                  <a:lnTo>
                    <a:pt x="3978618" y="13579"/>
                  </a:lnTo>
                  <a:lnTo>
                    <a:pt x="3991969" y="0"/>
                  </a:lnTo>
                  <a:lnTo>
                    <a:pt x="3991969" y="2156121"/>
                  </a:lnTo>
                  <a:lnTo>
                    <a:pt x="3978618" y="2150391"/>
                  </a:lnTo>
                  <a:lnTo>
                    <a:pt x="3965266" y="2144656"/>
                  </a:lnTo>
                  <a:lnTo>
                    <a:pt x="3951915" y="2138917"/>
                  </a:lnTo>
                  <a:lnTo>
                    <a:pt x="3938564" y="2133174"/>
                  </a:lnTo>
                  <a:lnTo>
                    <a:pt x="3925213" y="2127428"/>
                  </a:lnTo>
                  <a:lnTo>
                    <a:pt x="3911862" y="2121679"/>
                  </a:lnTo>
                  <a:lnTo>
                    <a:pt x="3898511" y="2115927"/>
                  </a:lnTo>
                  <a:lnTo>
                    <a:pt x="3885160" y="2110173"/>
                  </a:lnTo>
                  <a:lnTo>
                    <a:pt x="3871809" y="2104417"/>
                  </a:lnTo>
                  <a:lnTo>
                    <a:pt x="3858458" y="2098660"/>
                  </a:lnTo>
                  <a:lnTo>
                    <a:pt x="3845107" y="2092902"/>
                  </a:lnTo>
                  <a:lnTo>
                    <a:pt x="3831756" y="2087144"/>
                  </a:lnTo>
                  <a:lnTo>
                    <a:pt x="3818405" y="2081386"/>
                  </a:lnTo>
                  <a:lnTo>
                    <a:pt x="3805054" y="2075628"/>
                  </a:lnTo>
                  <a:lnTo>
                    <a:pt x="3791703" y="2069872"/>
                  </a:lnTo>
                  <a:lnTo>
                    <a:pt x="3778352" y="2064117"/>
                  </a:lnTo>
                  <a:lnTo>
                    <a:pt x="3765000" y="2058365"/>
                  </a:lnTo>
                  <a:lnTo>
                    <a:pt x="3751649" y="2052616"/>
                  </a:lnTo>
                  <a:lnTo>
                    <a:pt x="3738298" y="2046870"/>
                  </a:lnTo>
                  <a:lnTo>
                    <a:pt x="3724947" y="2041129"/>
                  </a:lnTo>
                  <a:lnTo>
                    <a:pt x="3711596" y="2035393"/>
                  </a:lnTo>
                  <a:lnTo>
                    <a:pt x="3698245" y="2029662"/>
                  </a:lnTo>
                  <a:lnTo>
                    <a:pt x="3684894" y="2023938"/>
                  </a:lnTo>
                  <a:lnTo>
                    <a:pt x="3671543" y="2018221"/>
                  </a:lnTo>
                  <a:lnTo>
                    <a:pt x="3658192" y="2012512"/>
                  </a:lnTo>
                  <a:lnTo>
                    <a:pt x="3644841" y="2006812"/>
                  </a:lnTo>
                  <a:lnTo>
                    <a:pt x="3631490" y="2001122"/>
                  </a:lnTo>
                  <a:lnTo>
                    <a:pt x="3618139" y="1995442"/>
                  </a:lnTo>
                  <a:lnTo>
                    <a:pt x="3604788" y="1989773"/>
                  </a:lnTo>
                  <a:lnTo>
                    <a:pt x="3591437" y="1984118"/>
                  </a:lnTo>
                  <a:lnTo>
                    <a:pt x="3578085" y="1978475"/>
                  </a:lnTo>
                  <a:lnTo>
                    <a:pt x="3564734" y="1972847"/>
                  </a:lnTo>
                  <a:lnTo>
                    <a:pt x="3551383" y="1967235"/>
                  </a:lnTo>
                  <a:lnTo>
                    <a:pt x="3538032" y="1961640"/>
                  </a:lnTo>
                  <a:lnTo>
                    <a:pt x="3524681" y="1956062"/>
                  </a:lnTo>
                  <a:lnTo>
                    <a:pt x="3511330" y="1950504"/>
                  </a:lnTo>
                  <a:lnTo>
                    <a:pt x="3497979" y="1944966"/>
                  </a:lnTo>
                  <a:lnTo>
                    <a:pt x="3484628" y="1939449"/>
                  </a:lnTo>
                  <a:lnTo>
                    <a:pt x="3471277" y="1933956"/>
                  </a:lnTo>
                  <a:lnTo>
                    <a:pt x="3457926" y="1928487"/>
                  </a:lnTo>
                  <a:lnTo>
                    <a:pt x="3444575" y="1923045"/>
                  </a:lnTo>
                  <a:lnTo>
                    <a:pt x="3431224" y="1917629"/>
                  </a:lnTo>
                  <a:lnTo>
                    <a:pt x="3417873" y="1912243"/>
                  </a:lnTo>
                  <a:lnTo>
                    <a:pt x="3404522" y="1906888"/>
                  </a:lnTo>
                  <a:lnTo>
                    <a:pt x="3391171" y="1901565"/>
                  </a:lnTo>
                  <a:lnTo>
                    <a:pt x="3377819" y="1896276"/>
                  </a:lnTo>
                  <a:lnTo>
                    <a:pt x="3364468" y="1891023"/>
                  </a:lnTo>
                  <a:lnTo>
                    <a:pt x="3351117" y="1885808"/>
                  </a:lnTo>
                  <a:lnTo>
                    <a:pt x="3337766" y="1880633"/>
                  </a:lnTo>
                  <a:lnTo>
                    <a:pt x="3324415" y="1875500"/>
                  </a:lnTo>
                  <a:lnTo>
                    <a:pt x="3311064" y="1870411"/>
                  </a:lnTo>
                  <a:lnTo>
                    <a:pt x="3297713" y="1865369"/>
                  </a:lnTo>
                  <a:lnTo>
                    <a:pt x="3284362" y="1860375"/>
                  </a:lnTo>
                  <a:lnTo>
                    <a:pt x="3271011" y="1855432"/>
                  </a:lnTo>
                  <a:lnTo>
                    <a:pt x="3257660" y="1850542"/>
                  </a:lnTo>
                  <a:lnTo>
                    <a:pt x="3244309" y="1845708"/>
                  </a:lnTo>
                  <a:lnTo>
                    <a:pt x="3230958" y="1840933"/>
                  </a:lnTo>
                  <a:lnTo>
                    <a:pt x="3217607" y="1836218"/>
                  </a:lnTo>
                  <a:lnTo>
                    <a:pt x="3204256" y="1831568"/>
                  </a:lnTo>
                  <a:lnTo>
                    <a:pt x="3190905" y="1826985"/>
                  </a:lnTo>
                  <a:lnTo>
                    <a:pt x="3177553" y="1822473"/>
                  </a:lnTo>
                  <a:lnTo>
                    <a:pt x="3164202" y="1818035"/>
                  </a:lnTo>
                  <a:lnTo>
                    <a:pt x="3150851" y="1813675"/>
                  </a:lnTo>
                  <a:lnTo>
                    <a:pt x="3137500" y="1809397"/>
                  </a:lnTo>
                  <a:lnTo>
                    <a:pt x="3124149" y="1805204"/>
                  </a:lnTo>
                  <a:lnTo>
                    <a:pt x="3110798" y="1801100"/>
                  </a:lnTo>
                  <a:lnTo>
                    <a:pt x="3097447" y="1797087"/>
                  </a:lnTo>
                  <a:lnTo>
                    <a:pt x="3084096" y="1793169"/>
                  </a:lnTo>
                  <a:lnTo>
                    <a:pt x="3070745" y="1789348"/>
                  </a:lnTo>
                  <a:lnTo>
                    <a:pt x="3057394" y="1785628"/>
                  </a:lnTo>
                  <a:lnTo>
                    <a:pt x="3044043" y="1782011"/>
                  </a:lnTo>
                  <a:lnTo>
                    <a:pt x="3030692" y="1778499"/>
                  </a:lnTo>
                  <a:lnTo>
                    <a:pt x="3017341" y="1775095"/>
                  </a:lnTo>
                  <a:lnTo>
                    <a:pt x="3003990" y="1771800"/>
                  </a:lnTo>
                  <a:lnTo>
                    <a:pt x="2990639" y="1768616"/>
                  </a:lnTo>
                  <a:lnTo>
                    <a:pt x="2977287" y="1765545"/>
                  </a:lnTo>
                  <a:lnTo>
                    <a:pt x="2963936" y="1762587"/>
                  </a:lnTo>
                  <a:lnTo>
                    <a:pt x="2950585" y="1759744"/>
                  </a:lnTo>
                  <a:lnTo>
                    <a:pt x="2937234" y="1757017"/>
                  </a:lnTo>
                  <a:lnTo>
                    <a:pt x="2923883" y="1754406"/>
                  </a:lnTo>
                  <a:lnTo>
                    <a:pt x="2910532" y="1751910"/>
                  </a:lnTo>
                  <a:lnTo>
                    <a:pt x="2897181" y="1749530"/>
                  </a:lnTo>
                  <a:lnTo>
                    <a:pt x="2883830" y="1747266"/>
                  </a:lnTo>
                  <a:lnTo>
                    <a:pt x="2870479" y="1745116"/>
                  </a:lnTo>
                  <a:lnTo>
                    <a:pt x="2857128" y="1743080"/>
                  </a:lnTo>
                  <a:lnTo>
                    <a:pt x="2843777" y="1741156"/>
                  </a:lnTo>
                  <a:lnTo>
                    <a:pt x="2830426" y="1739342"/>
                  </a:lnTo>
                  <a:lnTo>
                    <a:pt x="2817075" y="1737636"/>
                  </a:lnTo>
                  <a:lnTo>
                    <a:pt x="2803724" y="1736037"/>
                  </a:lnTo>
                  <a:lnTo>
                    <a:pt x="2790373" y="1734541"/>
                  </a:lnTo>
                  <a:lnTo>
                    <a:pt x="2777021" y="1733147"/>
                  </a:lnTo>
                  <a:lnTo>
                    <a:pt x="2763670" y="1731849"/>
                  </a:lnTo>
                  <a:lnTo>
                    <a:pt x="2750319" y="1730647"/>
                  </a:lnTo>
                  <a:lnTo>
                    <a:pt x="2736968" y="1729534"/>
                  </a:lnTo>
                  <a:lnTo>
                    <a:pt x="2723617" y="1728509"/>
                  </a:lnTo>
                  <a:lnTo>
                    <a:pt x="2710266" y="1727566"/>
                  </a:lnTo>
                  <a:lnTo>
                    <a:pt x="2696915" y="1726702"/>
                  </a:lnTo>
                  <a:lnTo>
                    <a:pt x="2683564" y="1725912"/>
                  </a:lnTo>
                  <a:lnTo>
                    <a:pt x="2670213" y="1725191"/>
                  </a:lnTo>
                  <a:lnTo>
                    <a:pt x="2656862" y="1724534"/>
                  </a:lnTo>
                  <a:lnTo>
                    <a:pt x="2643511" y="1723937"/>
                  </a:lnTo>
                  <a:lnTo>
                    <a:pt x="2630160" y="1723394"/>
                  </a:lnTo>
                  <a:lnTo>
                    <a:pt x="2616809" y="1722900"/>
                  </a:lnTo>
                  <a:lnTo>
                    <a:pt x="2603458" y="1722449"/>
                  </a:lnTo>
                  <a:lnTo>
                    <a:pt x="2590107" y="1722037"/>
                  </a:lnTo>
                  <a:lnTo>
                    <a:pt x="2576755" y="1721656"/>
                  </a:lnTo>
                  <a:lnTo>
                    <a:pt x="2563404" y="1721303"/>
                  </a:lnTo>
                  <a:lnTo>
                    <a:pt x="2550053" y="1720971"/>
                  </a:lnTo>
                  <a:lnTo>
                    <a:pt x="2536702" y="1720654"/>
                  </a:lnTo>
                  <a:lnTo>
                    <a:pt x="2523351" y="1720346"/>
                  </a:lnTo>
                  <a:lnTo>
                    <a:pt x="2510000" y="1720043"/>
                  </a:lnTo>
                  <a:lnTo>
                    <a:pt x="2496649" y="1719737"/>
                  </a:lnTo>
                  <a:lnTo>
                    <a:pt x="2483298" y="1719423"/>
                  </a:lnTo>
                  <a:lnTo>
                    <a:pt x="2469947" y="1719096"/>
                  </a:lnTo>
                  <a:lnTo>
                    <a:pt x="2456596" y="1718749"/>
                  </a:lnTo>
                  <a:lnTo>
                    <a:pt x="2443245" y="1718377"/>
                  </a:lnTo>
                  <a:lnTo>
                    <a:pt x="2429894" y="1717973"/>
                  </a:lnTo>
                  <a:lnTo>
                    <a:pt x="2416543" y="1717533"/>
                  </a:lnTo>
                  <a:lnTo>
                    <a:pt x="2403192" y="1717050"/>
                  </a:lnTo>
                  <a:lnTo>
                    <a:pt x="2389841" y="1716520"/>
                  </a:lnTo>
                  <a:lnTo>
                    <a:pt x="2376489" y="1715935"/>
                  </a:lnTo>
                  <a:lnTo>
                    <a:pt x="2363138" y="1715291"/>
                  </a:lnTo>
                  <a:lnTo>
                    <a:pt x="2349787" y="1714582"/>
                  </a:lnTo>
                  <a:lnTo>
                    <a:pt x="2336436" y="1713803"/>
                  </a:lnTo>
                  <a:lnTo>
                    <a:pt x="2323085" y="1712948"/>
                  </a:lnTo>
                  <a:lnTo>
                    <a:pt x="2309734" y="1712011"/>
                  </a:lnTo>
                  <a:lnTo>
                    <a:pt x="2296383" y="1710989"/>
                  </a:lnTo>
                  <a:lnTo>
                    <a:pt x="2283032" y="1709874"/>
                  </a:lnTo>
                  <a:lnTo>
                    <a:pt x="2269681" y="1708663"/>
                  </a:lnTo>
                  <a:lnTo>
                    <a:pt x="2256330" y="1707349"/>
                  </a:lnTo>
                  <a:lnTo>
                    <a:pt x="2242979" y="1705928"/>
                  </a:lnTo>
                  <a:lnTo>
                    <a:pt x="2229628" y="1704395"/>
                  </a:lnTo>
                  <a:lnTo>
                    <a:pt x="2216277" y="1702744"/>
                  </a:lnTo>
                  <a:lnTo>
                    <a:pt x="2202926" y="1700971"/>
                  </a:lnTo>
                  <a:lnTo>
                    <a:pt x="2189575" y="1699070"/>
                  </a:lnTo>
                  <a:lnTo>
                    <a:pt x="2176223" y="1697037"/>
                  </a:lnTo>
                  <a:lnTo>
                    <a:pt x="2162872" y="1694866"/>
                  </a:lnTo>
                  <a:lnTo>
                    <a:pt x="2149521" y="1692554"/>
                  </a:lnTo>
                  <a:lnTo>
                    <a:pt x="2136170" y="1690094"/>
                  </a:lnTo>
                  <a:lnTo>
                    <a:pt x="2122819" y="1687482"/>
                  </a:lnTo>
                  <a:lnTo>
                    <a:pt x="2109468" y="1684714"/>
                  </a:lnTo>
                  <a:lnTo>
                    <a:pt x="2096117" y="1681785"/>
                  </a:lnTo>
                  <a:lnTo>
                    <a:pt x="2082766" y="1678688"/>
                  </a:lnTo>
                  <a:lnTo>
                    <a:pt x="2069415" y="1675421"/>
                  </a:lnTo>
                  <a:lnTo>
                    <a:pt x="2056064" y="1671979"/>
                  </a:lnTo>
                  <a:lnTo>
                    <a:pt x="2042713" y="1668355"/>
                  </a:lnTo>
                  <a:lnTo>
                    <a:pt x="2029362" y="1664546"/>
                  </a:lnTo>
                  <a:lnTo>
                    <a:pt x="2016011" y="1660548"/>
                  </a:lnTo>
                  <a:lnTo>
                    <a:pt x="2002660" y="1656362"/>
                  </a:lnTo>
                  <a:lnTo>
                    <a:pt x="1989309" y="1651998"/>
                  </a:lnTo>
                  <a:lnTo>
                    <a:pt x="1975957" y="1647465"/>
                  </a:lnTo>
                  <a:lnTo>
                    <a:pt x="1962606" y="1642772"/>
                  </a:lnTo>
                  <a:lnTo>
                    <a:pt x="1949255" y="1637929"/>
                  </a:lnTo>
                  <a:lnTo>
                    <a:pt x="1935904" y="1632945"/>
                  </a:lnTo>
                  <a:lnTo>
                    <a:pt x="1922553" y="1627830"/>
                  </a:lnTo>
                  <a:lnTo>
                    <a:pt x="1909202" y="1622593"/>
                  </a:lnTo>
                  <a:lnTo>
                    <a:pt x="1895851" y="1617245"/>
                  </a:lnTo>
                  <a:lnTo>
                    <a:pt x="1882500" y="1611795"/>
                  </a:lnTo>
                  <a:lnTo>
                    <a:pt x="1869149" y="1606255"/>
                  </a:lnTo>
                  <a:lnTo>
                    <a:pt x="1855798" y="1600633"/>
                  </a:lnTo>
                  <a:lnTo>
                    <a:pt x="1842447" y="1594941"/>
                  </a:lnTo>
                  <a:lnTo>
                    <a:pt x="1829096" y="1589189"/>
                  </a:lnTo>
                  <a:lnTo>
                    <a:pt x="1815745" y="1583387"/>
                  </a:lnTo>
                  <a:lnTo>
                    <a:pt x="1802394" y="1577546"/>
                  </a:lnTo>
                  <a:lnTo>
                    <a:pt x="1789042" y="1571677"/>
                  </a:lnTo>
                  <a:lnTo>
                    <a:pt x="1775691" y="1565791"/>
                  </a:lnTo>
                  <a:lnTo>
                    <a:pt x="1762340" y="1559898"/>
                  </a:lnTo>
                  <a:lnTo>
                    <a:pt x="1748989" y="1554009"/>
                  </a:lnTo>
                  <a:lnTo>
                    <a:pt x="1735638" y="1548135"/>
                  </a:lnTo>
                  <a:lnTo>
                    <a:pt x="1722287" y="1542288"/>
                  </a:lnTo>
                  <a:lnTo>
                    <a:pt x="1708936" y="1536477"/>
                  </a:lnTo>
                  <a:lnTo>
                    <a:pt x="1695585" y="1530715"/>
                  </a:lnTo>
                  <a:lnTo>
                    <a:pt x="1682234" y="1525011"/>
                  </a:lnTo>
                  <a:lnTo>
                    <a:pt x="1668883" y="1524575"/>
                  </a:lnTo>
                  <a:lnTo>
                    <a:pt x="1655532" y="1537584"/>
                  </a:lnTo>
                  <a:lnTo>
                    <a:pt x="1642181" y="1550470"/>
                  </a:lnTo>
                  <a:lnTo>
                    <a:pt x="1628830" y="1563222"/>
                  </a:lnTo>
                  <a:lnTo>
                    <a:pt x="1615479" y="1575829"/>
                  </a:lnTo>
                  <a:lnTo>
                    <a:pt x="1602128" y="1588282"/>
                  </a:lnTo>
                  <a:lnTo>
                    <a:pt x="1588776" y="1600572"/>
                  </a:lnTo>
                  <a:lnTo>
                    <a:pt x="1575425" y="1612688"/>
                  </a:lnTo>
                  <a:lnTo>
                    <a:pt x="1562074" y="1624623"/>
                  </a:lnTo>
                  <a:lnTo>
                    <a:pt x="1548723" y="1636368"/>
                  </a:lnTo>
                  <a:lnTo>
                    <a:pt x="1535372" y="1647915"/>
                  </a:lnTo>
                  <a:lnTo>
                    <a:pt x="1522021" y="1659258"/>
                  </a:lnTo>
                  <a:lnTo>
                    <a:pt x="1508670" y="1670388"/>
                  </a:lnTo>
                  <a:lnTo>
                    <a:pt x="1495319" y="1681300"/>
                  </a:lnTo>
                  <a:lnTo>
                    <a:pt x="1481968" y="1691989"/>
                  </a:lnTo>
                  <a:lnTo>
                    <a:pt x="1468617" y="1702448"/>
                  </a:lnTo>
                  <a:lnTo>
                    <a:pt x="1455266" y="1712674"/>
                  </a:lnTo>
                  <a:lnTo>
                    <a:pt x="1441915" y="1722662"/>
                  </a:lnTo>
                  <a:lnTo>
                    <a:pt x="1428564" y="1732409"/>
                  </a:lnTo>
                  <a:lnTo>
                    <a:pt x="1415213" y="1741914"/>
                  </a:lnTo>
                  <a:lnTo>
                    <a:pt x="1401862" y="1751174"/>
                  </a:lnTo>
                  <a:lnTo>
                    <a:pt x="1388510" y="1760188"/>
                  </a:lnTo>
                  <a:lnTo>
                    <a:pt x="1375159" y="1768957"/>
                  </a:lnTo>
                  <a:lnTo>
                    <a:pt x="1361808" y="1777482"/>
                  </a:lnTo>
                  <a:lnTo>
                    <a:pt x="1348457" y="1785766"/>
                  </a:lnTo>
                  <a:lnTo>
                    <a:pt x="1335106" y="1793812"/>
                  </a:lnTo>
                  <a:lnTo>
                    <a:pt x="1321755" y="1801630"/>
                  </a:lnTo>
                  <a:lnTo>
                    <a:pt x="1308404" y="1809239"/>
                  </a:lnTo>
                  <a:lnTo>
                    <a:pt x="1295053" y="1816660"/>
                  </a:lnTo>
                  <a:lnTo>
                    <a:pt x="1281702" y="1823914"/>
                  </a:lnTo>
                  <a:lnTo>
                    <a:pt x="1268351" y="1831020"/>
                  </a:lnTo>
                  <a:lnTo>
                    <a:pt x="1255000" y="1838001"/>
                  </a:lnTo>
                  <a:lnTo>
                    <a:pt x="1241649" y="1844877"/>
                  </a:lnTo>
                  <a:lnTo>
                    <a:pt x="1228298" y="1851671"/>
                  </a:lnTo>
                  <a:lnTo>
                    <a:pt x="1214947" y="1858402"/>
                  </a:lnTo>
                  <a:lnTo>
                    <a:pt x="1201596" y="1865093"/>
                  </a:lnTo>
                  <a:lnTo>
                    <a:pt x="1188244" y="1871765"/>
                  </a:lnTo>
                  <a:lnTo>
                    <a:pt x="1174893" y="1878439"/>
                  </a:lnTo>
                  <a:lnTo>
                    <a:pt x="1161542" y="1885135"/>
                  </a:lnTo>
                  <a:lnTo>
                    <a:pt x="1148191" y="1891874"/>
                  </a:lnTo>
                  <a:lnTo>
                    <a:pt x="1134840" y="1898675"/>
                  </a:lnTo>
                  <a:lnTo>
                    <a:pt x="1121489" y="1905558"/>
                  </a:lnTo>
                  <a:lnTo>
                    <a:pt x="1108138" y="1912540"/>
                  </a:lnTo>
                  <a:lnTo>
                    <a:pt x="1094787" y="1919638"/>
                  </a:lnTo>
                  <a:lnTo>
                    <a:pt x="1081436" y="1926870"/>
                  </a:lnTo>
                  <a:lnTo>
                    <a:pt x="1068085" y="1934249"/>
                  </a:lnTo>
                  <a:lnTo>
                    <a:pt x="1054734" y="1941789"/>
                  </a:lnTo>
                  <a:lnTo>
                    <a:pt x="1041383" y="1949502"/>
                  </a:lnTo>
                  <a:lnTo>
                    <a:pt x="1028032" y="1957400"/>
                  </a:lnTo>
                  <a:lnTo>
                    <a:pt x="1014681" y="1965491"/>
                  </a:lnTo>
                  <a:lnTo>
                    <a:pt x="1001330" y="1973783"/>
                  </a:lnTo>
                  <a:lnTo>
                    <a:pt x="987978" y="1982283"/>
                  </a:lnTo>
                  <a:lnTo>
                    <a:pt x="974627" y="1990995"/>
                  </a:lnTo>
                  <a:lnTo>
                    <a:pt x="961276" y="1999923"/>
                  </a:lnTo>
                  <a:lnTo>
                    <a:pt x="947925" y="2009068"/>
                  </a:lnTo>
                  <a:lnTo>
                    <a:pt x="934574" y="2018431"/>
                  </a:lnTo>
                  <a:lnTo>
                    <a:pt x="921223" y="2028011"/>
                  </a:lnTo>
                  <a:lnTo>
                    <a:pt x="907872" y="2037805"/>
                  </a:lnTo>
                  <a:lnTo>
                    <a:pt x="894521" y="2047812"/>
                  </a:lnTo>
                  <a:lnTo>
                    <a:pt x="881170" y="2058027"/>
                  </a:lnTo>
                  <a:lnTo>
                    <a:pt x="867819" y="2068444"/>
                  </a:lnTo>
                  <a:lnTo>
                    <a:pt x="854468" y="2079059"/>
                  </a:lnTo>
                  <a:lnTo>
                    <a:pt x="841117" y="2089864"/>
                  </a:lnTo>
                  <a:lnTo>
                    <a:pt x="827766" y="2100853"/>
                  </a:lnTo>
                  <a:lnTo>
                    <a:pt x="814415" y="2112017"/>
                  </a:lnTo>
                  <a:lnTo>
                    <a:pt x="801064" y="2123349"/>
                  </a:lnTo>
                  <a:lnTo>
                    <a:pt x="787712" y="2134841"/>
                  </a:lnTo>
                  <a:lnTo>
                    <a:pt x="774361" y="2146484"/>
                  </a:lnTo>
                  <a:lnTo>
                    <a:pt x="761010" y="2158269"/>
                  </a:lnTo>
                  <a:lnTo>
                    <a:pt x="747659" y="2170186"/>
                  </a:lnTo>
                  <a:lnTo>
                    <a:pt x="734308" y="2182228"/>
                  </a:lnTo>
                  <a:lnTo>
                    <a:pt x="720957" y="2194385"/>
                  </a:lnTo>
                  <a:lnTo>
                    <a:pt x="707606" y="2206647"/>
                  </a:lnTo>
                  <a:lnTo>
                    <a:pt x="694255" y="2219007"/>
                  </a:lnTo>
                  <a:lnTo>
                    <a:pt x="680904" y="2231454"/>
                  </a:lnTo>
                  <a:lnTo>
                    <a:pt x="667553" y="2243980"/>
                  </a:lnTo>
                  <a:lnTo>
                    <a:pt x="654202" y="2256576"/>
                  </a:lnTo>
                  <a:lnTo>
                    <a:pt x="640851" y="2269234"/>
                  </a:lnTo>
                  <a:lnTo>
                    <a:pt x="627500" y="2281945"/>
                  </a:lnTo>
                  <a:lnTo>
                    <a:pt x="614149" y="2294701"/>
                  </a:lnTo>
                  <a:lnTo>
                    <a:pt x="600798" y="2307494"/>
                  </a:lnTo>
                  <a:lnTo>
                    <a:pt x="587446" y="2320315"/>
                  </a:lnTo>
                  <a:lnTo>
                    <a:pt x="574095" y="2333158"/>
                  </a:lnTo>
                  <a:lnTo>
                    <a:pt x="560744" y="2346015"/>
                  </a:lnTo>
                  <a:lnTo>
                    <a:pt x="547393" y="2358878"/>
                  </a:lnTo>
                  <a:lnTo>
                    <a:pt x="534042" y="2371740"/>
                  </a:lnTo>
                  <a:lnTo>
                    <a:pt x="520691" y="2384595"/>
                  </a:lnTo>
                  <a:lnTo>
                    <a:pt x="507340" y="2397436"/>
                  </a:lnTo>
                  <a:lnTo>
                    <a:pt x="493989" y="2410257"/>
                  </a:lnTo>
                  <a:lnTo>
                    <a:pt x="480638" y="2423050"/>
                  </a:lnTo>
                  <a:lnTo>
                    <a:pt x="467287" y="2435811"/>
                  </a:lnTo>
                  <a:lnTo>
                    <a:pt x="453936" y="2448534"/>
                  </a:lnTo>
                  <a:lnTo>
                    <a:pt x="440585" y="2461212"/>
                  </a:lnTo>
                  <a:lnTo>
                    <a:pt x="427234" y="2473840"/>
                  </a:lnTo>
                  <a:lnTo>
                    <a:pt x="413883" y="2486414"/>
                  </a:lnTo>
                  <a:lnTo>
                    <a:pt x="400532" y="2498928"/>
                  </a:lnTo>
                  <a:lnTo>
                    <a:pt x="387180" y="2511381"/>
                  </a:lnTo>
                  <a:lnTo>
                    <a:pt x="373829" y="2523770"/>
                  </a:lnTo>
                  <a:lnTo>
                    <a:pt x="360478" y="2536094"/>
                  </a:lnTo>
                  <a:lnTo>
                    <a:pt x="347127" y="2548353"/>
                  </a:lnTo>
                  <a:lnTo>
                    <a:pt x="333776" y="2560545"/>
                  </a:lnTo>
                  <a:lnTo>
                    <a:pt x="320425" y="2572668"/>
                  </a:lnTo>
                  <a:lnTo>
                    <a:pt x="307074" y="2584723"/>
                  </a:lnTo>
                  <a:lnTo>
                    <a:pt x="293723" y="2596708"/>
                  </a:lnTo>
                  <a:lnTo>
                    <a:pt x="280372" y="2608622"/>
                  </a:lnTo>
                  <a:lnTo>
                    <a:pt x="267021" y="2620465"/>
                  </a:lnTo>
                  <a:lnTo>
                    <a:pt x="253670" y="2632237"/>
                  </a:lnTo>
                  <a:lnTo>
                    <a:pt x="240319" y="2643937"/>
                  </a:lnTo>
                  <a:lnTo>
                    <a:pt x="226968" y="2655564"/>
                  </a:lnTo>
                  <a:lnTo>
                    <a:pt x="213617" y="2667118"/>
                  </a:lnTo>
                  <a:lnTo>
                    <a:pt x="200266" y="2678600"/>
                  </a:lnTo>
                  <a:lnTo>
                    <a:pt x="186914" y="2690008"/>
                  </a:lnTo>
                  <a:lnTo>
                    <a:pt x="173563" y="2701342"/>
                  </a:lnTo>
                  <a:lnTo>
                    <a:pt x="160212" y="2712603"/>
                  </a:lnTo>
                  <a:lnTo>
                    <a:pt x="146861" y="2723790"/>
                  </a:lnTo>
                  <a:lnTo>
                    <a:pt x="133510" y="2734904"/>
                  </a:lnTo>
                  <a:lnTo>
                    <a:pt x="120159" y="2745944"/>
                  </a:lnTo>
                  <a:lnTo>
                    <a:pt x="106808" y="2756910"/>
                  </a:lnTo>
                  <a:lnTo>
                    <a:pt x="93457" y="2767802"/>
                  </a:lnTo>
                  <a:lnTo>
                    <a:pt x="80106" y="2778621"/>
                  </a:lnTo>
                  <a:lnTo>
                    <a:pt x="66755" y="2789366"/>
                  </a:lnTo>
                  <a:lnTo>
                    <a:pt x="53404" y="2800038"/>
                  </a:lnTo>
                  <a:lnTo>
                    <a:pt x="40053" y="2810637"/>
                  </a:lnTo>
                  <a:lnTo>
                    <a:pt x="26702" y="2821163"/>
                  </a:lnTo>
                  <a:lnTo>
                    <a:pt x="13351" y="2831615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41407" y="3498589"/>
              <a:ext cx="3991969" cy="1519378"/>
            </a:xfrm>
            <a:custGeom>
              <a:avLst/>
              <a:pathLst>
                <a:path w="3991969" h="1519378">
                  <a:moveTo>
                    <a:pt x="0" y="523595"/>
                  </a:moveTo>
                  <a:lnTo>
                    <a:pt x="13351" y="540960"/>
                  </a:lnTo>
                  <a:lnTo>
                    <a:pt x="26702" y="558226"/>
                  </a:lnTo>
                  <a:lnTo>
                    <a:pt x="40053" y="575393"/>
                  </a:lnTo>
                  <a:lnTo>
                    <a:pt x="53404" y="592462"/>
                  </a:lnTo>
                  <a:lnTo>
                    <a:pt x="66755" y="609432"/>
                  </a:lnTo>
                  <a:lnTo>
                    <a:pt x="80106" y="626303"/>
                  </a:lnTo>
                  <a:lnTo>
                    <a:pt x="93457" y="643075"/>
                  </a:lnTo>
                  <a:lnTo>
                    <a:pt x="106808" y="659748"/>
                  </a:lnTo>
                  <a:lnTo>
                    <a:pt x="120159" y="676321"/>
                  </a:lnTo>
                  <a:lnTo>
                    <a:pt x="133510" y="692795"/>
                  </a:lnTo>
                  <a:lnTo>
                    <a:pt x="146861" y="709169"/>
                  </a:lnTo>
                  <a:lnTo>
                    <a:pt x="160212" y="725443"/>
                  </a:lnTo>
                  <a:lnTo>
                    <a:pt x="173563" y="741616"/>
                  </a:lnTo>
                  <a:lnTo>
                    <a:pt x="186914" y="757688"/>
                  </a:lnTo>
                  <a:lnTo>
                    <a:pt x="200266" y="773659"/>
                  </a:lnTo>
                  <a:lnTo>
                    <a:pt x="213617" y="789528"/>
                  </a:lnTo>
                  <a:lnTo>
                    <a:pt x="226968" y="805295"/>
                  </a:lnTo>
                  <a:lnTo>
                    <a:pt x="240319" y="820958"/>
                  </a:lnTo>
                  <a:lnTo>
                    <a:pt x="253670" y="836518"/>
                  </a:lnTo>
                  <a:lnTo>
                    <a:pt x="267021" y="851973"/>
                  </a:lnTo>
                  <a:lnTo>
                    <a:pt x="280372" y="867323"/>
                  </a:lnTo>
                  <a:lnTo>
                    <a:pt x="293723" y="882567"/>
                  </a:lnTo>
                  <a:lnTo>
                    <a:pt x="307074" y="897703"/>
                  </a:lnTo>
                  <a:lnTo>
                    <a:pt x="320425" y="912732"/>
                  </a:lnTo>
                  <a:lnTo>
                    <a:pt x="333776" y="927650"/>
                  </a:lnTo>
                  <a:lnTo>
                    <a:pt x="347127" y="942458"/>
                  </a:lnTo>
                  <a:lnTo>
                    <a:pt x="360478" y="957154"/>
                  </a:lnTo>
                  <a:lnTo>
                    <a:pt x="373829" y="971736"/>
                  </a:lnTo>
                  <a:lnTo>
                    <a:pt x="387180" y="986202"/>
                  </a:lnTo>
                  <a:lnTo>
                    <a:pt x="400532" y="1000552"/>
                  </a:lnTo>
                  <a:lnTo>
                    <a:pt x="413883" y="1014781"/>
                  </a:lnTo>
                  <a:lnTo>
                    <a:pt x="427234" y="1028889"/>
                  </a:lnTo>
                  <a:lnTo>
                    <a:pt x="440585" y="1042866"/>
                  </a:lnTo>
                  <a:lnTo>
                    <a:pt x="453936" y="1056706"/>
                  </a:lnTo>
                  <a:lnTo>
                    <a:pt x="467287" y="1070400"/>
                  </a:lnTo>
                  <a:lnTo>
                    <a:pt x="480638" y="1083940"/>
                  </a:lnTo>
                  <a:lnTo>
                    <a:pt x="493989" y="1097318"/>
                  </a:lnTo>
                  <a:lnTo>
                    <a:pt x="507340" y="1110527"/>
                  </a:lnTo>
                  <a:lnTo>
                    <a:pt x="520691" y="1123559"/>
                  </a:lnTo>
                  <a:lnTo>
                    <a:pt x="534042" y="1136406"/>
                  </a:lnTo>
                  <a:lnTo>
                    <a:pt x="547393" y="1149060"/>
                  </a:lnTo>
                  <a:lnTo>
                    <a:pt x="560744" y="1161514"/>
                  </a:lnTo>
                  <a:lnTo>
                    <a:pt x="574095" y="1173761"/>
                  </a:lnTo>
                  <a:lnTo>
                    <a:pt x="587446" y="1185792"/>
                  </a:lnTo>
                  <a:lnTo>
                    <a:pt x="600798" y="1197600"/>
                  </a:lnTo>
                  <a:lnTo>
                    <a:pt x="614149" y="1209179"/>
                  </a:lnTo>
                  <a:lnTo>
                    <a:pt x="627500" y="1220520"/>
                  </a:lnTo>
                  <a:lnTo>
                    <a:pt x="640851" y="1231617"/>
                  </a:lnTo>
                  <a:lnTo>
                    <a:pt x="654202" y="1242462"/>
                  </a:lnTo>
                  <a:lnTo>
                    <a:pt x="667553" y="1253048"/>
                  </a:lnTo>
                  <a:lnTo>
                    <a:pt x="680904" y="1263367"/>
                  </a:lnTo>
                  <a:lnTo>
                    <a:pt x="694255" y="1273414"/>
                  </a:lnTo>
                  <a:lnTo>
                    <a:pt x="707606" y="1283181"/>
                  </a:lnTo>
                  <a:lnTo>
                    <a:pt x="720957" y="1292660"/>
                  </a:lnTo>
                  <a:lnTo>
                    <a:pt x="734308" y="1301847"/>
                  </a:lnTo>
                  <a:lnTo>
                    <a:pt x="747659" y="1310734"/>
                  </a:lnTo>
                  <a:lnTo>
                    <a:pt x="761010" y="1319314"/>
                  </a:lnTo>
                  <a:lnTo>
                    <a:pt x="774361" y="1327583"/>
                  </a:lnTo>
                  <a:lnTo>
                    <a:pt x="787712" y="1335534"/>
                  </a:lnTo>
                  <a:lnTo>
                    <a:pt x="801064" y="1343162"/>
                  </a:lnTo>
                  <a:lnTo>
                    <a:pt x="814415" y="1350461"/>
                  </a:lnTo>
                  <a:lnTo>
                    <a:pt x="827766" y="1357428"/>
                  </a:lnTo>
                  <a:lnTo>
                    <a:pt x="841117" y="1364058"/>
                  </a:lnTo>
                  <a:lnTo>
                    <a:pt x="854468" y="1370348"/>
                  </a:lnTo>
                  <a:lnTo>
                    <a:pt x="867819" y="1376294"/>
                  </a:lnTo>
                  <a:lnTo>
                    <a:pt x="881170" y="1381895"/>
                  </a:lnTo>
                  <a:lnTo>
                    <a:pt x="894521" y="1387150"/>
                  </a:lnTo>
                  <a:lnTo>
                    <a:pt x="907872" y="1392058"/>
                  </a:lnTo>
                  <a:lnTo>
                    <a:pt x="921223" y="1396620"/>
                  </a:lnTo>
                  <a:lnTo>
                    <a:pt x="934574" y="1400838"/>
                  </a:lnTo>
                  <a:lnTo>
                    <a:pt x="947925" y="1404714"/>
                  </a:lnTo>
                  <a:lnTo>
                    <a:pt x="961276" y="1408253"/>
                  </a:lnTo>
                  <a:lnTo>
                    <a:pt x="974627" y="1411461"/>
                  </a:lnTo>
                  <a:lnTo>
                    <a:pt x="987978" y="1414344"/>
                  </a:lnTo>
                  <a:lnTo>
                    <a:pt x="1001330" y="1416911"/>
                  </a:lnTo>
                  <a:lnTo>
                    <a:pt x="1014681" y="1419172"/>
                  </a:lnTo>
                  <a:lnTo>
                    <a:pt x="1028032" y="1421139"/>
                  </a:lnTo>
                  <a:lnTo>
                    <a:pt x="1041383" y="1422824"/>
                  </a:lnTo>
                  <a:lnTo>
                    <a:pt x="1054734" y="1424242"/>
                  </a:lnTo>
                  <a:lnTo>
                    <a:pt x="1068085" y="1425410"/>
                  </a:lnTo>
                  <a:lnTo>
                    <a:pt x="1081436" y="1426344"/>
                  </a:lnTo>
                  <a:lnTo>
                    <a:pt x="1094787" y="1427064"/>
                  </a:lnTo>
                  <a:lnTo>
                    <a:pt x="1108138" y="1427589"/>
                  </a:lnTo>
                  <a:lnTo>
                    <a:pt x="1121489" y="1427940"/>
                  </a:lnTo>
                  <a:lnTo>
                    <a:pt x="1134840" y="1428140"/>
                  </a:lnTo>
                  <a:lnTo>
                    <a:pt x="1148191" y="1428211"/>
                  </a:lnTo>
                  <a:lnTo>
                    <a:pt x="1161542" y="1428177"/>
                  </a:lnTo>
                  <a:lnTo>
                    <a:pt x="1174893" y="1428062"/>
                  </a:lnTo>
                  <a:lnTo>
                    <a:pt x="1188244" y="1427891"/>
                  </a:lnTo>
                  <a:lnTo>
                    <a:pt x="1201596" y="1427688"/>
                  </a:lnTo>
                  <a:lnTo>
                    <a:pt x="1214947" y="1427478"/>
                  </a:lnTo>
                  <a:lnTo>
                    <a:pt x="1228298" y="1427286"/>
                  </a:lnTo>
                  <a:lnTo>
                    <a:pt x="1241649" y="1427138"/>
                  </a:lnTo>
                  <a:lnTo>
                    <a:pt x="1255000" y="1427056"/>
                  </a:lnTo>
                  <a:lnTo>
                    <a:pt x="1268351" y="1427066"/>
                  </a:lnTo>
                  <a:lnTo>
                    <a:pt x="1281702" y="1427191"/>
                  </a:lnTo>
                  <a:lnTo>
                    <a:pt x="1295053" y="1427455"/>
                  </a:lnTo>
                  <a:lnTo>
                    <a:pt x="1308404" y="1427880"/>
                  </a:lnTo>
                  <a:lnTo>
                    <a:pt x="1321755" y="1428487"/>
                  </a:lnTo>
                  <a:lnTo>
                    <a:pt x="1335106" y="1429299"/>
                  </a:lnTo>
                  <a:lnTo>
                    <a:pt x="1348457" y="1430336"/>
                  </a:lnTo>
                  <a:lnTo>
                    <a:pt x="1361808" y="1431606"/>
                  </a:lnTo>
                  <a:lnTo>
                    <a:pt x="1375159" y="1433114"/>
                  </a:lnTo>
                  <a:lnTo>
                    <a:pt x="1388510" y="1434861"/>
                  </a:lnTo>
                  <a:lnTo>
                    <a:pt x="1401862" y="1436848"/>
                  </a:lnTo>
                  <a:lnTo>
                    <a:pt x="1415213" y="1439075"/>
                  </a:lnTo>
                  <a:lnTo>
                    <a:pt x="1428564" y="1441538"/>
                  </a:lnTo>
                  <a:lnTo>
                    <a:pt x="1441915" y="1444235"/>
                  </a:lnTo>
                  <a:lnTo>
                    <a:pt x="1455266" y="1447161"/>
                  </a:lnTo>
                  <a:lnTo>
                    <a:pt x="1468617" y="1450313"/>
                  </a:lnTo>
                  <a:lnTo>
                    <a:pt x="1481968" y="1453683"/>
                  </a:lnTo>
                  <a:lnTo>
                    <a:pt x="1495319" y="1457266"/>
                  </a:lnTo>
                  <a:lnTo>
                    <a:pt x="1508670" y="1461055"/>
                  </a:lnTo>
                  <a:lnTo>
                    <a:pt x="1522021" y="1465041"/>
                  </a:lnTo>
                  <a:lnTo>
                    <a:pt x="1535372" y="1469217"/>
                  </a:lnTo>
                  <a:lnTo>
                    <a:pt x="1548723" y="1473575"/>
                  </a:lnTo>
                  <a:lnTo>
                    <a:pt x="1562074" y="1478105"/>
                  </a:lnTo>
                  <a:lnTo>
                    <a:pt x="1575425" y="1482798"/>
                  </a:lnTo>
                  <a:lnTo>
                    <a:pt x="1588776" y="1487644"/>
                  </a:lnTo>
                  <a:lnTo>
                    <a:pt x="1602128" y="1492634"/>
                  </a:lnTo>
                  <a:lnTo>
                    <a:pt x="1615479" y="1497757"/>
                  </a:lnTo>
                  <a:lnTo>
                    <a:pt x="1628830" y="1503004"/>
                  </a:lnTo>
                  <a:lnTo>
                    <a:pt x="1642181" y="1508363"/>
                  </a:lnTo>
                  <a:lnTo>
                    <a:pt x="1655532" y="1513825"/>
                  </a:lnTo>
                  <a:lnTo>
                    <a:pt x="1668883" y="1519378"/>
                  </a:lnTo>
                  <a:lnTo>
                    <a:pt x="1682234" y="1511454"/>
                  </a:lnTo>
                  <a:lnTo>
                    <a:pt x="1695585" y="1498232"/>
                  </a:lnTo>
                  <a:lnTo>
                    <a:pt x="1708936" y="1484922"/>
                  </a:lnTo>
                  <a:lnTo>
                    <a:pt x="1722287" y="1471535"/>
                  </a:lnTo>
                  <a:lnTo>
                    <a:pt x="1735638" y="1458085"/>
                  </a:lnTo>
                  <a:lnTo>
                    <a:pt x="1748989" y="1444583"/>
                  </a:lnTo>
                  <a:lnTo>
                    <a:pt x="1762340" y="1431044"/>
                  </a:lnTo>
                  <a:lnTo>
                    <a:pt x="1775691" y="1417481"/>
                  </a:lnTo>
                  <a:lnTo>
                    <a:pt x="1789042" y="1403908"/>
                  </a:lnTo>
                  <a:lnTo>
                    <a:pt x="1802394" y="1390339"/>
                  </a:lnTo>
                  <a:lnTo>
                    <a:pt x="1815745" y="1376788"/>
                  </a:lnTo>
                  <a:lnTo>
                    <a:pt x="1829096" y="1363272"/>
                  </a:lnTo>
                  <a:lnTo>
                    <a:pt x="1842447" y="1349804"/>
                  </a:lnTo>
                  <a:lnTo>
                    <a:pt x="1855798" y="1336401"/>
                  </a:lnTo>
                  <a:lnTo>
                    <a:pt x="1869149" y="1323078"/>
                  </a:lnTo>
                  <a:lnTo>
                    <a:pt x="1882500" y="1309850"/>
                  </a:lnTo>
                  <a:lnTo>
                    <a:pt x="1895851" y="1296735"/>
                  </a:lnTo>
                  <a:lnTo>
                    <a:pt x="1909202" y="1283749"/>
                  </a:lnTo>
                  <a:lnTo>
                    <a:pt x="1922553" y="1270908"/>
                  </a:lnTo>
                  <a:lnTo>
                    <a:pt x="1935904" y="1258229"/>
                  </a:lnTo>
                  <a:lnTo>
                    <a:pt x="1949255" y="1245729"/>
                  </a:lnTo>
                  <a:lnTo>
                    <a:pt x="1962606" y="1233425"/>
                  </a:lnTo>
                  <a:lnTo>
                    <a:pt x="1975957" y="1221335"/>
                  </a:lnTo>
                  <a:lnTo>
                    <a:pt x="1989309" y="1209475"/>
                  </a:lnTo>
                  <a:lnTo>
                    <a:pt x="2002660" y="1197864"/>
                  </a:lnTo>
                  <a:lnTo>
                    <a:pt x="2016011" y="1186519"/>
                  </a:lnTo>
                  <a:lnTo>
                    <a:pt x="2029362" y="1175456"/>
                  </a:lnTo>
                  <a:lnTo>
                    <a:pt x="2042713" y="1164685"/>
                  </a:lnTo>
                  <a:lnTo>
                    <a:pt x="2056064" y="1154202"/>
                  </a:lnTo>
                  <a:lnTo>
                    <a:pt x="2069415" y="1144006"/>
                  </a:lnTo>
                  <a:lnTo>
                    <a:pt x="2082766" y="1134093"/>
                  </a:lnTo>
                  <a:lnTo>
                    <a:pt x="2096117" y="1124460"/>
                  </a:lnTo>
                  <a:lnTo>
                    <a:pt x="2109468" y="1115103"/>
                  </a:lnTo>
                  <a:lnTo>
                    <a:pt x="2122819" y="1106019"/>
                  </a:lnTo>
                  <a:lnTo>
                    <a:pt x="2136170" y="1097203"/>
                  </a:lnTo>
                  <a:lnTo>
                    <a:pt x="2149521" y="1088651"/>
                  </a:lnTo>
                  <a:lnTo>
                    <a:pt x="2162872" y="1080360"/>
                  </a:lnTo>
                  <a:lnTo>
                    <a:pt x="2176223" y="1072323"/>
                  </a:lnTo>
                  <a:lnTo>
                    <a:pt x="2189575" y="1064537"/>
                  </a:lnTo>
                  <a:lnTo>
                    <a:pt x="2202926" y="1056996"/>
                  </a:lnTo>
                  <a:lnTo>
                    <a:pt x="2216277" y="1049694"/>
                  </a:lnTo>
                  <a:lnTo>
                    <a:pt x="2229628" y="1042627"/>
                  </a:lnTo>
                  <a:lnTo>
                    <a:pt x="2242979" y="1035789"/>
                  </a:lnTo>
                  <a:lnTo>
                    <a:pt x="2256330" y="1029173"/>
                  </a:lnTo>
                  <a:lnTo>
                    <a:pt x="2269681" y="1022774"/>
                  </a:lnTo>
                  <a:lnTo>
                    <a:pt x="2283032" y="1016585"/>
                  </a:lnTo>
                  <a:lnTo>
                    <a:pt x="2296383" y="1010599"/>
                  </a:lnTo>
                  <a:lnTo>
                    <a:pt x="2309734" y="1004811"/>
                  </a:lnTo>
                  <a:lnTo>
                    <a:pt x="2323085" y="999213"/>
                  </a:lnTo>
                  <a:lnTo>
                    <a:pt x="2336436" y="993798"/>
                  </a:lnTo>
                  <a:lnTo>
                    <a:pt x="2349787" y="988559"/>
                  </a:lnTo>
                  <a:lnTo>
                    <a:pt x="2363138" y="983488"/>
                  </a:lnTo>
                  <a:lnTo>
                    <a:pt x="2376489" y="978579"/>
                  </a:lnTo>
                  <a:lnTo>
                    <a:pt x="2389841" y="973823"/>
                  </a:lnTo>
                  <a:lnTo>
                    <a:pt x="2403192" y="969212"/>
                  </a:lnTo>
                  <a:lnTo>
                    <a:pt x="2416543" y="964738"/>
                  </a:lnTo>
                  <a:lnTo>
                    <a:pt x="2429894" y="960395"/>
                  </a:lnTo>
                  <a:lnTo>
                    <a:pt x="2443245" y="956172"/>
                  </a:lnTo>
                  <a:lnTo>
                    <a:pt x="2456596" y="952062"/>
                  </a:lnTo>
                  <a:lnTo>
                    <a:pt x="2469947" y="948056"/>
                  </a:lnTo>
                  <a:lnTo>
                    <a:pt x="2483298" y="944146"/>
                  </a:lnTo>
                  <a:lnTo>
                    <a:pt x="2496649" y="940323"/>
                  </a:lnTo>
                  <a:lnTo>
                    <a:pt x="2510000" y="936579"/>
                  </a:lnTo>
                  <a:lnTo>
                    <a:pt x="2523351" y="932905"/>
                  </a:lnTo>
                  <a:lnTo>
                    <a:pt x="2536702" y="929291"/>
                  </a:lnTo>
                  <a:lnTo>
                    <a:pt x="2550053" y="925729"/>
                  </a:lnTo>
                  <a:lnTo>
                    <a:pt x="2563404" y="922211"/>
                  </a:lnTo>
                  <a:lnTo>
                    <a:pt x="2576755" y="918727"/>
                  </a:lnTo>
                  <a:lnTo>
                    <a:pt x="2590107" y="915269"/>
                  </a:lnTo>
                  <a:lnTo>
                    <a:pt x="2603458" y="911828"/>
                  </a:lnTo>
                  <a:lnTo>
                    <a:pt x="2616809" y="908394"/>
                  </a:lnTo>
                  <a:lnTo>
                    <a:pt x="2630160" y="904961"/>
                  </a:lnTo>
                  <a:lnTo>
                    <a:pt x="2643511" y="901517"/>
                  </a:lnTo>
                  <a:lnTo>
                    <a:pt x="2656862" y="898056"/>
                  </a:lnTo>
                  <a:lnTo>
                    <a:pt x="2670213" y="894570"/>
                  </a:lnTo>
                  <a:lnTo>
                    <a:pt x="2683564" y="891048"/>
                  </a:lnTo>
                  <a:lnTo>
                    <a:pt x="2696915" y="887485"/>
                  </a:lnTo>
                  <a:lnTo>
                    <a:pt x="2710266" y="883871"/>
                  </a:lnTo>
                  <a:lnTo>
                    <a:pt x="2723617" y="880199"/>
                  </a:lnTo>
                  <a:lnTo>
                    <a:pt x="2736968" y="876462"/>
                  </a:lnTo>
                  <a:lnTo>
                    <a:pt x="2750319" y="872652"/>
                  </a:lnTo>
                  <a:lnTo>
                    <a:pt x="2763670" y="868763"/>
                  </a:lnTo>
                  <a:lnTo>
                    <a:pt x="2777021" y="864787"/>
                  </a:lnTo>
                  <a:lnTo>
                    <a:pt x="2790373" y="860718"/>
                  </a:lnTo>
                  <a:lnTo>
                    <a:pt x="2803724" y="856550"/>
                  </a:lnTo>
                  <a:lnTo>
                    <a:pt x="2817075" y="852277"/>
                  </a:lnTo>
                  <a:lnTo>
                    <a:pt x="2830426" y="847894"/>
                  </a:lnTo>
                  <a:lnTo>
                    <a:pt x="2843777" y="843396"/>
                  </a:lnTo>
                  <a:lnTo>
                    <a:pt x="2857128" y="838776"/>
                  </a:lnTo>
                  <a:lnTo>
                    <a:pt x="2870479" y="834032"/>
                  </a:lnTo>
                  <a:lnTo>
                    <a:pt x="2883830" y="829159"/>
                  </a:lnTo>
                  <a:lnTo>
                    <a:pt x="2897181" y="824152"/>
                  </a:lnTo>
                  <a:lnTo>
                    <a:pt x="2910532" y="819009"/>
                  </a:lnTo>
                  <a:lnTo>
                    <a:pt x="2923883" y="813726"/>
                  </a:lnTo>
                  <a:lnTo>
                    <a:pt x="2937234" y="808301"/>
                  </a:lnTo>
                  <a:lnTo>
                    <a:pt x="2950585" y="802730"/>
                  </a:lnTo>
                  <a:lnTo>
                    <a:pt x="2963936" y="797013"/>
                  </a:lnTo>
                  <a:lnTo>
                    <a:pt x="2977287" y="791147"/>
                  </a:lnTo>
                  <a:lnTo>
                    <a:pt x="2990639" y="785130"/>
                  </a:lnTo>
                  <a:lnTo>
                    <a:pt x="3003990" y="778963"/>
                  </a:lnTo>
                  <a:lnTo>
                    <a:pt x="3017341" y="772643"/>
                  </a:lnTo>
                  <a:lnTo>
                    <a:pt x="3030692" y="766171"/>
                  </a:lnTo>
                  <a:lnTo>
                    <a:pt x="3044043" y="759546"/>
                  </a:lnTo>
                  <a:lnTo>
                    <a:pt x="3057394" y="752769"/>
                  </a:lnTo>
                  <a:lnTo>
                    <a:pt x="3070745" y="745839"/>
                  </a:lnTo>
                  <a:lnTo>
                    <a:pt x="3084096" y="738758"/>
                  </a:lnTo>
                  <a:lnTo>
                    <a:pt x="3097447" y="731527"/>
                  </a:lnTo>
                  <a:lnTo>
                    <a:pt x="3110798" y="724146"/>
                  </a:lnTo>
                  <a:lnTo>
                    <a:pt x="3124149" y="716617"/>
                  </a:lnTo>
                  <a:lnTo>
                    <a:pt x="3137500" y="708941"/>
                  </a:lnTo>
                  <a:lnTo>
                    <a:pt x="3150851" y="701121"/>
                  </a:lnTo>
                  <a:lnTo>
                    <a:pt x="3164202" y="693159"/>
                  </a:lnTo>
                  <a:lnTo>
                    <a:pt x="3177553" y="685056"/>
                  </a:lnTo>
                  <a:lnTo>
                    <a:pt x="3190905" y="676814"/>
                  </a:lnTo>
                  <a:lnTo>
                    <a:pt x="3204256" y="668438"/>
                  </a:lnTo>
                  <a:lnTo>
                    <a:pt x="3217607" y="659928"/>
                  </a:lnTo>
                  <a:lnTo>
                    <a:pt x="3230958" y="651288"/>
                  </a:lnTo>
                  <a:lnTo>
                    <a:pt x="3244309" y="642520"/>
                  </a:lnTo>
                  <a:lnTo>
                    <a:pt x="3257660" y="633628"/>
                  </a:lnTo>
                  <a:lnTo>
                    <a:pt x="3271011" y="624613"/>
                  </a:lnTo>
                  <a:lnTo>
                    <a:pt x="3284362" y="615478"/>
                  </a:lnTo>
                  <a:lnTo>
                    <a:pt x="3297713" y="606225"/>
                  </a:lnTo>
                  <a:lnTo>
                    <a:pt x="3311064" y="596858"/>
                  </a:lnTo>
                  <a:lnTo>
                    <a:pt x="3324415" y="587377"/>
                  </a:lnTo>
                  <a:lnTo>
                    <a:pt x="3337766" y="577785"/>
                  </a:lnTo>
                  <a:lnTo>
                    <a:pt x="3351117" y="568084"/>
                  </a:lnTo>
                  <a:lnTo>
                    <a:pt x="3364468" y="558276"/>
                  </a:lnTo>
                  <a:lnTo>
                    <a:pt x="3377819" y="548363"/>
                  </a:lnTo>
                  <a:lnTo>
                    <a:pt x="3391171" y="538346"/>
                  </a:lnTo>
                  <a:lnTo>
                    <a:pt x="3404522" y="528229"/>
                  </a:lnTo>
                  <a:lnTo>
                    <a:pt x="3417873" y="518011"/>
                  </a:lnTo>
                  <a:lnTo>
                    <a:pt x="3431224" y="507695"/>
                  </a:lnTo>
                  <a:lnTo>
                    <a:pt x="3444575" y="497283"/>
                  </a:lnTo>
                  <a:lnTo>
                    <a:pt x="3457926" y="486775"/>
                  </a:lnTo>
                  <a:lnTo>
                    <a:pt x="3471277" y="476173"/>
                  </a:lnTo>
                  <a:lnTo>
                    <a:pt x="3484628" y="465480"/>
                  </a:lnTo>
                  <a:lnTo>
                    <a:pt x="3497979" y="454695"/>
                  </a:lnTo>
                  <a:lnTo>
                    <a:pt x="3511330" y="443821"/>
                  </a:lnTo>
                  <a:lnTo>
                    <a:pt x="3524681" y="432858"/>
                  </a:lnTo>
                  <a:lnTo>
                    <a:pt x="3538032" y="421808"/>
                  </a:lnTo>
                  <a:lnTo>
                    <a:pt x="3551383" y="410671"/>
                  </a:lnTo>
                  <a:lnTo>
                    <a:pt x="3564734" y="399450"/>
                  </a:lnTo>
                  <a:lnTo>
                    <a:pt x="3578085" y="388144"/>
                  </a:lnTo>
                  <a:lnTo>
                    <a:pt x="3591437" y="376756"/>
                  </a:lnTo>
                  <a:lnTo>
                    <a:pt x="3604788" y="365285"/>
                  </a:lnTo>
                  <a:lnTo>
                    <a:pt x="3618139" y="353733"/>
                  </a:lnTo>
                  <a:lnTo>
                    <a:pt x="3631490" y="342101"/>
                  </a:lnTo>
                  <a:lnTo>
                    <a:pt x="3644841" y="330389"/>
                  </a:lnTo>
                  <a:lnTo>
                    <a:pt x="3658192" y="318598"/>
                  </a:lnTo>
                  <a:lnTo>
                    <a:pt x="3671543" y="306730"/>
                  </a:lnTo>
                  <a:lnTo>
                    <a:pt x="3684894" y="294784"/>
                  </a:lnTo>
                  <a:lnTo>
                    <a:pt x="3698245" y="282762"/>
                  </a:lnTo>
                  <a:lnTo>
                    <a:pt x="3711596" y="270664"/>
                  </a:lnTo>
                  <a:lnTo>
                    <a:pt x="3724947" y="258491"/>
                  </a:lnTo>
                  <a:lnTo>
                    <a:pt x="3738298" y="246243"/>
                  </a:lnTo>
                  <a:lnTo>
                    <a:pt x="3751649" y="233921"/>
                  </a:lnTo>
                  <a:lnTo>
                    <a:pt x="3765000" y="221526"/>
                  </a:lnTo>
                  <a:lnTo>
                    <a:pt x="3778352" y="209058"/>
                  </a:lnTo>
                  <a:lnTo>
                    <a:pt x="3791703" y="196517"/>
                  </a:lnTo>
                  <a:lnTo>
                    <a:pt x="3805054" y="183904"/>
                  </a:lnTo>
                  <a:lnTo>
                    <a:pt x="3818405" y="171221"/>
                  </a:lnTo>
                  <a:lnTo>
                    <a:pt x="3831756" y="158466"/>
                  </a:lnTo>
                  <a:lnTo>
                    <a:pt x="3845107" y="145640"/>
                  </a:lnTo>
                  <a:lnTo>
                    <a:pt x="3858458" y="132744"/>
                  </a:lnTo>
                  <a:lnTo>
                    <a:pt x="3871809" y="119779"/>
                  </a:lnTo>
                  <a:lnTo>
                    <a:pt x="3885160" y="106743"/>
                  </a:lnTo>
                  <a:lnTo>
                    <a:pt x="3898511" y="93639"/>
                  </a:lnTo>
                  <a:lnTo>
                    <a:pt x="3911862" y="80466"/>
                  </a:lnTo>
                  <a:lnTo>
                    <a:pt x="3925213" y="67225"/>
                  </a:lnTo>
                  <a:lnTo>
                    <a:pt x="3938564" y="53915"/>
                  </a:lnTo>
                  <a:lnTo>
                    <a:pt x="3951915" y="40537"/>
                  </a:lnTo>
                  <a:lnTo>
                    <a:pt x="3965266" y="27092"/>
                  </a:lnTo>
                  <a:lnTo>
                    <a:pt x="3978618" y="13579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41407" y="5023164"/>
              <a:ext cx="3991969" cy="1317420"/>
            </a:xfrm>
            <a:custGeom>
              <a:avLst/>
              <a:pathLst>
                <a:path w="3991969" h="1317420">
                  <a:moveTo>
                    <a:pt x="3991969" y="631546"/>
                  </a:moveTo>
                  <a:lnTo>
                    <a:pt x="3978618" y="625816"/>
                  </a:lnTo>
                  <a:lnTo>
                    <a:pt x="3965266" y="620081"/>
                  </a:lnTo>
                  <a:lnTo>
                    <a:pt x="3951915" y="614342"/>
                  </a:lnTo>
                  <a:lnTo>
                    <a:pt x="3938564" y="608599"/>
                  </a:lnTo>
                  <a:lnTo>
                    <a:pt x="3925213" y="602853"/>
                  </a:lnTo>
                  <a:lnTo>
                    <a:pt x="3911862" y="597104"/>
                  </a:lnTo>
                  <a:lnTo>
                    <a:pt x="3898511" y="591352"/>
                  </a:lnTo>
                  <a:lnTo>
                    <a:pt x="3885160" y="585598"/>
                  </a:lnTo>
                  <a:lnTo>
                    <a:pt x="3871809" y="579842"/>
                  </a:lnTo>
                  <a:lnTo>
                    <a:pt x="3858458" y="574085"/>
                  </a:lnTo>
                  <a:lnTo>
                    <a:pt x="3845107" y="568327"/>
                  </a:lnTo>
                  <a:lnTo>
                    <a:pt x="3831756" y="562568"/>
                  </a:lnTo>
                  <a:lnTo>
                    <a:pt x="3818405" y="556810"/>
                  </a:lnTo>
                  <a:lnTo>
                    <a:pt x="3805054" y="551053"/>
                  </a:lnTo>
                  <a:lnTo>
                    <a:pt x="3791703" y="545296"/>
                  </a:lnTo>
                  <a:lnTo>
                    <a:pt x="3778352" y="539542"/>
                  </a:lnTo>
                  <a:lnTo>
                    <a:pt x="3765000" y="533790"/>
                  </a:lnTo>
                  <a:lnTo>
                    <a:pt x="3751649" y="528040"/>
                  </a:lnTo>
                  <a:lnTo>
                    <a:pt x="3738298" y="522295"/>
                  </a:lnTo>
                  <a:lnTo>
                    <a:pt x="3724947" y="516554"/>
                  </a:lnTo>
                  <a:lnTo>
                    <a:pt x="3711596" y="510817"/>
                  </a:lnTo>
                  <a:lnTo>
                    <a:pt x="3698245" y="505087"/>
                  </a:lnTo>
                  <a:lnTo>
                    <a:pt x="3684894" y="499363"/>
                  </a:lnTo>
                  <a:lnTo>
                    <a:pt x="3671543" y="493646"/>
                  </a:lnTo>
                  <a:lnTo>
                    <a:pt x="3658192" y="487937"/>
                  </a:lnTo>
                  <a:lnTo>
                    <a:pt x="3644841" y="482237"/>
                  </a:lnTo>
                  <a:lnTo>
                    <a:pt x="3631490" y="476546"/>
                  </a:lnTo>
                  <a:lnTo>
                    <a:pt x="3618139" y="470866"/>
                  </a:lnTo>
                  <a:lnTo>
                    <a:pt x="3604788" y="465198"/>
                  </a:lnTo>
                  <a:lnTo>
                    <a:pt x="3591437" y="459542"/>
                  </a:lnTo>
                  <a:lnTo>
                    <a:pt x="3578085" y="453900"/>
                  </a:lnTo>
                  <a:lnTo>
                    <a:pt x="3564734" y="448272"/>
                  </a:lnTo>
                  <a:lnTo>
                    <a:pt x="3551383" y="442660"/>
                  </a:lnTo>
                  <a:lnTo>
                    <a:pt x="3538032" y="437064"/>
                  </a:lnTo>
                  <a:lnTo>
                    <a:pt x="3524681" y="431487"/>
                  </a:lnTo>
                  <a:lnTo>
                    <a:pt x="3511330" y="425928"/>
                  </a:lnTo>
                  <a:lnTo>
                    <a:pt x="3497979" y="420390"/>
                  </a:lnTo>
                  <a:lnTo>
                    <a:pt x="3484628" y="414874"/>
                  </a:lnTo>
                  <a:lnTo>
                    <a:pt x="3471277" y="409381"/>
                  </a:lnTo>
                  <a:lnTo>
                    <a:pt x="3457926" y="403912"/>
                  </a:lnTo>
                  <a:lnTo>
                    <a:pt x="3444575" y="398469"/>
                  </a:lnTo>
                  <a:lnTo>
                    <a:pt x="3431224" y="393054"/>
                  </a:lnTo>
                  <a:lnTo>
                    <a:pt x="3417873" y="387668"/>
                  </a:lnTo>
                  <a:lnTo>
                    <a:pt x="3404522" y="382312"/>
                  </a:lnTo>
                  <a:lnTo>
                    <a:pt x="3391171" y="376989"/>
                  </a:lnTo>
                  <a:lnTo>
                    <a:pt x="3377819" y="371700"/>
                  </a:lnTo>
                  <a:lnTo>
                    <a:pt x="3364468" y="366447"/>
                  </a:lnTo>
                  <a:lnTo>
                    <a:pt x="3351117" y="361233"/>
                  </a:lnTo>
                  <a:lnTo>
                    <a:pt x="3337766" y="356058"/>
                  </a:lnTo>
                  <a:lnTo>
                    <a:pt x="3324415" y="350925"/>
                  </a:lnTo>
                  <a:lnTo>
                    <a:pt x="3311064" y="345836"/>
                  </a:lnTo>
                  <a:lnTo>
                    <a:pt x="3297713" y="340793"/>
                  </a:lnTo>
                  <a:lnTo>
                    <a:pt x="3284362" y="335799"/>
                  </a:lnTo>
                  <a:lnTo>
                    <a:pt x="3271011" y="330856"/>
                  </a:lnTo>
                  <a:lnTo>
                    <a:pt x="3257660" y="325966"/>
                  </a:lnTo>
                  <a:lnTo>
                    <a:pt x="3244309" y="321133"/>
                  </a:lnTo>
                  <a:lnTo>
                    <a:pt x="3230958" y="316357"/>
                  </a:lnTo>
                  <a:lnTo>
                    <a:pt x="3217607" y="311643"/>
                  </a:lnTo>
                  <a:lnTo>
                    <a:pt x="3204256" y="306993"/>
                  </a:lnTo>
                  <a:lnTo>
                    <a:pt x="3190905" y="302409"/>
                  </a:lnTo>
                  <a:lnTo>
                    <a:pt x="3177553" y="297897"/>
                  </a:lnTo>
                  <a:lnTo>
                    <a:pt x="3164202" y="293459"/>
                  </a:lnTo>
                  <a:lnTo>
                    <a:pt x="3150851" y="289099"/>
                  </a:lnTo>
                  <a:lnTo>
                    <a:pt x="3137500" y="284821"/>
                  </a:lnTo>
                  <a:lnTo>
                    <a:pt x="3124149" y="280629"/>
                  </a:lnTo>
                  <a:lnTo>
                    <a:pt x="3110798" y="276524"/>
                  </a:lnTo>
                  <a:lnTo>
                    <a:pt x="3097447" y="272511"/>
                  </a:lnTo>
                  <a:lnTo>
                    <a:pt x="3084096" y="268593"/>
                  </a:lnTo>
                  <a:lnTo>
                    <a:pt x="3070745" y="264773"/>
                  </a:lnTo>
                  <a:lnTo>
                    <a:pt x="3057394" y="261053"/>
                  </a:lnTo>
                  <a:lnTo>
                    <a:pt x="3044043" y="257436"/>
                  </a:lnTo>
                  <a:lnTo>
                    <a:pt x="3030692" y="253924"/>
                  </a:lnTo>
                  <a:lnTo>
                    <a:pt x="3017341" y="250519"/>
                  </a:lnTo>
                  <a:lnTo>
                    <a:pt x="3003990" y="247224"/>
                  </a:lnTo>
                  <a:lnTo>
                    <a:pt x="2990639" y="244040"/>
                  </a:lnTo>
                  <a:lnTo>
                    <a:pt x="2977287" y="240969"/>
                  </a:lnTo>
                  <a:lnTo>
                    <a:pt x="2963936" y="238012"/>
                  </a:lnTo>
                  <a:lnTo>
                    <a:pt x="2950585" y="235169"/>
                  </a:lnTo>
                  <a:lnTo>
                    <a:pt x="2937234" y="232442"/>
                  </a:lnTo>
                  <a:lnTo>
                    <a:pt x="2923883" y="229830"/>
                  </a:lnTo>
                  <a:lnTo>
                    <a:pt x="2910532" y="227335"/>
                  </a:lnTo>
                  <a:lnTo>
                    <a:pt x="2897181" y="224955"/>
                  </a:lnTo>
                  <a:lnTo>
                    <a:pt x="2883830" y="222691"/>
                  </a:lnTo>
                  <a:lnTo>
                    <a:pt x="2870479" y="220541"/>
                  </a:lnTo>
                  <a:lnTo>
                    <a:pt x="2857128" y="218504"/>
                  </a:lnTo>
                  <a:lnTo>
                    <a:pt x="2843777" y="216580"/>
                  </a:lnTo>
                  <a:lnTo>
                    <a:pt x="2830426" y="214766"/>
                  </a:lnTo>
                  <a:lnTo>
                    <a:pt x="2817075" y="213061"/>
                  </a:lnTo>
                  <a:lnTo>
                    <a:pt x="2803724" y="211462"/>
                  </a:lnTo>
                  <a:lnTo>
                    <a:pt x="2790373" y="209966"/>
                  </a:lnTo>
                  <a:lnTo>
                    <a:pt x="2777021" y="208571"/>
                  </a:lnTo>
                  <a:lnTo>
                    <a:pt x="2763670" y="207274"/>
                  </a:lnTo>
                  <a:lnTo>
                    <a:pt x="2750319" y="206071"/>
                  </a:lnTo>
                  <a:lnTo>
                    <a:pt x="2736968" y="204959"/>
                  </a:lnTo>
                  <a:lnTo>
                    <a:pt x="2723617" y="203934"/>
                  </a:lnTo>
                  <a:lnTo>
                    <a:pt x="2710266" y="202991"/>
                  </a:lnTo>
                  <a:lnTo>
                    <a:pt x="2696915" y="202127"/>
                  </a:lnTo>
                  <a:lnTo>
                    <a:pt x="2683564" y="201337"/>
                  </a:lnTo>
                  <a:lnTo>
                    <a:pt x="2670213" y="200616"/>
                  </a:lnTo>
                  <a:lnTo>
                    <a:pt x="2656862" y="199959"/>
                  </a:lnTo>
                  <a:lnTo>
                    <a:pt x="2643511" y="199362"/>
                  </a:lnTo>
                  <a:lnTo>
                    <a:pt x="2630160" y="198819"/>
                  </a:lnTo>
                  <a:lnTo>
                    <a:pt x="2616809" y="198324"/>
                  </a:lnTo>
                  <a:lnTo>
                    <a:pt x="2603458" y="197874"/>
                  </a:lnTo>
                  <a:lnTo>
                    <a:pt x="2590107" y="197461"/>
                  </a:lnTo>
                  <a:lnTo>
                    <a:pt x="2576755" y="197081"/>
                  </a:lnTo>
                  <a:lnTo>
                    <a:pt x="2563404" y="196728"/>
                  </a:lnTo>
                  <a:lnTo>
                    <a:pt x="2550053" y="196395"/>
                  </a:lnTo>
                  <a:lnTo>
                    <a:pt x="2536702" y="196078"/>
                  </a:lnTo>
                  <a:lnTo>
                    <a:pt x="2523351" y="195771"/>
                  </a:lnTo>
                  <a:lnTo>
                    <a:pt x="2510000" y="195467"/>
                  </a:lnTo>
                  <a:lnTo>
                    <a:pt x="2496649" y="195162"/>
                  </a:lnTo>
                  <a:lnTo>
                    <a:pt x="2483298" y="194848"/>
                  </a:lnTo>
                  <a:lnTo>
                    <a:pt x="2469947" y="194520"/>
                  </a:lnTo>
                  <a:lnTo>
                    <a:pt x="2456596" y="194174"/>
                  </a:lnTo>
                  <a:lnTo>
                    <a:pt x="2443245" y="193801"/>
                  </a:lnTo>
                  <a:lnTo>
                    <a:pt x="2429894" y="193398"/>
                  </a:lnTo>
                  <a:lnTo>
                    <a:pt x="2416543" y="192958"/>
                  </a:lnTo>
                  <a:lnTo>
                    <a:pt x="2403192" y="192475"/>
                  </a:lnTo>
                  <a:lnTo>
                    <a:pt x="2389841" y="191944"/>
                  </a:lnTo>
                  <a:lnTo>
                    <a:pt x="2376489" y="191360"/>
                  </a:lnTo>
                  <a:lnTo>
                    <a:pt x="2363138" y="190716"/>
                  </a:lnTo>
                  <a:lnTo>
                    <a:pt x="2349787" y="190007"/>
                  </a:lnTo>
                  <a:lnTo>
                    <a:pt x="2336436" y="189227"/>
                  </a:lnTo>
                  <a:lnTo>
                    <a:pt x="2323085" y="188372"/>
                  </a:lnTo>
                  <a:lnTo>
                    <a:pt x="2309734" y="187436"/>
                  </a:lnTo>
                  <a:lnTo>
                    <a:pt x="2296383" y="186413"/>
                  </a:lnTo>
                  <a:lnTo>
                    <a:pt x="2283032" y="185299"/>
                  </a:lnTo>
                  <a:lnTo>
                    <a:pt x="2269681" y="184087"/>
                  </a:lnTo>
                  <a:lnTo>
                    <a:pt x="2256330" y="182774"/>
                  </a:lnTo>
                  <a:lnTo>
                    <a:pt x="2242979" y="181353"/>
                  </a:lnTo>
                  <a:lnTo>
                    <a:pt x="2229628" y="179819"/>
                  </a:lnTo>
                  <a:lnTo>
                    <a:pt x="2216277" y="178169"/>
                  </a:lnTo>
                  <a:lnTo>
                    <a:pt x="2202926" y="176395"/>
                  </a:lnTo>
                  <a:lnTo>
                    <a:pt x="2189575" y="174494"/>
                  </a:lnTo>
                  <a:lnTo>
                    <a:pt x="2176223" y="172461"/>
                  </a:lnTo>
                  <a:lnTo>
                    <a:pt x="2162872" y="170291"/>
                  </a:lnTo>
                  <a:lnTo>
                    <a:pt x="2149521" y="167978"/>
                  </a:lnTo>
                  <a:lnTo>
                    <a:pt x="2136170" y="165519"/>
                  </a:lnTo>
                  <a:lnTo>
                    <a:pt x="2122819" y="162907"/>
                  </a:lnTo>
                  <a:lnTo>
                    <a:pt x="2109468" y="160139"/>
                  </a:lnTo>
                  <a:lnTo>
                    <a:pt x="2096117" y="157209"/>
                  </a:lnTo>
                  <a:lnTo>
                    <a:pt x="2082766" y="154113"/>
                  </a:lnTo>
                  <a:lnTo>
                    <a:pt x="2069415" y="150846"/>
                  </a:lnTo>
                  <a:lnTo>
                    <a:pt x="2056064" y="147403"/>
                  </a:lnTo>
                  <a:lnTo>
                    <a:pt x="2042713" y="143780"/>
                  </a:lnTo>
                  <a:lnTo>
                    <a:pt x="2029362" y="139971"/>
                  </a:lnTo>
                  <a:lnTo>
                    <a:pt x="2016011" y="135972"/>
                  </a:lnTo>
                  <a:lnTo>
                    <a:pt x="2002660" y="131787"/>
                  </a:lnTo>
                  <a:lnTo>
                    <a:pt x="1989309" y="127423"/>
                  </a:lnTo>
                  <a:lnTo>
                    <a:pt x="1975957" y="122890"/>
                  </a:lnTo>
                  <a:lnTo>
                    <a:pt x="1962606" y="118197"/>
                  </a:lnTo>
                  <a:lnTo>
                    <a:pt x="1949255" y="113354"/>
                  </a:lnTo>
                  <a:lnTo>
                    <a:pt x="1935904" y="108370"/>
                  </a:lnTo>
                  <a:lnTo>
                    <a:pt x="1922553" y="103254"/>
                  </a:lnTo>
                  <a:lnTo>
                    <a:pt x="1909202" y="98017"/>
                  </a:lnTo>
                  <a:lnTo>
                    <a:pt x="1895851" y="92669"/>
                  </a:lnTo>
                  <a:lnTo>
                    <a:pt x="1882500" y="87220"/>
                  </a:lnTo>
                  <a:lnTo>
                    <a:pt x="1869149" y="81679"/>
                  </a:lnTo>
                  <a:lnTo>
                    <a:pt x="1855798" y="76058"/>
                  </a:lnTo>
                  <a:lnTo>
                    <a:pt x="1842447" y="70365"/>
                  </a:lnTo>
                  <a:lnTo>
                    <a:pt x="1829096" y="64613"/>
                  </a:lnTo>
                  <a:lnTo>
                    <a:pt x="1815745" y="58811"/>
                  </a:lnTo>
                  <a:lnTo>
                    <a:pt x="1802394" y="52971"/>
                  </a:lnTo>
                  <a:lnTo>
                    <a:pt x="1789042" y="47102"/>
                  </a:lnTo>
                  <a:lnTo>
                    <a:pt x="1775691" y="41215"/>
                  </a:lnTo>
                  <a:lnTo>
                    <a:pt x="1762340" y="35322"/>
                  </a:lnTo>
                  <a:lnTo>
                    <a:pt x="1748989" y="29434"/>
                  </a:lnTo>
                  <a:lnTo>
                    <a:pt x="1735638" y="23560"/>
                  </a:lnTo>
                  <a:lnTo>
                    <a:pt x="1722287" y="17712"/>
                  </a:lnTo>
                  <a:lnTo>
                    <a:pt x="1708936" y="11902"/>
                  </a:lnTo>
                  <a:lnTo>
                    <a:pt x="1695585" y="6140"/>
                  </a:lnTo>
                  <a:lnTo>
                    <a:pt x="1682234" y="436"/>
                  </a:lnTo>
                  <a:lnTo>
                    <a:pt x="1668883" y="0"/>
                  </a:lnTo>
                  <a:lnTo>
                    <a:pt x="1655532" y="13009"/>
                  </a:lnTo>
                  <a:lnTo>
                    <a:pt x="1642181" y="25894"/>
                  </a:lnTo>
                  <a:lnTo>
                    <a:pt x="1628830" y="38646"/>
                  </a:lnTo>
                  <a:lnTo>
                    <a:pt x="1615479" y="51254"/>
                  </a:lnTo>
                  <a:lnTo>
                    <a:pt x="1602128" y="63707"/>
                  </a:lnTo>
                  <a:lnTo>
                    <a:pt x="1588776" y="75996"/>
                  </a:lnTo>
                  <a:lnTo>
                    <a:pt x="1575425" y="88113"/>
                  </a:lnTo>
                  <a:lnTo>
                    <a:pt x="1562074" y="100048"/>
                  </a:lnTo>
                  <a:lnTo>
                    <a:pt x="1548723" y="111793"/>
                  </a:lnTo>
                  <a:lnTo>
                    <a:pt x="1535372" y="123340"/>
                  </a:lnTo>
                  <a:lnTo>
                    <a:pt x="1522021" y="134682"/>
                  </a:lnTo>
                  <a:lnTo>
                    <a:pt x="1508670" y="145812"/>
                  </a:lnTo>
                  <a:lnTo>
                    <a:pt x="1495319" y="156725"/>
                  </a:lnTo>
                  <a:lnTo>
                    <a:pt x="1481968" y="167413"/>
                  </a:lnTo>
                  <a:lnTo>
                    <a:pt x="1468617" y="177872"/>
                  </a:lnTo>
                  <a:lnTo>
                    <a:pt x="1455266" y="188098"/>
                  </a:lnTo>
                  <a:lnTo>
                    <a:pt x="1441915" y="198086"/>
                  </a:lnTo>
                  <a:lnTo>
                    <a:pt x="1428564" y="207834"/>
                  </a:lnTo>
                  <a:lnTo>
                    <a:pt x="1415213" y="217338"/>
                  </a:lnTo>
                  <a:lnTo>
                    <a:pt x="1401862" y="226598"/>
                  </a:lnTo>
                  <a:lnTo>
                    <a:pt x="1388510" y="235613"/>
                  </a:lnTo>
                  <a:lnTo>
                    <a:pt x="1375159" y="244382"/>
                  </a:lnTo>
                  <a:lnTo>
                    <a:pt x="1361808" y="252907"/>
                  </a:lnTo>
                  <a:lnTo>
                    <a:pt x="1348457" y="261191"/>
                  </a:lnTo>
                  <a:lnTo>
                    <a:pt x="1335106" y="269237"/>
                  </a:lnTo>
                  <a:lnTo>
                    <a:pt x="1321755" y="277055"/>
                  </a:lnTo>
                  <a:lnTo>
                    <a:pt x="1308404" y="284664"/>
                  </a:lnTo>
                  <a:lnTo>
                    <a:pt x="1295053" y="292085"/>
                  </a:lnTo>
                  <a:lnTo>
                    <a:pt x="1281702" y="299338"/>
                  </a:lnTo>
                  <a:lnTo>
                    <a:pt x="1268351" y="306445"/>
                  </a:lnTo>
                  <a:lnTo>
                    <a:pt x="1255000" y="313426"/>
                  </a:lnTo>
                  <a:lnTo>
                    <a:pt x="1241649" y="320302"/>
                  </a:lnTo>
                  <a:lnTo>
                    <a:pt x="1228298" y="327095"/>
                  </a:lnTo>
                  <a:lnTo>
                    <a:pt x="1214947" y="333827"/>
                  </a:lnTo>
                  <a:lnTo>
                    <a:pt x="1201596" y="340518"/>
                  </a:lnTo>
                  <a:lnTo>
                    <a:pt x="1188244" y="347190"/>
                  </a:lnTo>
                  <a:lnTo>
                    <a:pt x="1174893" y="353863"/>
                  </a:lnTo>
                  <a:lnTo>
                    <a:pt x="1161542" y="360559"/>
                  </a:lnTo>
                  <a:lnTo>
                    <a:pt x="1148191" y="367298"/>
                  </a:lnTo>
                  <a:lnTo>
                    <a:pt x="1134840" y="374100"/>
                  </a:lnTo>
                  <a:lnTo>
                    <a:pt x="1121489" y="380982"/>
                  </a:lnTo>
                  <a:lnTo>
                    <a:pt x="1108138" y="387964"/>
                  </a:lnTo>
                  <a:lnTo>
                    <a:pt x="1094787" y="395063"/>
                  </a:lnTo>
                  <a:lnTo>
                    <a:pt x="1081436" y="402294"/>
                  </a:lnTo>
                  <a:lnTo>
                    <a:pt x="1068085" y="409673"/>
                  </a:lnTo>
                  <a:lnTo>
                    <a:pt x="1054734" y="417213"/>
                  </a:lnTo>
                  <a:lnTo>
                    <a:pt x="1041383" y="424927"/>
                  </a:lnTo>
                  <a:lnTo>
                    <a:pt x="1028032" y="432825"/>
                  </a:lnTo>
                  <a:lnTo>
                    <a:pt x="1014681" y="440916"/>
                  </a:lnTo>
                  <a:lnTo>
                    <a:pt x="1001330" y="449208"/>
                  </a:lnTo>
                  <a:lnTo>
                    <a:pt x="987978" y="457708"/>
                  </a:lnTo>
                  <a:lnTo>
                    <a:pt x="974627" y="466420"/>
                  </a:lnTo>
                  <a:lnTo>
                    <a:pt x="961276" y="475348"/>
                  </a:lnTo>
                  <a:lnTo>
                    <a:pt x="947925" y="484493"/>
                  </a:lnTo>
                  <a:lnTo>
                    <a:pt x="934574" y="493855"/>
                  </a:lnTo>
                  <a:lnTo>
                    <a:pt x="921223" y="503435"/>
                  </a:lnTo>
                  <a:lnTo>
                    <a:pt x="907872" y="513230"/>
                  </a:lnTo>
                  <a:lnTo>
                    <a:pt x="894521" y="523237"/>
                  </a:lnTo>
                  <a:lnTo>
                    <a:pt x="881170" y="533451"/>
                  </a:lnTo>
                  <a:lnTo>
                    <a:pt x="867819" y="543869"/>
                  </a:lnTo>
                  <a:lnTo>
                    <a:pt x="854468" y="554483"/>
                  </a:lnTo>
                  <a:lnTo>
                    <a:pt x="841117" y="565289"/>
                  </a:lnTo>
                  <a:lnTo>
                    <a:pt x="827766" y="576277"/>
                  </a:lnTo>
                  <a:lnTo>
                    <a:pt x="814415" y="587442"/>
                  </a:lnTo>
                  <a:lnTo>
                    <a:pt x="801064" y="598774"/>
                  </a:lnTo>
                  <a:lnTo>
                    <a:pt x="787712" y="610266"/>
                  </a:lnTo>
                  <a:lnTo>
                    <a:pt x="774361" y="621909"/>
                  </a:lnTo>
                  <a:lnTo>
                    <a:pt x="761010" y="633693"/>
                  </a:lnTo>
                  <a:lnTo>
                    <a:pt x="747659" y="645611"/>
                  </a:lnTo>
                  <a:lnTo>
                    <a:pt x="734308" y="657653"/>
                  </a:lnTo>
                  <a:lnTo>
                    <a:pt x="720957" y="669809"/>
                  </a:lnTo>
                  <a:lnTo>
                    <a:pt x="707606" y="682072"/>
                  </a:lnTo>
                  <a:lnTo>
                    <a:pt x="694255" y="694431"/>
                  </a:lnTo>
                  <a:lnTo>
                    <a:pt x="680904" y="706878"/>
                  </a:lnTo>
                  <a:lnTo>
                    <a:pt x="667553" y="719404"/>
                  </a:lnTo>
                  <a:lnTo>
                    <a:pt x="654202" y="732001"/>
                  </a:lnTo>
                  <a:lnTo>
                    <a:pt x="640851" y="744659"/>
                  </a:lnTo>
                  <a:lnTo>
                    <a:pt x="627500" y="757370"/>
                  </a:lnTo>
                  <a:lnTo>
                    <a:pt x="614149" y="770125"/>
                  </a:lnTo>
                  <a:lnTo>
                    <a:pt x="600798" y="782918"/>
                  </a:lnTo>
                  <a:lnTo>
                    <a:pt x="587446" y="795740"/>
                  </a:lnTo>
                  <a:lnTo>
                    <a:pt x="574095" y="808583"/>
                  </a:lnTo>
                  <a:lnTo>
                    <a:pt x="560744" y="821439"/>
                  </a:lnTo>
                  <a:lnTo>
                    <a:pt x="547393" y="834302"/>
                  </a:lnTo>
                  <a:lnTo>
                    <a:pt x="534042" y="847165"/>
                  </a:lnTo>
                  <a:lnTo>
                    <a:pt x="520691" y="860020"/>
                  </a:lnTo>
                  <a:lnTo>
                    <a:pt x="507340" y="872861"/>
                  </a:lnTo>
                  <a:lnTo>
                    <a:pt x="493989" y="885681"/>
                  </a:lnTo>
                  <a:lnTo>
                    <a:pt x="480638" y="898475"/>
                  </a:lnTo>
                  <a:lnTo>
                    <a:pt x="467287" y="911236"/>
                  </a:lnTo>
                  <a:lnTo>
                    <a:pt x="453936" y="923958"/>
                  </a:lnTo>
                  <a:lnTo>
                    <a:pt x="440585" y="936636"/>
                  </a:lnTo>
                  <a:lnTo>
                    <a:pt x="427234" y="949265"/>
                  </a:lnTo>
                  <a:lnTo>
                    <a:pt x="413883" y="961838"/>
                  </a:lnTo>
                  <a:lnTo>
                    <a:pt x="400532" y="974353"/>
                  </a:lnTo>
                  <a:lnTo>
                    <a:pt x="387180" y="986805"/>
                  </a:lnTo>
                  <a:lnTo>
                    <a:pt x="373829" y="999194"/>
                  </a:lnTo>
                  <a:lnTo>
                    <a:pt x="360478" y="1011519"/>
                  </a:lnTo>
                  <a:lnTo>
                    <a:pt x="347127" y="1023778"/>
                  </a:lnTo>
                  <a:lnTo>
                    <a:pt x="333776" y="1035969"/>
                  </a:lnTo>
                  <a:lnTo>
                    <a:pt x="320425" y="1048093"/>
                  </a:lnTo>
                  <a:lnTo>
                    <a:pt x="307074" y="1060147"/>
                  </a:lnTo>
                  <a:lnTo>
                    <a:pt x="293723" y="1072132"/>
                  </a:lnTo>
                  <a:lnTo>
                    <a:pt x="280372" y="1084046"/>
                  </a:lnTo>
                  <a:lnTo>
                    <a:pt x="267021" y="1095890"/>
                  </a:lnTo>
                  <a:lnTo>
                    <a:pt x="253670" y="1107662"/>
                  </a:lnTo>
                  <a:lnTo>
                    <a:pt x="240319" y="1119361"/>
                  </a:lnTo>
                  <a:lnTo>
                    <a:pt x="226968" y="1130988"/>
                  </a:lnTo>
                  <a:lnTo>
                    <a:pt x="213617" y="1142543"/>
                  </a:lnTo>
                  <a:lnTo>
                    <a:pt x="200266" y="1154024"/>
                  </a:lnTo>
                  <a:lnTo>
                    <a:pt x="186914" y="1165432"/>
                  </a:lnTo>
                  <a:lnTo>
                    <a:pt x="173563" y="1176767"/>
                  </a:lnTo>
                  <a:lnTo>
                    <a:pt x="160212" y="1188028"/>
                  </a:lnTo>
                  <a:lnTo>
                    <a:pt x="146861" y="1199215"/>
                  </a:lnTo>
                  <a:lnTo>
                    <a:pt x="133510" y="1210329"/>
                  </a:lnTo>
                  <a:lnTo>
                    <a:pt x="120159" y="1221368"/>
                  </a:lnTo>
                  <a:lnTo>
                    <a:pt x="106808" y="1232334"/>
                  </a:lnTo>
                  <a:lnTo>
                    <a:pt x="93457" y="1243227"/>
                  </a:lnTo>
                  <a:lnTo>
                    <a:pt x="80106" y="1254046"/>
                  </a:lnTo>
                  <a:lnTo>
                    <a:pt x="66755" y="1264791"/>
                  </a:lnTo>
                  <a:lnTo>
                    <a:pt x="53404" y="1275463"/>
                  </a:lnTo>
                  <a:lnTo>
                    <a:pt x="40053" y="1286061"/>
                  </a:lnTo>
                  <a:lnTo>
                    <a:pt x="26702" y="1296587"/>
                  </a:lnTo>
                  <a:lnTo>
                    <a:pt x="13351" y="1307040"/>
                  </a:lnTo>
                  <a:lnTo>
                    <a:pt x="0" y="1317420"/>
                  </a:lnTo>
                  <a:lnTo>
                    <a:pt x="0" y="1317420"/>
                  </a:lnTo>
                  <a:lnTo>
                    <a:pt x="0" y="13174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41407" y="4768320"/>
              <a:ext cx="3991969" cy="695142"/>
            </a:xfrm>
            <a:custGeom>
              <a:avLst/>
              <a:pathLst>
                <a:path w="3991969" h="695142">
                  <a:moveTo>
                    <a:pt x="0" y="695142"/>
                  </a:moveTo>
                  <a:lnTo>
                    <a:pt x="13351" y="691940"/>
                  </a:lnTo>
                  <a:lnTo>
                    <a:pt x="26702" y="688734"/>
                  </a:lnTo>
                  <a:lnTo>
                    <a:pt x="40053" y="685523"/>
                  </a:lnTo>
                  <a:lnTo>
                    <a:pt x="53404" y="682307"/>
                  </a:lnTo>
                  <a:lnTo>
                    <a:pt x="66755" y="679087"/>
                  </a:lnTo>
                  <a:lnTo>
                    <a:pt x="80106" y="675862"/>
                  </a:lnTo>
                  <a:lnTo>
                    <a:pt x="93457" y="672632"/>
                  </a:lnTo>
                  <a:lnTo>
                    <a:pt x="106808" y="669398"/>
                  </a:lnTo>
                  <a:lnTo>
                    <a:pt x="120159" y="666160"/>
                  </a:lnTo>
                  <a:lnTo>
                    <a:pt x="133510" y="662916"/>
                  </a:lnTo>
                  <a:lnTo>
                    <a:pt x="146861" y="659668"/>
                  </a:lnTo>
                  <a:lnTo>
                    <a:pt x="160212" y="656416"/>
                  </a:lnTo>
                  <a:lnTo>
                    <a:pt x="173563" y="653158"/>
                  </a:lnTo>
                  <a:lnTo>
                    <a:pt x="186914" y="649897"/>
                  </a:lnTo>
                  <a:lnTo>
                    <a:pt x="200266" y="646630"/>
                  </a:lnTo>
                  <a:lnTo>
                    <a:pt x="213617" y="643359"/>
                  </a:lnTo>
                  <a:lnTo>
                    <a:pt x="226968" y="640083"/>
                  </a:lnTo>
                  <a:lnTo>
                    <a:pt x="240319" y="636802"/>
                  </a:lnTo>
                  <a:lnTo>
                    <a:pt x="253670" y="633517"/>
                  </a:lnTo>
                  <a:lnTo>
                    <a:pt x="267021" y="630227"/>
                  </a:lnTo>
                  <a:lnTo>
                    <a:pt x="280372" y="626932"/>
                  </a:lnTo>
                  <a:lnTo>
                    <a:pt x="293723" y="623633"/>
                  </a:lnTo>
                  <a:lnTo>
                    <a:pt x="307074" y="620329"/>
                  </a:lnTo>
                  <a:lnTo>
                    <a:pt x="320425" y="617020"/>
                  </a:lnTo>
                  <a:lnTo>
                    <a:pt x="333776" y="613706"/>
                  </a:lnTo>
                  <a:lnTo>
                    <a:pt x="347127" y="610388"/>
                  </a:lnTo>
                  <a:lnTo>
                    <a:pt x="360478" y="607065"/>
                  </a:lnTo>
                  <a:lnTo>
                    <a:pt x="373829" y="603737"/>
                  </a:lnTo>
                  <a:lnTo>
                    <a:pt x="387180" y="600405"/>
                  </a:lnTo>
                  <a:lnTo>
                    <a:pt x="400532" y="597068"/>
                  </a:lnTo>
                  <a:lnTo>
                    <a:pt x="413883" y="593726"/>
                  </a:lnTo>
                  <a:lnTo>
                    <a:pt x="427234" y="590379"/>
                  </a:lnTo>
                  <a:lnTo>
                    <a:pt x="440585" y="587027"/>
                  </a:lnTo>
                  <a:lnTo>
                    <a:pt x="453936" y="583670"/>
                  </a:lnTo>
                  <a:lnTo>
                    <a:pt x="467287" y="580309"/>
                  </a:lnTo>
                  <a:lnTo>
                    <a:pt x="480638" y="576942"/>
                  </a:lnTo>
                  <a:lnTo>
                    <a:pt x="493989" y="573571"/>
                  </a:lnTo>
                  <a:lnTo>
                    <a:pt x="507340" y="570194"/>
                  </a:lnTo>
                  <a:lnTo>
                    <a:pt x="520691" y="566812"/>
                  </a:lnTo>
                  <a:lnTo>
                    <a:pt x="534042" y="563425"/>
                  </a:lnTo>
                  <a:lnTo>
                    <a:pt x="547393" y="560033"/>
                  </a:lnTo>
                  <a:lnTo>
                    <a:pt x="560744" y="556635"/>
                  </a:lnTo>
                  <a:lnTo>
                    <a:pt x="574095" y="553232"/>
                  </a:lnTo>
                  <a:lnTo>
                    <a:pt x="587446" y="549823"/>
                  </a:lnTo>
                  <a:lnTo>
                    <a:pt x="600798" y="546409"/>
                  </a:lnTo>
                  <a:lnTo>
                    <a:pt x="614149" y="542989"/>
                  </a:lnTo>
                  <a:lnTo>
                    <a:pt x="627500" y="539564"/>
                  </a:lnTo>
                  <a:lnTo>
                    <a:pt x="640851" y="536133"/>
                  </a:lnTo>
                  <a:lnTo>
                    <a:pt x="654202" y="532696"/>
                  </a:lnTo>
                  <a:lnTo>
                    <a:pt x="667553" y="529253"/>
                  </a:lnTo>
                  <a:lnTo>
                    <a:pt x="680904" y="525805"/>
                  </a:lnTo>
                  <a:lnTo>
                    <a:pt x="694255" y="522350"/>
                  </a:lnTo>
                  <a:lnTo>
                    <a:pt x="707606" y="518890"/>
                  </a:lnTo>
                  <a:lnTo>
                    <a:pt x="720957" y="515423"/>
                  </a:lnTo>
                  <a:lnTo>
                    <a:pt x="734308" y="511950"/>
                  </a:lnTo>
                  <a:lnTo>
                    <a:pt x="747659" y="508471"/>
                  </a:lnTo>
                  <a:lnTo>
                    <a:pt x="761010" y="504986"/>
                  </a:lnTo>
                  <a:lnTo>
                    <a:pt x="774361" y="501494"/>
                  </a:lnTo>
                  <a:lnTo>
                    <a:pt x="787712" y="497996"/>
                  </a:lnTo>
                  <a:lnTo>
                    <a:pt x="801064" y="494492"/>
                  </a:lnTo>
                  <a:lnTo>
                    <a:pt x="814415" y="490981"/>
                  </a:lnTo>
                  <a:lnTo>
                    <a:pt x="827766" y="487463"/>
                  </a:lnTo>
                  <a:lnTo>
                    <a:pt x="841117" y="483939"/>
                  </a:lnTo>
                  <a:lnTo>
                    <a:pt x="854468" y="480408"/>
                  </a:lnTo>
                  <a:lnTo>
                    <a:pt x="867819" y="476870"/>
                  </a:lnTo>
                  <a:lnTo>
                    <a:pt x="881170" y="473326"/>
                  </a:lnTo>
                  <a:lnTo>
                    <a:pt x="894521" y="469774"/>
                  </a:lnTo>
                  <a:lnTo>
                    <a:pt x="907872" y="466216"/>
                  </a:lnTo>
                  <a:lnTo>
                    <a:pt x="921223" y="462650"/>
                  </a:lnTo>
                  <a:lnTo>
                    <a:pt x="934574" y="459077"/>
                  </a:lnTo>
                  <a:lnTo>
                    <a:pt x="947925" y="455498"/>
                  </a:lnTo>
                  <a:lnTo>
                    <a:pt x="961276" y="451910"/>
                  </a:lnTo>
                  <a:lnTo>
                    <a:pt x="974627" y="448316"/>
                  </a:lnTo>
                  <a:lnTo>
                    <a:pt x="987978" y="444714"/>
                  </a:lnTo>
                  <a:lnTo>
                    <a:pt x="1001330" y="441105"/>
                  </a:lnTo>
                  <a:lnTo>
                    <a:pt x="1014681" y="437488"/>
                  </a:lnTo>
                  <a:lnTo>
                    <a:pt x="1028032" y="433863"/>
                  </a:lnTo>
                  <a:lnTo>
                    <a:pt x="1041383" y="430231"/>
                  </a:lnTo>
                  <a:lnTo>
                    <a:pt x="1054734" y="426591"/>
                  </a:lnTo>
                  <a:lnTo>
                    <a:pt x="1068085" y="422944"/>
                  </a:lnTo>
                  <a:lnTo>
                    <a:pt x="1081436" y="419288"/>
                  </a:lnTo>
                  <a:lnTo>
                    <a:pt x="1094787" y="415624"/>
                  </a:lnTo>
                  <a:lnTo>
                    <a:pt x="1108138" y="411953"/>
                  </a:lnTo>
                  <a:lnTo>
                    <a:pt x="1121489" y="408273"/>
                  </a:lnTo>
                  <a:lnTo>
                    <a:pt x="1134840" y="404585"/>
                  </a:lnTo>
                  <a:lnTo>
                    <a:pt x="1148191" y="400889"/>
                  </a:lnTo>
                  <a:lnTo>
                    <a:pt x="1161542" y="397185"/>
                  </a:lnTo>
                  <a:lnTo>
                    <a:pt x="1174893" y="393472"/>
                  </a:lnTo>
                  <a:lnTo>
                    <a:pt x="1188244" y="389750"/>
                  </a:lnTo>
                  <a:lnTo>
                    <a:pt x="1201596" y="386020"/>
                  </a:lnTo>
                  <a:lnTo>
                    <a:pt x="1214947" y="382282"/>
                  </a:lnTo>
                  <a:lnTo>
                    <a:pt x="1228298" y="378535"/>
                  </a:lnTo>
                  <a:lnTo>
                    <a:pt x="1241649" y="374779"/>
                  </a:lnTo>
                  <a:lnTo>
                    <a:pt x="1255000" y="371014"/>
                  </a:lnTo>
                  <a:lnTo>
                    <a:pt x="1268351" y="367240"/>
                  </a:lnTo>
                  <a:lnTo>
                    <a:pt x="1281702" y="363457"/>
                  </a:lnTo>
                  <a:lnTo>
                    <a:pt x="1295053" y="359665"/>
                  </a:lnTo>
                  <a:lnTo>
                    <a:pt x="1308404" y="355864"/>
                  </a:lnTo>
                  <a:lnTo>
                    <a:pt x="1321755" y="352054"/>
                  </a:lnTo>
                  <a:lnTo>
                    <a:pt x="1335106" y="348234"/>
                  </a:lnTo>
                  <a:lnTo>
                    <a:pt x="1348457" y="344406"/>
                  </a:lnTo>
                  <a:lnTo>
                    <a:pt x="1361808" y="340568"/>
                  </a:lnTo>
                  <a:lnTo>
                    <a:pt x="1375159" y="336722"/>
                  </a:lnTo>
                  <a:lnTo>
                    <a:pt x="1388510" y="332870"/>
                  </a:lnTo>
                  <a:lnTo>
                    <a:pt x="1401862" y="329012"/>
                  </a:lnTo>
                  <a:lnTo>
                    <a:pt x="1415213" y="325150"/>
                  </a:lnTo>
                  <a:lnTo>
                    <a:pt x="1428564" y="321284"/>
                  </a:lnTo>
                  <a:lnTo>
                    <a:pt x="1441915" y="317415"/>
                  </a:lnTo>
                  <a:lnTo>
                    <a:pt x="1455266" y="313544"/>
                  </a:lnTo>
                  <a:lnTo>
                    <a:pt x="1468617" y="309673"/>
                  </a:lnTo>
                  <a:lnTo>
                    <a:pt x="1481968" y="305802"/>
                  </a:lnTo>
                  <a:lnTo>
                    <a:pt x="1495319" y="301932"/>
                  </a:lnTo>
                  <a:lnTo>
                    <a:pt x="1508670" y="298065"/>
                  </a:lnTo>
                  <a:lnTo>
                    <a:pt x="1522021" y="294202"/>
                  </a:lnTo>
                  <a:lnTo>
                    <a:pt x="1535372" y="290343"/>
                  </a:lnTo>
                  <a:lnTo>
                    <a:pt x="1548723" y="286490"/>
                  </a:lnTo>
                  <a:lnTo>
                    <a:pt x="1562074" y="282643"/>
                  </a:lnTo>
                  <a:lnTo>
                    <a:pt x="1575425" y="278805"/>
                  </a:lnTo>
                  <a:lnTo>
                    <a:pt x="1588776" y="274975"/>
                  </a:lnTo>
                  <a:lnTo>
                    <a:pt x="1602128" y="271156"/>
                  </a:lnTo>
                  <a:lnTo>
                    <a:pt x="1615479" y="267347"/>
                  </a:lnTo>
                  <a:lnTo>
                    <a:pt x="1628830" y="263551"/>
                  </a:lnTo>
                  <a:lnTo>
                    <a:pt x="1642181" y="259768"/>
                  </a:lnTo>
                  <a:lnTo>
                    <a:pt x="1655532" y="255999"/>
                  </a:lnTo>
                  <a:lnTo>
                    <a:pt x="1668883" y="252246"/>
                  </a:lnTo>
                  <a:lnTo>
                    <a:pt x="1682234" y="248510"/>
                  </a:lnTo>
                  <a:lnTo>
                    <a:pt x="1695585" y="244791"/>
                  </a:lnTo>
                  <a:lnTo>
                    <a:pt x="1708936" y="241091"/>
                  </a:lnTo>
                  <a:lnTo>
                    <a:pt x="1722287" y="237412"/>
                  </a:lnTo>
                  <a:lnTo>
                    <a:pt x="1735638" y="233753"/>
                  </a:lnTo>
                  <a:lnTo>
                    <a:pt x="1748989" y="230118"/>
                  </a:lnTo>
                  <a:lnTo>
                    <a:pt x="1762340" y="226505"/>
                  </a:lnTo>
                  <a:lnTo>
                    <a:pt x="1775691" y="222917"/>
                  </a:lnTo>
                  <a:lnTo>
                    <a:pt x="1789042" y="219356"/>
                  </a:lnTo>
                  <a:lnTo>
                    <a:pt x="1802394" y="215821"/>
                  </a:lnTo>
                  <a:lnTo>
                    <a:pt x="1815745" y="212314"/>
                  </a:lnTo>
                  <a:lnTo>
                    <a:pt x="1829096" y="208837"/>
                  </a:lnTo>
                  <a:lnTo>
                    <a:pt x="1842447" y="205390"/>
                  </a:lnTo>
                  <a:lnTo>
                    <a:pt x="1855798" y="201976"/>
                  </a:lnTo>
                  <a:lnTo>
                    <a:pt x="1869149" y="198594"/>
                  </a:lnTo>
                  <a:lnTo>
                    <a:pt x="1882500" y="195246"/>
                  </a:lnTo>
                  <a:lnTo>
                    <a:pt x="1895851" y="191934"/>
                  </a:lnTo>
                  <a:lnTo>
                    <a:pt x="1909202" y="188658"/>
                  </a:lnTo>
                  <a:lnTo>
                    <a:pt x="1922553" y="185420"/>
                  </a:lnTo>
                  <a:lnTo>
                    <a:pt x="1935904" y="182221"/>
                  </a:lnTo>
                  <a:lnTo>
                    <a:pt x="1949255" y="179063"/>
                  </a:lnTo>
                  <a:lnTo>
                    <a:pt x="1962606" y="175946"/>
                  </a:lnTo>
                  <a:lnTo>
                    <a:pt x="1975957" y="172871"/>
                  </a:lnTo>
                  <a:lnTo>
                    <a:pt x="1989309" y="169840"/>
                  </a:lnTo>
                  <a:lnTo>
                    <a:pt x="2002660" y="166855"/>
                  </a:lnTo>
                  <a:lnTo>
                    <a:pt x="2016011" y="163916"/>
                  </a:lnTo>
                  <a:lnTo>
                    <a:pt x="2029362" y="161024"/>
                  </a:lnTo>
                  <a:lnTo>
                    <a:pt x="2042713" y="158181"/>
                  </a:lnTo>
                  <a:lnTo>
                    <a:pt x="2056064" y="155385"/>
                  </a:lnTo>
                  <a:lnTo>
                    <a:pt x="2069415" y="152636"/>
                  </a:lnTo>
                  <a:lnTo>
                    <a:pt x="2082766" y="149934"/>
                  </a:lnTo>
                  <a:lnTo>
                    <a:pt x="2096117" y="147279"/>
                  </a:lnTo>
                  <a:lnTo>
                    <a:pt x="2109468" y="144669"/>
                  </a:lnTo>
                  <a:lnTo>
                    <a:pt x="2122819" y="142105"/>
                  </a:lnTo>
                  <a:lnTo>
                    <a:pt x="2136170" y="139586"/>
                  </a:lnTo>
                  <a:lnTo>
                    <a:pt x="2149521" y="137112"/>
                  </a:lnTo>
                  <a:lnTo>
                    <a:pt x="2162872" y="134681"/>
                  </a:lnTo>
                  <a:lnTo>
                    <a:pt x="2176223" y="132294"/>
                  </a:lnTo>
                  <a:lnTo>
                    <a:pt x="2189575" y="129951"/>
                  </a:lnTo>
                  <a:lnTo>
                    <a:pt x="2202926" y="127650"/>
                  </a:lnTo>
                  <a:lnTo>
                    <a:pt x="2216277" y="125391"/>
                  </a:lnTo>
                  <a:lnTo>
                    <a:pt x="2229628" y="123174"/>
                  </a:lnTo>
                  <a:lnTo>
                    <a:pt x="2242979" y="120999"/>
                  </a:lnTo>
                  <a:lnTo>
                    <a:pt x="2256330" y="118864"/>
                  </a:lnTo>
                  <a:lnTo>
                    <a:pt x="2269681" y="116769"/>
                  </a:lnTo>
                  <a:lnTo>
                    <a:pt x="2283032" y="114714"/>
                  </a:lnTo>
                  <a:lnTo>
                    <a:pt x="2296383" y="112698"/>
                  </a:lnTo>
                  <a:lnTo>
                    <a:pt x="2309734" y="110722"/>
                  </a:lnTo>
                  <a:lnTo>
                    <a:pt x="2323085" y="108783"/>
                  </a:lnTo>
                  <a:lnTo>
                    <a:pt x="2336436" y="106882"/>
                  </a:lnTo>
                  <a:lnTo>
                    <a:pt x="2349787" y="105018"/>
                  </a:lnTo>
                  <a:lnTo>
                    <a:pt x="2363138" y="103192"/>
                  </a:lnTo>
                  <a:lnTo>
                    <a:pt x="2376489" y="101401"/>
                  </a:lnTo>
                  <a:lnTo>
                    <a:pt x="2389841" y="99646"/>
                  </a:lnTo>
                  <a:lnTo>
                    <a:pt x="2403192" y="97926"/>
                  </a:lnTo>
                  <a:lnTo>
                    <a:pt x="2416543" y="96241"/>
                  </a:lnTo>
                  <a:lnTo>
                    <a:pt x="2429894" y="94590"/>
                  </a:lnTo>
                  <a:lnTo>
                    <a:pt x="2443245" y="92972"/>
                  </a:lnTo>
                  <a:lnTo>
                    <a:pt x="2456596" y="91388"/>
                  </a:lnTo>
                  <a:lnTo>
                    <a:pt x="2469947" y="89836"/>
                  </a:lnTo>
                  <a:lnTo>
                    <a:pt x="2483298" y="88316"/>
                  </a:lnTo>
                  <a:lnTo>
                    <a:pt x="2496649" y="86827"/>
                  </a:lnTo>
                  <a:lnTo>
                    <a:pt x="2510000" y="85369"/>
                  </a:lnTo>
                  <a:lnTo>
                    <a:pt x="2523351" y="83942"/>
                  </a:lnTo>
                  <a:lnTo>
                    <a:pt x="2536702" y="82545"/>
                  </a:lnTo>
                  <a:lnTo>
                    <a:pt x="2550053" y="81176"/>
                  </a:lnTo>
                  <a:lnTo>
                    <a:pt x="2563404" y="79837"/>
                  </a:lnTo>
                  <a:lnTo>
                    <a:pt x="2576755" y="78525"/>
                  </a:lnTo>
                  <a:lnTo>
                    <a:pt x="2590107" y="77241"/>
                  </a:lnTo>
                  <a:lnTo>
                    <a:pt x="2603458" y="75984"/>
                  </a:lnTo>
                  <a:lnTo>
                    <a:pt x="2616809" y="74754"/>
                  </a:lnTo>
                  <a:lnTo>
                    <a:pt x="2630160" y="73549"/>
                  </a:lnTo>
                  <a:lnTo>
                    <a:pt x="2643511" y="72370"/>
                  </a:lnTo>
                  <a:lnTo>
                    <a:pt x="2656862" y="71215"/>
                  </a:lnTo>
                  <a:lnTo>
                    <a:pt x="2670213" y="70085"/>
                  </a:lnTo>
                  <a:lnTo>
                    <a:pt x="2683564" y="68978"/>
                  </a:lnTo>
                  <a:lnTo>
                    <a:pt x="2696915" y="67895"/>
                  </a:lnTo>
                  <a:lnTo>
                    <a:pt x="2710266" y="66833"/>
                  </a:lnTo>
                  <a:lnTo>
                    <a:pt x="2723617" y="65794"/>
                  </a:lnTo>
                  <a:lnTo>
                    <a:pt x="2736968" y="64776"/>
                  </a:lnTo>
                  <a:lnTo>
                    <a:pt x="2750319" y="63779"/>
                  </a:lnTo>
                  <a:lnTo>
                    <a:pt x="2763670" y="62802"/>
                  </a:lnTo>
                  <a:lnTo>
                    <a:pt x="2777021" y="61845"/>
                  </a:lnTo>
                  <a:lnTo>
                    <a:pt x="2790373" y="60906"/>
                  </a:lnTo>
                  <a:lnTo>
                    <a:pt x="2803724" y="59987"/>
                  </a:lnTo>
                  <a:lnTo>
                    <a:pt x="2817075" y="59085"/>
                  </a:lnTo>
                  <a:lnTo>
                    <a:pt x="2830426" y="58200"/>
                  </a:lnTo>
                  <a:lnTo>
                    <a:pt x="2843777" y="57332"/>
                  </a:lnTo>
                  <a:lnTo>
                    <a:pt x="2857128" y="56480"/>
                  </a:lnTo>
                  <a:lnTo>
                    <a:pt x="2870479" y="55644"/>
                  </a:lnTo>
                  <a:lnTo>
                    <a:pt x="2883830" y="54822"/>
                  </a:lnTo>
                  <a:lnTo>
                    <a:pt x="2897181" y="54015"/>
                  </a:lnTo>
                  <a:lnTo>
                    <a:pt x="2910532" y="53222"/>
                  </a:lnTo>
                  <a:lnTo>
                    <a:pt x="2923883" y="52442"/>
                  </a:lnTo>
                  <a:lnTo>
                    <a:pt x="2937234" y="51674"/>
                  </a:lnTo>
                  <a:lnTo>
                    <a:pt x="2950585" y="50918"/>
                  </a:lnTo>
                  <a:lnTo>
                    <a:pt x="2963936" y="50174"/>
                  </a:lnTo>
                  <a:lnTo>
                    <a:pt x="2977287" y="49441"/>
                  </a:lnTo>
                  <a:lnTo>
                    <a:pt x="2990639" y="48718"/>
                  </a:lnTo>
                  <a:lnTo>
                    <a:pt x="3003990" y="48004"/>
                  </a:lnTo>
                  <a:lnTo>
                    <a:pt x="3017341" y="47300"/>
                  </a:lnTo>
                  <a:lnTo>
                    <a:pt x="3030692" y="46604"/>
                  </a:lnTo>
                  <a:lnTo>
                    <a:pt x="3044043" y="45916"/>
                  </a:lnTo>
                  <a:lnTo>
                    <a:pt x="3057394" y="45235"/>
                  </a:lnTo>
                  <a:lnTo>
                    <a:pt x="3070745" y="44560"/>
                  </a:lnTo>
                  <a:lnTo>
                    <a:pt x="3084096" y="43892"/>
                  </a:lnTo>
                  <a:lnTo>
                    <a:pt x="3097447" y="43229"/>
                  </a:lnTo>
                  <a:lnTo>
                    <a:pt x="3110798" y="42571"/>
                  </a:lnTo>
                  <a:lnTo>
                    <a:pt x="3124149" y="41918"/>
                  </a:lnTo>
                  <a:lnTo>
                    <a:pt x="3137500" y="41267"/>
                  </a:lnTo>
                  <a:lnTo>
                    <a:pt x="3150851" y="40620"/>
                  </a:lnTo>
                  <a:lnTo>
                    <a:pt x="3164202" y="39976"/>
                  </a:lnTo>
                  <a:lnTo>
                    <a:pt x="3177553" y="39333"/>
                  </a:lnTo>
                  <a:lnTo>
                    <a:pt x="3190905" y="38692"/>
                  </a:lnTo>
                  <a:lnTo>
                    <a:pt x="3204256" y="38051"/>
                  </a:lnTo>
                  <a:lnTo>
                    <a:pt x="3217607" y="37410"/>
                  </a:lnTo>
                  <a:lnTo>
                    <a:pt x="3230958" y="36769"/>
                  </a:lnTo>
                  <a:lnTo>
                    <a:pt x="3244309" y="36128"/>
                  </a:lnTo>
                  <a:lnTo>
                    <a:pt x="3257660" y="35487"/>
                  </a:lnTo>
                  <a:lnTo>
                    <a:pt x="3271011" y="34845"/>
                  </a:lnTo>
                  <a:lnTo>
                    <a:pt x="3284362" y="34204"/>
                  </a:lnTo>
                  <a:lnTo>
                    <a:pt x="3297713" y="33562"/>
                  </a:lnTo>
                  <a:lnTo>
                    <a:pt x="3311064" y="32920"/>
                  </a:lnTo>
                  <a:lnTo>
                    <a:pt x="3324415" y="32278"/>
                  </a:lnTo>
                  <a:lnTo>
                    <a:pt x="3337766" y="31636"/>
                  </a:lnTo>
                  <a:lnTo>
                    <a:pt x="3351117" y="30994"/>
                  </a:lnTo>
                  <a:lnTo>
                    <a:pt x="3364468" y="30352"/>
                  </a:lnTo>
                  <a:lnTo>
                    <a:pt x="3377819" y="29709"/>
                  </a:lnTo>
                  <a:lnTo>
                    <a:pt x="3391171" y="29066"/>
                  </a:lnTo>
                  <a:lnTo>
                    <a:pt x="3404522" y="28424"/>
                  </a:lnTo>
                  <a:lnTo>
                    <a:pt x="3417873" y="27781"/>
                  </a:lnTo>
                  <a:lnTo>
                    <a:pt x="3431224" y="27138"/>
                  </a:lnTo>
                  <a:lnTo>
                    <a:pt x="3444575" y="26494"/>
                  </a:lnTo>
                  <a:lnTo>
                    <a:pt x="3457926" y="25851"/>
                  </a:lnTo>
                  <a:lnTo>
                    <a:pt x="3471277" y="25208"/>
                  </a:lnTo>
                  <a:lnTo>
                    <a:pt x="3484628" y="24564"/>
                  </a:lnTo>
                  <a:lnTo>
                    <a:pt x="3497979" y="23920"/>
                  </a:lnTo>
                  <a:lnTo>
                    <a:pt x="3511330" y="23276"/>
                  </a:lnTo>
                  <a:lnTo>
                    <a:pt x="3524681" y="22632"/>
                  </a:lnTo>
                  <a:lnTo>
                    <a:pt x="3538032" y="21988"/>
                  </a:lnTo>
                  <a:lnTo>
                    <a:pt x="3551383" y="21343"/>
                  </a:lnTo>
                  <a:lnTo>
                    <a:pt x="3564734" y="20699"/>
                  </a:lnTo>
                  <a:lnTo>
                    <a:pt x="3578085" y="20054"/>
                  </a:lnTo>
                  <a:lnTo>
                    <a:pt x="3591437" y="19410"/>
                  </a:lnTo>
                  <a:lnTo>
                    <a:pt x="3604788" y="18765"/>
                  </a:lnTo>
                  <a:lnTo>
                    <a:pt x="3618139" y="18120"/>
                  </a:lnTo>
                  <a:lnTo>
                    <a:pt x="3631490" y="17474"/>
                  </a:lnTo>
                  <a:lnTo>
                    <a:pt x="3644841" y="16829"/>
                  </a:lnTo>
                  <a:lnTo>
                    <a:pt x="3658192" y="16183"/>
                  </a:lnTo>
                  <a:lnTo>
                    <a:pt x="3671543" y="15538"/>
                  </a:lnTo>
                  <a:lnTo>
                    <a:pt x="3684894" y="14892"/>
                  </a:lnTo>
                  <a:lnTo>
                    <a:pt x="3698245" y="14246"/>
                  </a:lnTo>
                  <a:lnTo>
                    <a:pt x="3711596" y="13600"/>
                  </a:lnTo>
                  <a:lnTo>
                    <a:pt x="3724947" y="12954"/>
                  </a:lnTo>
                  <a:lnTo>
                    <a:pt x="3738298" y="12307"/>
                  </a:lnTo>
                  <a:lnTo>
                    <a:pt x="3751649" y="11661"/>
                  </a:lnTo>
                  <a:lnTo>
                    <a:pt x="3765000" y="11014"/>
                  </a:lnTo>
                  <a:lnTo>
                    <a:pt x="3778352" y="10368"/>
                  </a:lnTo>
                  <a:lnTo>
                    <a:pt x="3791703" y="9721"/>
                  </a:lnTo>
                  <a:lnTo>
                    <a:pt x="3805054" y="9074"/>
                  </a:lnTo>
                  <a:lnTo>
                    <a:pt x="3818405" y="8426"/>
                  </a:lnTo>
                  <a:lnTo>
                    <a:pt x="3831756" y="7779"/>
                  </a:lnTo>
                  <a:lnTo>
                    <a:pt x="3845107" y="7131"/>
                  </a:lnTo>
                  <a:lnTo>
                    <a:pt x="3858458" y="6484"/>
                  </a:lnTo>
                  <a:lnTo>
                    <a:pt x="3871809" y="5836"/>
                  </a:lnTo>
                  <a:lnTo>
                    <a:pt x="3885160" y="5188"/>
                  </a:lnTo>
                  <a:lnTo>
                    <a:pt x="3898511" y="4540"/>
                  </a:lnTo>
                  <a:lnTo>
                    <a:pt x="3911862" y="3892"/>
                  </a:lnTo>
                  <a:lnTo>
                    <a:pt x="3925213" y="3243"/>
                  </a:lnTo>
                  <a:lnTo>
                    <a:pt x="3938564" y="2595"/>
                  </a:lnTo>
                  <a:lnTo>
                    <a:pt x="3951915" y="1946"/>
                  </a:lnTo>
                  <a:lnTo>
                    <a:pt x="3965266" y="1298"/>
                  </a:lnTo>
                  <a:lnTo>
                    <a:pt x="3978618" y="649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41407" y="501952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641407" y="3498589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330060" y="5643670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0.75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30060" y="4972480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30060" y="4301290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1.25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30060" y="3630100"/>
              <a:ext cx="248716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1.50</a:t>
              </a:r>
            </a:p>
          </p:txBody>
        </p:sp>
        <p:sp>
          <p:nvSpPr>
            <p:cNvPr id="105" name="pl105"/>
            <p:cNvSpPr/>
            <p:nvPr/>
          </p:nvSpPr>
          <p:spPr>
            <a:xfrm>
              <a:off x="606613" y="56907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06613" y="50195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06613" y="43483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06613" y="36771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454351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51228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3570221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628156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1365517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242345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0.4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3481387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0.8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539322" y="6403215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1.2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494197" y="6562733"/>
              <a:ext cx="286390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AIP</a:t>
              </a:r>
            </a:p>
          </p:txBody>
        </p:sp>
        <p:sp>
          <p:nvSpPr>
            <p:cNvPr id="118" name="rc118"/>
            <p:cNvSpPr/>
            <p:nvPr/>
          </p:nvSpPr>
          <p:spPr>
            <a:xfrm>
              <a:off x="5012852" y="3498589"/>
              <a:ext cx="3991969" cy="28419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012852" y="5520599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012852" y="4687325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012852" y="385405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303245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470194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637143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804092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012852" y="5937236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012852" y="510396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012852" y="4270688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886720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053669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220618" y="3498589"/>
              <a:ext cx="0" cy="2841995"/>
            </a:xfrm>
            <a:custGeom>
              <a:avLst/>
              <a:pathLst>
                <a:path w="0" h="2841995">
                  <a:moveTo>
                    <a:pt x="0" y="28419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5012852" y="3498589"/>
              <a:ext cx="3991969" cy="2841995"/>
            </a:xfrm>
            <a:custGeom>
              <a:avLst/>
              <a:pathLst>
                <a:path w="3991969" h="2841995">
                  <a:moveTo>
                    <a:pt x="0" y="1907513"/>
                  </a:moveTo>
                  <a:lnTo>
                    <a:pt x="13351" y="1908321"/>
                  </a:lnTo>
                  <a:lnTo>
                    <a:pt x="26702" y="1909122"/>
                  </a:lnTo>
                  <a:lnTo>
                    <a:pt x="40053" y="1909917"/>
                  </a:lnTo>
                  <a:lnTo>
                    <a:pt x="53404" y="1910705"/>
                  </a:lnTo>
                  <a:lnTo>
                    <a:pt x="66755" y="1911486"/>
                  </a:lnTo>
                  <a:lnTo>
                    <a:pt x="80106" y="1912260"/>
                  </a:lnTo>
                  <a:lnTo>
                    <a:pt x="93457" y="1913025"/>
                  </a:lnTo>
                  <a:lnTo>
                    <a:pt x="106808" y="1913783"/>
                  </a:lnTo>
                  <a:lnTo>
                    <a:pt x="120159" y="1914532"/>
                  </a:lnTo>
                  <a:lnTo>
                    <a:pt x="133510" y="1915272"/>
                  </a:lnTo>
                  <a:lnTo>
                    <a:pt x="146861" y="1916003"/>
                  </a:lnTo>
                  <a:lnTo>
                    <a:pt x="160212" y="1916723"/>
                  </a:lnTo>
                  <a:lnTo>
                    <a:pt x="173563" y="1917434"/>
                  </a:lnTo>
                  <a:lnTo>
                    <a:pt x="186914" y="1918134"/>
                  </a:lnTo>
                  <a:lnTo>
                    <a:pt x="200266" y="1918822"/>
                  </a:lnTo>
                  <a:lnTo>
                    <a:pt x="213617" y="1919499"/>
                  </a:lnTo>
                  <a:lnTo>
                    <a:pt x="226968" y="1920163"/>
                  </a:lnTo>
                  <a:lnTo>
                    <a:pt x="240319" y="1920813"/>
                  </a:lnTo>
                  <a:lnTo>
                    <a:pt x="253670" y="1921450"/>
                  </a:lnTo>
                  <a:lnTo>
                    <a:pt x="267021" y="1922072"/>
                  </a:lnTo>
                  <a:lnTo>
                    <a:pt x="280372" y="1922678"/>
                  </a:lnTo>
                  <a:lnTo>
                    <a:pt x="293723" y="1923267"/>
                  </a:lnTo>
                  <a:lnTo>
                    <a:pt x="307074" y="1923837"/>
                  </a:lnTo>
                  <a:lnTo>
                    <a:pt x="320425" y="1924385"/>
                  </a:lnTo>
                  <a:lnTo>
                    <a:pt x="333776" y="1924906"/>
                  </a:lnTo>
                  <a:lnTo>
                    <a:pt x="347127" y="1925395"/>
                  </a:lnTo>
                  <a:lnTo>
                    <a:pt x="360478" y="1925847"/>
                  </a:lnTo>
                  <a:lnTo>
                    <a:pt x="373829" y="1926258"/>
                  </a:lnTo>
                  <a:lnTo>
                    <a:pt x="387180" y="1926624"/>
                  </a:lnTo>
                  <a:lnTo>
                    <a:pt x="400532" y="1926938"/>
                  </a:lnTo>
                  <a:lnTo>
                    <a:pt x="413883" y="1927198"/>
                  </a:lnTo>
                  <a:lnTo>
                    <a:pt x="427234" y="1927398"/>
                  </a:lnTo>
                  <a:lnTo>
                    <a:pt x="440585" y="1927533"/>
                  </a:lnTo>
                  <a:lnTo>
                    <a:pt x="453936" y="1927598"/>
                  </a:lnTo>
                  <a:lnTo>
                    <a:pt x="467287" y="1927589"/>
                  </a:lnTo>
                  <a:lnTo>
                    <a:pt x="480638" y="1927500"/>
                  </a:lnTo>
                  <a:lnTo>
                    <a:pt x="493989" y="1927327"/>
                  </a:lnTo>
                  <a:lnTo>
                    <a:pt x="507340" y="1927064"/>
                  </a:lnTo>
                  <a:lnTo>
                    <a:pt x="520691" y="1926706"/>
                  </a:lnTo>
                  <a:lnTo>
                    <a:pt x="534042" y="1926248"/>
                  </a:lnTo>
                  <a:lnTo>
                    <a:pt x="547393" y="1925684"/>
                  </a:lnTo>
                  <a:lnTo>
                    <a:pt x="560744" y="1925010"/>
                  </a:lnTo>
                  <a:lnTo>
                    <a:pt x="574095" y="1924219"/>
                  </a:lnTo>
                  <a:lnTo>
                    <a:pt x="587446" y="1923306"/>
                  </a:lnTo>
                  <a:lnTo>
                    <a:pt x="600798" y="1922266"/>
                  </a:lnTo>
                  <a:lnTo>
                    <a:pt x="614149" y="1921093"/>
                  </a:lnTo>
                  <a:lnTo>
                    <a:pt x="627500" y="1919780"/>
                  </a:lnTo>
                  <a:lnTo>
                    <a:pt x="640851" y="1918323"/>
                  </a:lnTo>
                  <a:lnTo>
                    <a:pt x="654202" y="1916714"/>
                  </a:lnTo>
                  <a:lnTo>
                    <a:pt x="667553" y="1914948"/>
                  </a:lnTo>
                  <a:lnTo>
                    <a:pt x="680904" y="1913020"/>
                  </a:lnTo>
                  <a:lnTo>
                    <a:pt x="694255" y="1910921"/>
                  </a:lnTo>
                  <a:lnTo>
                    <a:pt x="707606" y="1908647"/>
                  </a:lnTo>
                  <a:lnTo>
                    <a:pt x="720957" y="1906192"/>
                  </a:lnTo>
                  <a:lnTo>
                    <a:pt x="734308" y="1903549"/>
                  </a:lnTo>
                  <a:lnTo>
                    <a:pt x="747659" y="1900712"/>
                  </a:lnTo>
                  <a:lnTo>
                    <a:pt x="761010" y="1897675"/>
                  </a:lnTo>
                  <a:lnTo>
                    <a:pt x="774361" y="1894432"/>
                  </a:lnTo>
                  <a:lnTo>
                    <a:pt x="787712" y="1890979"/>
                  </a:lnTo>
                  <a:lnTo>
                    <a:pt x="801064" y="1887309"/>
                  </a:lnTo>
                  <a:lnTo>
                    <a:pt x="814415" y="1883419"/>
                  </a:lnTo>
                  <a:lnTo>
                    <a:pt x="827766" y="1879305"/>
                  </a:lnTo>
                  <a:lnTo>
                    <a:pt x="841117" y="1874962"/>
                  </a:lnTo>
                  <a:lnTo>
                    <a:pt x="854468" y="1870389"/>
                  </a:lnTo>
                  <a:lnTo>
                    <a:pt x="867819" y="1865584"/>
                  </a:lnTo>
                  <a:lnTo>
                    <a:pt x="881170" y="1860547"/>
                  </a:lnTo>
                  <a:lnTo>
                    <a:pt x="894521" y="1855278"/>
                  </a:lnTo>
                  <a:lnTo>
                    <a:pt x="907872" y="1849780"/>
                  </a:lnTo>
                  <a:lnTo>
                    <a:pt x="921223" y="1844058"/>
                  </a:lnTo>
                  <a:lnTo>
                    <a:pt x="934574" y="1838116"/>
                  </a:lnTo>
                  <a:lnTo>
                    <a:pt x="947925" y="1831963"/>
                  </a:lnTo>
                  <a:lnTo>
                    <a:pt x="961276" y="1825607"/>
                  </a:lnTo>
                  <a:lnTo>
                    <a:pt x="974627" y="1819062"/>
                  </a:lnTo>
                  <a:lnTo>
                    <a:pt x="987978" y="1812340"/>
                  </a:lnTo>
                  <a:lnTo>
                    <a:pt x="1001330" y="1805456"/>
                  </a:lnTo>
                  <a:lnTo>
                    <a:pt x="1014681" y="1798430"/>
                  </a:lnTo>
                  <a:lnTo>
                    <a:pt x="1028032" y="1791278"/>
                  </a:lnTo>
                  <a:lnTo>
                    <a:pt x="1041383" y="1784024"/>
                  </a:lnTo>
                  <a:lnTo>
                    <a:pt x="1054734" y="1776688"/>
                  </a:lnTo>
                  <a:lnTo>
                    <a:pt x="1068085" y="1769295"/>
                  </a:lnTo>
                  <a:lnTo>
                    <a:pt x="1081436" y="1761868"/>
                  </a:lnTo>
                  <a:lnTo>
                    <a:pt x="1094787" y="1754435"/>
                  </a:lnTo>
                  <a:lnTo>
                    <a:pt x="1108138" y="1747020"/>
                  </a:lnTo>
                  <a:lnTo>
                    <a:pt x="1121489" y="1739648"/>
                  </a:lnTo>
                  <a:lnTo>
                    <a:pt x="1134840" y="1732339"/>
                  </a:lnTo>
                  <a:lnTo>
                    <a:pt x="1148191" y="1725111"/>
                  </a:lnTo>
                  <a:lnTo>
                    <a:pt x="1161542" y="1717978"/>
                  </a:lnTo>
                  <a:lnTo>
                    <a:pt x="1174893" y="1710954"/>
                  </a:lnTo>
                  <a:lnTo>
                    <a:pt x="1188244" y="1704052"/>
                  </a:lnTo>
                  <a:lnTo>
                    <a:pt x="1201596" y="1697282"/>
                  </a:lnTo>
                  <a:lnTo>
                    <a:pt x="1214947" y="1690653"/>
                  </a:lnTo>
                  <a:lnTo>
                    <a:pt x="1228298" y="1684173"/>
                  </a:lnTo>
                  <a:lnTo>
                    <a:pt x="1241649" y="1677849"/>
                  </a:lnTo>
                  <a:lnTo>
                    <a:pt x="1255000" y="1671687"/>
                  </a:lnTo>
                  <a:lnTo>
                    <a:pt x="1268351" y="1665691"/>
                  </a:lnTo>
                  <a:lnTo>
                    <a:pt x="1281702" y="1659865"/>
                  </a:lnTo>
                  <a:lnTo>
                    <a:pt x="1295053" y="1654211"/>
                  </a:lnTo>
                  <a:lnTo>
                    <a:pt x="1308404" y="1648731"/>
                  </a:lnTo>
                  <a:lnTo>
                    <a:pt x="1321755" y="1643426"/>
                  </a:lnTo>
                  <a:lnTo>
                    <a:pt x="1335106" y="1638296"/>
                  </a:lnTo>
                  <a:lnTo>
                    <a:pt x="1348457" y="1633341"/>
                  </a:lnTo>
                  <a:lnTo>
                    <a:pt x="1361808" y="1628559"/>
                  </a:lnTo>
                  <a:lnTo>
                    <a:pt x="1375159" y="1623948"/>
                  </a:lnTo>
                  <a:lnTo>
                    <a:pt x="1388510" y="1619507"/>
                  </a:lnTo>
                  <a:lnTo>
                    <a:pt x="1401862" y="1615233"/>
                  </a:lnTo>
                  <a:lnTo>
                    <a:pt x="1415213" y="1611122"/>
                  </a:lnTo>
                  <a:lnTo>
                    <a:pt x="1428564" y="1607171"/>
                  </a:lnTo>
                  <a:lnTo>
                    <a:pt x="1441915" y="1597408"/>
                  </a:lnTo>
                  <a:lnTo>
                    <a:pt x="1455266" y="1582334"/>
                  </a:lnTo>
                  <a:lnTo>
                    <a:pt x="1468617" y="1567154"/>
                  </a:lnTo>
                  <a:lnTo>
                    <a:pt x="1481968" y="1551877"/>
                  </a:lnTo>
                  <a:lnTo>
                    <a:pt x="1495319" y="1536511"/>
                  </a:lnTo>
                  <a:lnTo>
                    <a:pt x="1508670" y="1521066"/>
                  </a:lnTo>
                  <a:lnTo>
                    <a:pt x="1522021" y="1505552"/>
                  </a:lnTo>
                  <a:lnTo>
                    <a:pt x="1535372" y="1489978"/>
                  </a:lnTo>
                  <a:lnTo>
                    <a:pt x="1548723" y="1474357"/>
                  </a:lnTo>
                  <a:lnTo>
                    <a:pt x="1562074" y="1458700"/>
                  </a:lnTo>
                  <a:lnTo>
                    <a:pt x="1575425" y="1443017"/>
                  </a:lnTo>
                  <a:lnTo>
                    <a:pt x="1588776" y="1427323"/>
                  </a:lnTo>
                  <a:lnTo>
                    <a:pt x="1602128" y="1411629"/>
                  </a:lnTo>
                  <a:lnTo>
                    <a:pt x="1615479" y="1395949"/>
                  </a:lnTo>
                  <a:lnTo>
                    <a:pt x="1628830" y="1380297"/>
                  </a:lnTo>
                  <a:lnTo>
                    <a:pt x="1642181" y="1364686"/>
                  </a:lnTo>
                  <a:lnTo>
                    <a:pt x="1655532" y="1349133"/>
                  </a:lnTo>
                  <a:lnTo>
                    <a:pt x="1668883" y="1333651"/>
                  </a:lnTo>
                  <a:lnTo>
                    <a:pt x="1682234" y="1318256"/>
                  </a:lnTo>
                  <a:lnTo>
                    <a:pt x="1695585" y="1302965"/>
                  </a:lnTo>
                  <a:lnTo>
                    <a:pt x="1708936" y="1287792"/>
                  </a:lnTo>
                  <a:lnTo>
                    <a:pt x="1722287" y="1272756"/>
                  </a:lnTo>
                  <a:lnTo>
                    <a:pt x="1735638" y="1257874"/>
                  </a:lnTo>
                  <a:lnTo>
                    <a:pt x="1748989" y="1243161"/>
                  </a:lnTo>
                  <a:lnTo>
                    <a:pt x="1762340" y="1228637"/>
                  </a:lnTo>
                  <a:lnTo>
                    <a:pt x="1775691" y="1214318"/>
                  </a:lnTo>
                  <a:lnTo>
                    <a:pt x="1789042" y="1200223"/>
                  </a:lnTo>
                  <a:lnTo>
                    <a:pt x="1802394" y="1186359"/>
                  </a:lnTo>
                  <a:lnTo>
                    <a:pt x="1815745" y="1172729"/>
                  </a:lnTo>
                  <a:lnTo>
                    <a:pt x="1829096" y="1159334"/>
                  </a:lnTo>
                  <a:lnTo>
                    <a:pt x="1842447" y="1146175"/>
                  </a:lnTo>
                  <a:lnTo>
                    <a:pt x="1855798" y="1133253"/>
                  </a:lnTo>
                  <a:lnTo>
                    <a:pt x="1869149" y="1120570"/>
                  </a:lnTo>
                  <a:lnTo>
                    <a:pt x="1882500" y="1108125"/>
                  </a:lnTo>
                  <a:lnTo>
                    <a:pt x="1895851" y="1095918"/>
                  </a:lnTo>
                  <a:lnTo>
                    <a:pt x="1909202" y="1083951"/>
                  </a:lnTo>
                  <a:lnTo>
                    <a:pt x="1922553" y="1072223"/>
                  </a:lnTo>
                  <a:lnTo>
                    <a:pt x="1935904" y="1060733"/>
                  </a:lnTo>
                  <a:lnTo>
                    <a:pt x="1949255" y="1049481"/>
                  </a:lnTo>
                  <a:lnTo>
                    <a:pt x="1962606" y="1038467"/>
                  </a:lnTo>
                  <a:lnTo>
                    <a:pt x="1975957" y="1027689"/>
                  </a:lnTo>
                  <a:lnTo>
                    <a:pt x="1989309" y="1017146"/>
                  </a:lnTo>
                  <a:lnTo>
                    <a:pt x="2002660" y="1006837"/>
                  </a:lnTo>
                  <a:lnTo>
                    <a:pt x="2016011" y="996761"/>
                  </a:lnTo>
                  <a:lnTo>
                    <a:pt x="2029362" y="986915"/>
                  </a:lnTo>
                  <a:lnTo>
                    <a:pt x="2042713" y="977297"/>
                  </a:lnTo>
                  <a:lnTo>
                    <a:pt x="2056064" y="967906"/>
                  </a:lnTo>
                  <a:lnTo>
                    <a:pt x="2069415" y="958739"/>
                  </a:lnTo>
                  <a:lnTo>
                    <a:pt x="2082766" y="949793"/>
                  </a:lnTo>
                  <a:lnTo>
                    <a:pt x="2096117" y="941065"/>
                  </a:lnTo>
                  <a:lnTo>
                    <a:pt x="2109468" y="932554"/>
                  </a:lnTo>
                  <a:lnTo>
                    <a:pt x="2122819" y="924255"/>
                  </a:lnTo>
                  <a:lnTo>
                    <a:pt x="2136170" y="916165"/>
                  </a:lnTo>
                  <a:lnTo>
                    <a:pt x="2149521" y="908282"/>
                  </a:lnTo>
                  <a:lnTo>
                    <a:pt x="2162872" y="900600"/>
                  </a:lnTo>
                  <a:lnTo>
                    <a:pt x="2176223" y="893117"/>
                  </a:lnTo>
                  <a:lnTo>
                    <a:pt x="2189575" y="885828"/>
                  </a:lnTo>
                  <a:lnTo>
                    <a:pt x="2202926" y="878729"/>
                  </a:lnTo>
                  <a:lnTo>
                    <a:pt x="2216277" y="871816"/>
                  </a:lnTo>
                  <a:lnTo>
                    <a:pt x="2229628" y="865084"/>
                  </a:lnTo>
                  <a:lnTo>
                    <a:pt x="2242979" y="858529"/>
                  </a:lnTo>
                  <a:lnTo>
                    <a:pt x="2256330" y="852146"/>
                  </a:lnTo>
                  <a:lnTo>
                    <a:pt x="2269681" y="845931"/>
                  </a:lnTo>
                  <a:lnTo>
                    <a:pt x="2283032" y="839877"/>
                  </a:lnTo>
                  <a:lnTo>
                    <a:pt x="2296383" y="833980"/>
                  </a:lnTo>
                  <a:lnTo>
                    <a:pt x="2309734" y="828235"/>
                  </a:lnTo>
                  <a:lnTo>
                    <a:pt x="2323085" y="822636"/>
                  </a:lnTo>
                  <a:lnTo>
                    <a:pt x="2336436" y="817178"/>
                  </a:lnTo>
                  <a:lnTo>
                    <a:pt x="2349787" y="811856"/>
                  </a:lnTo>
                  <a:lnTo>
                    <a:pt x="2363138" y="806663"/>
                  </a:lnTo>
                  <a:lnTo>
                    <a:pt x="2376489" y="801593"/>
                  </a:lnTo>
                  <a:lnTo>
                    <a:pt x="2389841" y="796642"/>
                  </a:lnTo>
                  <a:lnTo>
                    <a:pt x="2403192" y="791802"/>
                  </a:lnTo>
                  <a:lnTo>
                    <a:pt x="2416543" y="787068"/>
                  </a:lnTo>
                  <a:lnTo>
                    <a:pt x="2429894" y="782435"/>
                  </a:lnTo>
                  <a:lnTo>
                    <a:pt x="2443245" y="777895"/>
                  </a:lnTo>
                  <a:lnTo>
                    <a:pt x="2456596" y="773444"/>
                  </a:lnTo>
                  <a:lnTo>
                    <a:pt x="2469947" y="769073"/>
                  </a:lnTo>
                  <a:lnTo>
                    <a:pt x="2483298" y="764779"/>
                  </a:lnTo>
                  <a:lnTo>
                    <a:pt x="2496649" y="760554"/>
                  </a:lnTo>
                  <a:lnTo>
                    <a:pt x="2510000" y="756392"/>
                  </a:lnTo>
                  <a:lnTo>
                    <a:pt x="2523351" y="752287"/>
                  </a:lnTo>
                  <a:lnTo>
                    <a:pt x="2536702" y="748233"/>
                  </a:lnTo>
                  <a:lnTo>
                    <a:pt x="2550053" y="744224"/>
                  </a:lnTo>
                  <a:lnTo>
                    <a:pt x="2563404" y="740254"/>
                  </a:lnTo>
                  <a:lnTo>
                    <a:pt x="2576755" y="736317"/>
                  </a:lnTo>
                  <a:lnTo>
                    <a:pt x="2590107" y="732407"/>
                  </a:lnTo>
                  <a:lnTo>
                    <a:pt x="2603458" y="728518"/>
                  </a:lnTo>
                  <a:lnTo>
                    <a:pt x="2616809" y="724645"/>
                  </a:lnTo>
                  <a:lnTo>
                    <a:pt x="2630160" y="720781"/>
                  </a:lnTo>
                  <a:lnTo>
                    <a:pt x="2643511" y="716922"/>
                  </a:lnTo>
                  <a:lnTo>
                    <a:pt x="2656862" y="713061"/>
                  </a:lnTo>
                  <a:lnTo>
                    <a:pt x="2670213" y="709194"/>
                  </a:lnTo>
                  <a:lnTo>
                    <a:pt x="2683564" y="705315"/>
                  </a:lnTo>
                  <a:lnTo>
                    <a:pt x="2696915" y="701420"/>
                  </a:lnTo>
                  <a:lnTo>
                    <a:pt x="2710266" y="697502"/>
                  </a:lnTo>
                  <a:lnTo>
                    <a:pt x="2723617" y="693559"/>
                  </a:lnTo>
                  <a:lnTo>
                    <a:pt x="2736968" y="689584"/>
                  </a:lnTo>
                  <a:lnTo>
                    <a:pt x="2750319" y="685574"/>
                  </a:lnTo>
                  <a:lnTo>
                    <a:pt x="2763670" y="681524"/>
                  </a:lnTo>
                  <a:lnTo>
                    <a:pt x="2777021" y="677430"/>
                  </a:lnTo>
                  <a:lnTo>
                    <a:pt x="2790373" y="673289"/>
                  </a:lnTo>
                  <a:lnTo>
                    <a:pt x="2803724" y="669096"/>
                  </a:lnTo>
                  <a:lnTo>
                    <a:pt x="2817075" y="664848"/>
                  </a:lnTo>
                  <a:lnTo>
                    <a:pt x="2830426" y="660542"/>
                  </a:lnTo>
                  <a:lnTo>
                    <a:pt x="2843777" y="656174"/>
                  </a:lnTo>
                  <a:lnTo>
                    <a:pt x="2857128" y="651741"/>
                  </a:lnTo>
                  <a:lnTo>
                    <a:pt x="2870479" y="647241"/>
                  </a:lnTo>
                  <a:lnTo>
                    <a:pt x="2883830" y="642671"/>
                  </a:lnTo>
                  <a:lnTo>
                    <a:pt x="2897181" y="638028"/>
                  </a:lnTo>
                  <a:lnTo>
                    <a:pt x="2910532" y="633311"/>
                  </a:lnTo>
                  <a:lnTo>
                    <a:pt x="2923883" y="628516"/>
                  </a:lnTo>
                  <a:lnTo>
                    <a:pt x="2937234" y="623641"/>
                  </a:lnTo>
                  <a:lnTo>
                    <a:pt x="2950585" y="618686"/>
                  </a:lnTo>
                  <a:lnTo>
                    <a:pt x="2963936" y="613649"/>
                  </a:lnTo>
                  <a:lnTo>
                    <a:pt x="2977287" y="608527"/>
                  </a:lnTo>
                  <a:lnTo>
                    <a:pt x="2990639" y="603320"/>
                  </a:lnTo>
                  <a:lnTo>
                    <a:pt x="3003990" y="598026"/>
                  </a:lnTo>
                  <a:lnTo>
                    <a:pt x="3017341" y="592644"/>
                  </a:lnTo>
                  <a:lnTo>
                    <a:pt x="3030692" y="587173"/>
                  </a:lnTo>
                  <a:lnTo>
                    <a:pt x="3044043" y="581613"/>
                  </a:lnTo>
                  <a:lnTo>
                    <a:pt x="3057394" y="575963"/>
                  </a:lnTo>
                  <a:lnTo>
                    <a:pt x="3070745" y="570221"/>
                  </a:lnTo>
                  <a:lnTo>
                    <a:pt x="3084096" y="564388"/>
                  </a:lnTo>
                  <a:lnTo>
                    <a:pt x="3097447" y="558463"/>
                  </a:lnTo>
                  <a:lnTo>
                    <a:pt x="3110798" y="552446"/>
                  </a:lnTo>
                  <a:lnTo>
                    <a:pt x="3124149" y="546336"/>
                  </a:lnTo>
                  <a:lnTo>
                    <a:pt x="3137500" y="540135"/>
                  </a:lnTo>
                  <a:lnTo>
                    <a:pt x="3150851" y="533843"/>
                  </a:lnTo>
                  <a:lnTo>
                    <a:pt x="3164202" y="527463"/>
                  </a:lnTo>
                  <a:lnTo>
                    <a:pt x="3177553" y="520997"/>
                  </a:lnTo>
                  <a:lnTo>
                    <a:pt x="3190905" y="514444"/>
                  </a:lnTo>
                  <a:lnTo>
                    <a:pt x="3204256" y="507807"/>
                  </a:lnTo>
                  <a:lnTo>
                    <a:pt x="3217607" y="501088"/>
                  </a:lnTo>
                  <a:lnTo>
                    <a:pt x="3230958" y="494287"/>
                  </a:lnTo>
                  <a:lnTo>
                    <a:pt x="3244309" y="487405"/>
                  </a:lnTo>
                  <a:lnTo>
                    <a:pt x="3257660" y="480445"/>
                  </a:lnTo>
                  <a:lnTo>
                    <a:pt x="3271011" y="473407"/>
                  </a:lnTo>
                  <a:lnTo>
                    <a:pt x="3284362" y="466292"/>
                  </a:lnTo>
                  <a:lnTo>
                    <a:pt x="3297713" y="459102"/>
                  </a:lnTo>
                  <a:lnTo>
                    <a:pt x="3311064" y="451837"/>
                  </a:lnTo>
                  <a:lnTo>
                    <a:pt x="3324415" y="444500"/>
                  </a:lnTo>
                  <a:lnTo>
                    <a:pt x="3337766" y="437090"/>
                  </a:lnTo>
                  <a:lnTo>
                    <a:pt x="3351117" y="429609"/>
                  </a:lnTo>
                  <a:lnTo>
                    <a:pt x="3364468" y="422057"/>
                  </a:lnTo>
                  <a:lnTo>
                    <a:pt x="3377819" y="414436"/>
                  </a:lnTo>
                  <a:lnTo>
                    <a:pt x="3391171" y="406747"/>
                  </a:lnTo>
                  <a:lnTo>
                    <a:pt x="3404522" y="398991"/>
                  </a:lnTo>
                  <a:lnTo>
                    <a:pt x="3417873" y="391168"/>
                  </a:lnTo>
                  <a:lnTo>
                    <a:pt x="3431224" y="383279"/>
                  </a:lnTo>
                  <a:lnTo>
                    <a:pt x="3444575" y="375324"/>
                  </a:lnTo>
                  <a:lnTo>
                    <a:pt x="3457926" y="367306"/>
                  </a:lnTo>
                  <a:lnTo>
                    <a:pt x="3471277" y="359224"/>
                  </a:lnTo>
                  <a:lnTo>
                    <a:pt x="3484628" y="351080"/>
                  </a:lnTo>
                  <a:lnTo>
                    <a:pt x="3497979" y="342873"/>
                  </a:lnTo>
                  <a:lnTo>
                    <a:pt x="3511330" y="334604"/>
                  </a:lnTo>
                  <a:lnTo>
                    <a:pt x="3524681" y="326275"/>
                  </a:lnTo>
                  <a:lnTo>
                    <a:pt x="3538032" y="317886"/>
                  </a:lnTo>
                  <a:lnTo>
                    <a:pt x="3551383" y="309437"/>
                  </a:lnTo>
                  <a:lnTo>
                    <a:pt x="3564734" y="300929"/>
                  </a:lnTo>
                  <a:lnTo>
                    <a:pt x="3578085" y="292363"/>
                  </a:lnTo>
                  <a:lnTo>
                    <a:pt x="3591437" y="283739"/>
                  </a:lnTo>
                  <a:lnTo>
                    <a:pt x="3604788" y="275057"/>
                  </a:lnTo>
                  <a:lnTo>
                    <a:pt x="3618139" y="266318"/>
                  </a:lnTo>
                  <a:lnTo>
                    <a:pt x="3631490" y="257523"/>
                  </a:lnTo>
                  <a:lnTo>
                    <a:pt x="3644841" y="248672"/>
                  </a:lnTo>
                  <a:lnTo>
                    <a:pt x="3658192" y="239765"/>
                  </a:lnTo>
                  <a:lnTo>
                    <a:pt x="3671543" y="230803"/>
                  </a:lnTo>
                  <a:lnTo>
                    <a:pt x="3684894" y="221786"/>
                  </a:lnTo>
                  <a:lnTo>
                    <a:pt x="3698245" y="212715"/>
                  </a:lnTo>
                  <a:lnTo>
                    <a:pt x="3711596" y="203590"/>
                  </a:lnTo>
                  <a:lnTo>
                    <a:pt x="3724947" y="194411"/>
                  </a:lnTo>
                  <a:lnTo>
                    <a:pt x="3738298" y="185179"/>
                  </a:lnTo>
                  <a:lnTo>
                    <a:pt x="3751649" y="175894"/>
                  </a:lnTo>
                  <a:lnTo>
                    <a:pt x="3765000" y="166556"/>
                  </a:lnTo>
                  <a:lnTo>
                    <a:pt x="3778352" y="157166"/>
                  </a:lnTo>
                  <a:lnTo>
                    <a:pt x="3791703" y="147723"/>
                  </a:lnTo>
                  <a:lnTo>
                    <a:pt x="3805054" y="138229"/>
                  </a:lnTo>
                  <a:lnTo>
                    <a:pt x="3818405" y="128684"/>
                  </a:lnTo>
                  <a:lnTo>
                    <a:pt x="3831756" y="119087"/>
                  </a:lnTo>
                  <a:lnTo>
                    <a:pt x="3845107" y="109439"/>
                  </a:lnTo>
                  <a:lnTo>
                    <a:pt x="3858458" y="99740"/>
                  </a:lnTo>
                  <a:lnTo>
                    <a:pt x="3871809" y="89991"/>
                  </a:lnTo>
                  <a:lnTo>
                    <a:pt x="3885160" y="80191"/>
                  </a:lnTo>
                  <a:lnTo>
                    <a:pt x="3898511" y="70341"/>
                  </a:lnTo>
                  <a:lnTo>
                    <a:pt x="3911862" y="60441"/>
                  </a:lnTo>
                  <a:lnTo>
                    <a:pt x="3925213" y="50491"/>
                  </a:lnTo>
                  <a:lnTo>
                    <a:pt x="3938564" y="40491"/>
                  </a:lnTo>
                  <a:lnTo>
                    <a:pt x="3951915" y="30442"/>
                  </a:lnTo>
                  <a:lnTo>
                    <a:pt x="3965266" y="20344"/>
                  </a:lnTo>
                  <a:lnTo>
                    <a:pt x="3978618" y="10196"/>
                  </a:lnTo>
                  <a:lnTo>
                    <a:pt x="3991969" y="0"/>
                  </a:lnTo>
                  <a:lnTo>
                    <a:pt x="3991969" y="1713948"/>
                  </a:lnTo>
                  <a:lnTo>
                    <a:pt x="3978618" y="1710143"/>
                  </a:lnTo>
                  <a:lnTo>
                    <a:pt x="3965266" y="1706337"/>
                  </a:lnTo>
                  <a:lnTo>
                    <a:pt x="3951915" y="1702530"/>
                  </a:lnTo>
                  <a:lnTo>
                    <a:pt x="3938564" y="1698722"/>
                  </a:lnTo>
                  <a:lnTo>
                    <a:pt x="3925213" y="1694915"/>
                  </a:lnTo>
                  <a:lnTo>
                    <a:pt x="3911862" y="1691107"/>
                  </a:lnTo>
                  <a:lnTo>
                    <a:pt x="3898511" y="1687300"/>
                  </a:lnTo>
                  <a:lnTo>
                    <a:pt x="3885160" y="1683493"/>
                  </a:lnTo>
                  <a:lnTo>
                    <a:pt x="3871809" y="1679687"/>
                  </a:lnTo>
                  <a:lnTo>
                    <a:pt x="3858458" y="1675882"/>
                  </a:lnTo>
                  <a:lnTo>
                    <a:pt x="3845107" y="1672079"/>
                  </a:lnTo>
                  <a:lnTo>
                    <a:pt x="3831756" y="1668277"/>
                  </a:lnTo>
                  <a:lnTo>
                    <a:pt x="3818405" y="1664477"/>
                  </a:lnTo>
                  <a:lnTo>
                    <a:pt x="3805054" y="1660680"/>
                  </a:lnTo>
                  <a:lnTo>
                    <a:pt x="3791703" y="1656885"/>
                  </a:lnTo>
                  <a:lnTo>
                    <a:pt x="3778352" y="1653094"/>
                  </a:lnTo>
                  <a:lnTo>
                    <a:pt x="3765000" y="1649305"/>
                  </a:lnTo>
                  <a:lnTo>
                    <a:pt x="3751649" y="1645521"/>
                  </a:lnTo>
                  <a:lnTo>
                    <a:pt x="3738298" y="1641740"/>
                  </a:lnTo>
                  <a:lnTo>
                    <a:pt x="3724947" y="1637965"/>
                  </a:lnTo>
                  <a:lnTo>
                    <a:pt x="3711596" y="1634194"/>
                  </a:lnTo>
                  <a:lnTo>
                    <a:pt x="3698245" y="1630429"/>
                  </a:lnTo>
                  <a:lnTo>
                    <a:pt x="3684894" y="1626669"/>
                  </a:lnTo>
                  <a:lnTo>
                    <a:pt x="3671543" y="1622916"/>
                  </a:lnTo>
                  <a:lnTo>
                    <a:pt x="3658192" y="1619169"/>
                  </a:lnTo>
                  <a:lnTo>
                    <a:pt x="3644841" y="1615430"/>
                  </a:lnTo>
                  <a:lnTo>
                    <a:pt x="3631490" y="1611699"/>
                  </a:lnTo>
                  <a:lnTo>
                    <a:pt x="3618139" y="1607975"/>
                  </a:lnTo>
                  <a:lnTo>
                    <a:pt x="3604788" y="1604261"/>
                  </a:lnTo>
                  <a:lnTo>
                    <a:pt x="3591437" y="1600556"/>
                  </a:lnTo>
                  <a:lnTo>
                    <a:pt x="3578085" y="1596861"/>
                  </a:lnTo>
                  <a:lnTo>
                    <a:pt x="3564734" y="1593176"/>
                  </a:lnTo>
                  <a:lnTo>
                    <a:pt x="3551383" y="1589502"/>
                  </a:lnTo>
                  <a:lnTo>
                    <a:pt x="3538032" y="1585841"/>
                  </a:lnTo>
                  <a:lnTo>
                    <a:pt x="3524681" y="1582191"/>
                  </a:lnTo>
                  <a:lnTo>
                    <a:pt x="3511330" y="1578555"/>
                  </a:lnTo>
                  <a:lnTo>
                    <a:pt x="3497979" y="1574932"/>
                  </a:lnTo>
                  <a:lnTo>
                    <a:pt x="3484628" y="1571324"/>
                  </a:lnTo>
                  <a:lnTo>
                    <a:pt x="3471277" y="1567732"/>
                  </a:lnTo>
                  <a:lnTo>
                    <a:pt x="3457926" y="1564155"/>
                  </a:lnTo>
                  <a:lnTo>
                    <a:pt x="3444575" y="1560595"/>
                  </a:lnTo>
                  <a:lnTo>
                    <a:pt x="3431224" y="1557052"/>
                  </a:lnTo>
                  <a:lnTo>
                    <a:pt x="3417873" y="1553528"/>
                  </a:lnTo>
                  <a:lnTo>
                    <a:pt x="3404522" y="1550023"/>
                  </a:lnTo>
                  <a:lnTo>
                    <a:pt x="3391171" y="1546539"/>
                  </a:lnTo>
                  <a:lnTo>
                    <a:pt x="3377819" y="1543075"/>
                  </a:lnTo>
                  <a:lnTo>
                    <a:pt x="3364468" y="1539634"/>
                  </a:lnTo>
                  <a:lnTo>
                    <a:pt x="3351117" y="1536216"/>
                  </a:lnTo>
                  <a:lnTo>
                    <a:pt x="3337766" y="1532821"/>
                  </a:lnTo>
                  <a:lnTo>
                    <a:pt x="3324415" y="1529452"/>
                  </a:lnTo>
                  <a:lnTo>
                    <a:pt x="3311064" y="1526109"/>
                  </a:lnTo>
                  <a:lnTo>
                    <a:pt x="3297713" y="1522793"/>
                  </a:lnTo>
                  <a:lnTo>
                    <a:pt x="3284362" y="1519506"/>
                  </a:lnTo>
                  <a:lnTo>
                    <a:pt x="3271011" y="1516249"/>
                  </a:lnTo>
                  <a:lnTo>
                    <a:pt x="3257660" y="1513022"/>
                  </a:lnTo>
                  <a:lnTo>
                    <a:pt x="3244309" y="1509827"/>
                  </a:lnTo>
                  <a:lnTo>
                    <a:pt x="3230958" y="1506666"/>
                  </a:lnTo>
                  <a:lnTo>
                    <a:pt x="3217607" y="1503539"/>
                  </a:lnTo>
                  <a:lnTo>
                    <a:pt x="3204256" y="1500449"/>
                  </a:lnTo>
                  <a:lnTo>
                    <a:pt x="3190905" y="1497396"/>
                  </a:lnTo>
                  <a:lnTo>
                    <a:pt x="3177553" y="1494381"/>
                  </a:lnTo>
                  <a:lnTo>
                    <a:pt x="3164202" y="1491407"/>
                  </a:lnTo>
                  <a:lnTo>
                    <a:pt x="3150851" y="1488475"/>
                  </a:lnTo>
                  <a:lnTo>
                    <a:pt x="3137500" y="1485586"/>
                  </a:lnTo>
                  <a:lnTo>
                    <a:pt x="3124149" y="1482743"/>
                  </a:lnTo>
                  <a:lnTo>
                    <a:pt x="3110798" y="1479945"/>
                  </a:lnTo>
                  <a:lnTo>
                    <a:pt x="3097447" y="1477197"/>
                  </a:lnTo>
                  <a:lnTo>
                    <a:pt x="3084096" y="1474500"/>
                  </a:lnTo>
                  <a:lnTo>
                    <a:pt x="3070745" y="1471858"/>
                  </a:lnTo>
                  <a:lnTo>
                    <a:pt x="3057394" y="1469274"/>
                  </a:lnTo>
                  <a:lnTo>
                    <a:pt x="3044043" y="1466750"/>
                  </a:lnTo>
                  <a:lnTo>
                    <a:pt x="3030692" y="1464290"/>
                  </a:lnTo>
                  <a:lnTo>
                    <a:pt x="3017341" y="1461897"/>
                  </a:lnTo>
                  <a:lnTo>
                    <a:pt x="3003990" y="1459572"/>
                  </a:lnTo>
                  <a:lnTo>
                    <a:pt x="2990639" y="1457318"/>
                  </a:lnTo>
                  <a:lnTo>
                    <a:pt x="2977287" y="1455139"/>
                  </a:lnTo>
                  <a:lnTo>
                    <a:pt x="2963936" y="1453036"/>
                  </a:lnTo>
                  <a:lnTo>
                    <a:pt x="2950585" y="1451012"/>
                  </a:lnTo>
                  <a:lnTo>
                    <a:pt x="2937234" y="1449069"/>
                  </a:lnTo>
                  <a:lnTo>
                    <a:pt x="2923883" y="1447209"/>
                  </a:lnTo>
                  <a:lnTo>
                    <a:pt x="2910532" y="1445433"/>
                  </a:lnTo>
                  <a:lnTo>
                    <a:pt x="2897181" y="1443745"/>
                  </a:lnTo>
                  <a:lnTo>
                    <a:pt x="2883830" y="1442145"/>
                  </a:lnTo>
                  <a:lnTo>
                    <a:pt x="2870479" y="1440634"/>
                  </a:lnTo>
                  <a:lnTo>
                    <a:pt x="2857128" y="1439216"/>
                  </a:lnTo>
                  <a:lnTo>
                    <a:pt x="2843777" y="1437889"/>
                  </a:lnTo>
                  <a:lnTo>
                    <a:pt x="2830426" y="1436657"/>
                  </a:lnTo>
                  <a:lnTo>
                    <a:pt x="2817075" y="1435519"/>
                  </a:lnTo>
                  <a:lnTo>
                    <a:pt x="2803724" y="1434477"/>
                  </a:lnTo>
                  <a:lnTo>
                    <a:pt x="2790373" y="1433531"/>
                  </a:lnTo>
                  <a:lnTo>
                    <a:pt x="2777021" y="1432681"/>
                  </a:lnTo>
                  <a:lnTo>
                    <a:pt x="2763670" y="1431929"/>
                  </a:lnTo>
                  <a:lnTo>
                    <a:pt x="2750319" y="1431273"/>
                  </a:lnTo>
                  <a:lnTo>
                    <a:pt x="2736968" y="1430715"/>
                  </a:lnTo>
                  <a:lnTo>
                    <a:pt x="2723617" y="1430253"/>
                  </a:lnTo>
                  <a:lnTo>
                    <a:pt x="2710266" y="1429888"/>
                  </a:lnTo>
                  <a:lnTo>
                    <a:pt x="2696915" y="1429619"/>
                  </a:lnTo>
                  <a:lnTo>
                    <a:pt x="2683564" y="1429446"/>
                  </a:lnTo>
                  <a:lnTo>
                    <a:pt x="2670213" y="1429367"/>
                  </a:lnTo>
                  <a:lnTo>
                    <a:pt x="2656862" y="1429383"/>
                  </a:lnTo>
                  <a:lnTo>
                    <a:pt x="2643511" y="1429491"/>
                  </a:lnTo>
                  <a:lnTo>
                    <a:pt x="2630160" y="1429691"/>
                  </a:lnTo>
                  <a:lnTo>
                    <a:pt x="2616809" y="1429981"/>
                  </a:lnTo>
                  <a:lnTo>
                    <a:pt x="2603458" y="1430361"/>
                  </a:lnTo>
                  <a:lnTo>
                    <a:pt x="2590107" y="1430828"/>
                  </a:lnTo>
                  <a:lnTo>
                    <a:pt x="2576755" y="1431380"/>
                  </a:lnTo>
                  <a:lnTo>
                    <a:pt x="2563404" y="1432017"/>
                  </a:lnTo>
                  <a:lnTo>
                    <a:pt x="2550053" y="1432737"/>
                  </a:lnTo>
                  <a:lnTo>
                    <a:pt x="2536702" y="1433536"/>
                  </a:lnTo>
                  <a:lnTo>
                    <a:pt x="2523351" y="1434415"/>
                  </a:lnTo>
                  <a:lnTo>
                    <a:pt x="2510000" y="1435370"/>
                  </a:lnTo>
                  <a:lnTo>
                    <a:pt x="2496649" y="1436399"/>
                  </a:lnTo>
                  <a:lnTo>
                    <a:pt x="2483298" y="1437500"/>
                  </a:lnTo>
                  <a:lnTo>
                    <a:pt x="2469947" y="1438671"/>
                  </a:lnTo>
                  <a:lnTo>
                    <a:pt x="2456596" y="1439910"/>
                  </a:lnTo>
                  <a:lnTo>
                    <a:pt x="2443245" y="1441215"/>
                  </a:lnTo>
                  <a:lnTo>
                    <a:pt x="2429894" y="1442582"/>
                  </a:lnTo>
                  <a:lnTo>
                    <a:pt x="2416543" y="1444011"/>
                  </a:lnTo>
                  <a:lnTo>
                    <a:pt x="2403192" y="1445497"/>
                  </a:lnTo>
                  <a:lnTo>
                    <a:pt x="2389841" y="1447040"/>
                  </a:lnTo>
                  <a:lnTo>
                    <a:pt x="2376489" y="1448637"/>
                  </a:lnTo>
                  <a:lnTo>
                    <a:pt x="2363138" y="1450285"/>
                  </a:lnTo>
                  <a:lnTo>
                    <a:pt x="2349787" y="1451981"/>
                  </a:lnTo>
                  <a:lnTo>
                    <a:pt x="2336436" y="1453725"/>
                  </a:lnTo>
                  <a:lnTo>
                    <a:pt x="2323085" y="1455512"/>
                  </a:lnTo>
                  <a:lnTo>
                    <a:pt x="2309734" y="1457341"/>
                  </a:lnTo>
                  <a:lnTo>
                    <a:pt x="2296383" y="1459210"/>
                  </a:lnTo>
                  <a:lnTo>
                    <a:pt x="2283032" y="1461116"/>
                  </a:lnTo>
                  <a:lnTo>
                    <a:pt x="2269681" y="1463057"/>
                  </a:lnTo>
                  <a:lnTo>
                    <a:pt x="2256330" y="1465031"/>
                  </a:lnTo>
                  <a:lnTo>
                    <a:pt x="2242979" y="1467035"/>
                  </a:lnTo>
                  <a:lnTo>
                    <a:pt x="2229628" y="1469067"/>
                  </a:lnTo>
                  <a:lnTo>
                    <a:pt x="2216277" y="1471125"/>
                  </a:lnTo>
                  <a:lnTo>
                    <a:pt x="2202926" y="1473208"/>
                  </a:lnTo>
                  <a:lnTo>
                    <a:pt x="2189575" y="1475312"/>
                  </a:lnTo>
                  <a:lnTo>
                    <a:pt x="2176223" y="1477436"/>
                  </a:lnTo>
                  <a:lnTo>
                    <a:pt x="2162872" y="1479578"/>
                  </a:lnTo>
                  <a:lnTo>
                    <a:pt x="2149521" y="1481735"/>
                  </a:lnTo>
                  <a:lnTo>
                    <a:pt x="2136170" y="1483907"/>
                  </a:lnTo>
                  <a:lnTo>
                    <a:pt x="2122819" y="1486090"/>
                  </a:lnTo>
                  <a:lnTo>
                    <a:pt x="2109468" y="1488283"/>
                  </a:lnTo>
                  <a:lnTo>
                    <a:pt x="2096117" y="1490485"/>
                  </a:lnTo>
                  <a:lnTo>
                    <a:pt x="2082766" y="1492693"/>
                  </a:lnTo>
                  <a:lnTo>
                    <a:pt x="2069415" y="1494906"/>
                  </a:lnTo>
                  <a:lnTo>
                    <a:pt x="2056064" y="1497122"/>
                  </a:lnTo>
                  <a:lnTo>
                    <a:pt x="2042713" y="1499340"/>
                  </a:lnTo>
                  <a:lnTo>
                    <a:pt x="2029362" y="1501557"/>
                  </a:lnTo>
                  <a:lnTo>
                    <a:pt x="2016011" y="1503772"/>
                  </a:lnTo>
                  <a:lnTo>
                    <a:pt x="2002660" y="1505985"/>
                  </a:lnTo>
                  <a:lnTo>
                    <a:pt x="1989309" y="1508192"/>
                  </a:lnTo>
                  <a:lnTo>
                    <a:pt x="1975957" y="1510393"/>
                  </a:lnTo>
                  <a:lnTo>
                    <a:pt x="1962606" y="1512586"/>
                  </a:lnTo>
                  <a:lnTo>
                    <a:pt x="1949255" y="1514770"/>
                  </a:lnTo>
                  <a:lnTo>
                    <a:pt x="1935904" y="1516943"/>
                  </a:lnTo>
                  <a:lnTo>
                    <a:pt x="1922553" y="1519105"/>
                  </a:lnTo>
                  <a:lnTo>
                    <a:pt x="1909202" y="1521254"/>
                  </a:lnTo>
                  <a:lnTo>
                    <a:pt x="1895851" y="1523388"/>
                  </a:lnTo>
                  <a:lnTo>
                    <a:pt x="1882500" y="1525507"/>
                  </a:lnTo>
                  <a:lnTo>
                    <a:pt x="1869149" y="1527609"/>
                  </a:lnTo>
                  <a:lnTo>
                    <a:pt x="1855798" y="1529693"/>
                  </a:lnTo>
                  <a:lnTo>
                    <a:pt x="1842447" y="1531758"/>
                  </a:lnTo>
                  <a:lnTo>
                    <a:pt x="1829096" y="1533804"/>
                  </a:lnTo>
                  <a:lnTo>
                    <a:pt x="1815745" y="1535828"/>
                  </a:lnTo>
                  <a:lnTo>
                    <a:pt x="1802394" y="1537830"/>
                  </a:lnTo>
                  <a:lnTo>
                    <a:pt x="1789042" y="1539809"/>
                  </a:lnTo>
                  <a:lnTo>
                    <a:pt x="1775691" y="1541765"/>
                  </a:lnTo>
                  <a:lnTo>
                    <a:pt x="1762340" y="1543699"/>
                  </a:lnTo>
                  <a:lnTo>
                    <a:pt x="1748989" y="1545619"/>
                  </a:lnTo>
                  <a:lnTo>
                    <a:pt x="1735638" y="1547534"/>
                  </a:lnTo>
                  <a:lnTo>
                    <a:pt x="1722287" y="1549450"/>
                  </a:lnTo>
                  <a:lnTo>
                    <a:pt x="1708936" y="1551376"/>
                  </a:lnTo>
                  <a:lnTo>
                    <a:pt x="1695585" y="1553319"/>
                  </a:lnTo>
                  <a:lnTo>
                    <a:pt x="1682234" y="1555288"/>
                  </a:lnTo>
                  <a:lnTo>
                    <a:pt x="1668883" y="1557289"/>
                  </a:lnTo>
                  <a:lnTo>
                    <a:pt x="1655532" y="1559330"/>
                  </a:lnTo>
                  <a:lnTo>
                    <a:pt x="1642181" y="1561420"/>
                  </a:lnTo>
                  <a:lnTo>
                    <a:pt x="1628830" y="1563565"/>
                  </a:lnTo>
                  <a:lnTo>
                    <a:pt x="1615479" y="1565773"/>
                  </a:lnTo>
                  <a:lnTo>
                    <a:pt x="1602128" y="1568052"/>
                  </a:lnTo>
                  <a:lnTo>
                    <a:pt x="1588776" y="1570408"/>
                  </a:lnTo>
                  <a:lnTo>
                    <a:pt x="1575425" y="1572849"/>
                  </a:lnTo>
                  <a:lnTo>
                    <a:pt x="1562074" y="1575381"/>
                  </a:lnTo>
                  <a:lnTo>
                    <a:pt x="1548723" y="1578013"/>
                  </a:lnTo>
                  <a:lnTo>
                    <a:pt x="1535372" y="1580749"/>
                  </a:lnTo>
                  <a:lnTo>
                    <a:pt x="1522021" y="1583597"/>
                  </a:lnTo>
                  <a:lnTo>
                    <a:pt x="1508670" y="1586564"/>
                  </a:lnTo>
                  <a:lnTo>
                    <a:pt x="1495319" y="1589655"/>
                  </a:lnTo>
                  <a:lnTo>
                    <a:pt x="1481968" y="1592876"/>
                  </a:lnTo>
                  <a:lnTo>
                    <a:pt x="1468617" y="1596232"/>
                  </a:lnTo>
                  <a:lnTo>
                    <a:pt x="1455266" y="1599731"/>
                  </a:lnTo>
                  <a:lnTo>
                    <a:pt x="1441915" y="1603375"/>
                  </a:lnTo>
                  <a:lnTo>
                    <a:pt x="1428564" y="1612368"/>
                  </a:lnTo>
                  <a:lnTo>
                    <a:pt x="1415213" y="1627208"/>
                  </a:lnTo>
                  <a:lnTo>
                    <a:pt x="1401862" y="1641920"/>
                  </a:lnTo>
                  <a:lnTo>
                    <a:pt x="1388510" y="1656498"/>
                  </a:lnTo>
                  <a:lnTo>
                    <a:pt x="1375159" y="1670937"/>
                  </a:lnTo>
                  <a:lnTo>
                    <a:pt x="1361808" y="1685231"/>
                  </a:lnTo>
                  <a:lnTo>
                    <a:pt x="1348457" y="1699377"/>
                  </a:lnTo>
                  <a:lnTo>
                    <a:pt x="1335106" y="1713370"/>
                  </a:lnTo>
                  <a:lnTo>
                    <a:pt x="1321755" y="1727208"/>
                  </a:lnTo>
                  <a:lnTo>
                    <a:pt x="1308404" y="1740887"/>
                  </a:lnTo>
                  <a:lnTo>
                    <a:pt x="1295053" y="1754407"/>
                  </a:lnTo>
                  <a:lnTo>
                    <a:pt x="1281702" y="1767765"/>
                  </a:lnTo>
                  <a:lnTo>
                    <a:pt x="1268351" y="1780963"/>
                  </a:lnTo>
                  <a:lnTo>
                    <a:pt x="1255000" y="1794000"/>
                  </a:lnTo>
                  <a:lnTo>
                    <a:pt x="1241649" y="1806877"/>
                  </a:lnTo>
                  <a:lnTo>
                    <a:pt x="1228298" y="1819597"/>
                  </a:lnTo>
                  <a:lnTo>
                    <a:pt x="1214947" y="1832164"/>
                  </a:lnTo>
                  <a:lnTo>
                    <a:pt x="1201596" y="1844581"/>
                  </a:lnTo>
                  <a:lnTo>
                    <a:pt x="1188244" y="1856853"/>
                  </a:lnTo>
                  <a:lnTo>
                    <a:pt x="1174893" y="1868986"/>
                  </a:lnTo>
                  <a:lnTo>
                    <a:pt x="1161542" y="1880989"/>
                  </a:lnTo>
                  <a:lnTo>
                    <a:pt x="1148191" y="1892870"/>
                  </a:lnTo>
                  <a:lnTo>
                    <a:pt x="1134840" y="1904639"/>
                  </a:lnTo>
                  <a:lnTo>
                    <a:pt x="1121489" y="1916306"/>
                  </a:lnTo>
                  <a:lnTo>
                    <a:pt x="1108138" y="1927885"/>
                  </a:lnTo>
                  <a:lnTo>
                    <a:pt x="1094787" y="1939390"/>
                  </a:lnTo>
                  <a:lnTo>
                    <a:pt x="1081436" y="1950842"/>
                  </a:lnTo>
                  <a:lnTo>
                    <a:pt x="1068085" y="1962260"/>
                  </a:lnTo>
                  <a:lnTo>
                    <a:pt x="1054734" y="1973663"/>
                  </a:lnTo>
                  <a:lnTo>
                    <a:pt x="1041383" y="1985071"/>
                  </a:lnTo>
                  <a:lnTo>
                    <a:pt x="1028032" y="1996500"/>
                  </a:lnTo>
                  <a:lnTo>
                    <a:pt x="1014681" y="2007967"/>
                  </a:lnTo>
                  <a:lnTo>
                    <a:pt x="1001330" y="2019487"/>
                  </a:lnTo>
                  <a:lnTo>
                    <a:pt x="987978" y="2031071"/>
                  </a:lnTo>
                  <a:lnTo>
                    <a:pt x="974627" y="2042732"/>
                  </a:lnTo>
                  <a:lnTo>
                    <a:pt x="961276" y="2054478"/>
                  </a:lnTo>
                  <a:lnTo>
                    <a:pt x="947925" y="2066317"/>
                  </a:lnTo>
                  <a:lnTo>
                    <a:pt x="934574" y="2078253"/>
                  </a:lnTo>
                  <a:lnTo>
                    <a:pt x="921223" y="2090291"/>
                  </a:lnTo>
                  <a:lnTo>
                    <a:pt x="907872" y="2102431"/>
                  </a:lnTo>
                  <a:lnTo>
                    <a:pt x="894521" y="2114673"/>
                  </a:lnTo>
                  <a:lnTo>
                    <a:pt x="881170" y="2127016"/>
                  </a:lnTo>
                  <a:lnTo>
                    <a:pt x="867819" y="2139456"/>
                  </a:lnTo>
                  <a:lnTo>
                    <a:pt x="854468" y="2151988"/>
                  </a:lnTo>
                  <a:lnTo>
                    <a:pt x="841117" y="2164606"/>
                  </a:lnTo>
                  <a:lnTo>
                    <a:pt x="827766" y="2177304"/>
                  </a:lnTo>
                  <a:lnTo>
                    <a:pt x="814415" y="2190074"/>
                  </a:lnTo>
                  <a:lnTo>
                    <a:pt x="801064" y="2202907"/>
                  </a:lnTo>
                  <a:lnTo>
                    <a:pt x="787712" y="2215795"/>
                  </a:lnTo>
                  <a:lnTo>
                    <a:pt x="774361" y="2228729"/>
                  </a:lnTo>
                  <a:lnTo>
                    <a:pt x="761010" y="2241700"/>
                  </a:lnTo>
                  <a:lnTo>
                    <a:pt x="747659" y="2254697"/>
                  </a:lnTo>
                  <a:lnTo>
                    <a:pt x="734308" y="2267713"/>
                  </a:lnTo>
                  <a:lnTo>
                    <a:pt x="720957" y="2280736"/>
                  </a:lnTo>
                  <a:lnTo>
                    <a:pt x="707606" y="2293758"/>
                  </a:lnTo>
                  <a:lnTo>
                    <a:pt x="694255" y="2306769"/>
                  </a:lnTo>
                  <a:lnTo>
                    <a:pt x="680904" y="2319761"/>
                  </a:lnTo>
                  <a:lnTo>
                    <a:pt x="667553" y="2332725"/>
                  </a:lnTo>
                  <a:lnTo>
                    <a:pt x="654202" y="2345652"/>
                  </a:lnTo>
                  <a:lnTo>
                    <a:pt x="640851" y="2358535"/>
                  </a:lnTo>
                  <a:lnTo>
                    <a:pt x="627500" y="2371365"/>
                  </a:lnTo>
                  <a:lnTo>
                    <a:pt x="614149" y="2384135"/>
                  </a:lnTo>
                  <a:lnTo>
                    <a:pt x="600798" y="2396838"/>
                  </a:lnTo>
                  <a:lnTo>
                    <a:pt x="587446" y="2409466"/>
                  </a:lnTo>
                  <a:lnTo>
                    <a:pt x="574095" y="2422015"/>
                  </a:lnTo>
                  <a:lnTo>
                    <a:pt x="560744" y="2434477"/>
                  </a:lnTo>
                  <a:lnTo>
                    <a:pt x="547393" y="2446846"/>
                  </a:lnTo>
                  <a:lnTo>
                    <a:pt x="534042" y="2459117"/>
                  </a:lnTo>
                  <a:lnTo>
                    <a:pt x="520691" y="2471286"/>
                  </a:lnTo>
                  <a:lnTo>
                    <a:pt x="507340" y="2483346"/>
                  </a:lnTo>
                  <a:lnTo>
                    <a:pt x="493989" y="2495294"/>
                  </a:lnTo>
                  <a:lnTo>
                    <a:pt x="480638" y="2507126"/>
                  </a:lnTo>
                  <a:lnTo>
                    <a:pt x="467287" y="2518837"/>
                  </a:lnTo>
                  <a:lnTo>
                    <a:pt x="453936" y="2530424"/>
                  </a:lnTo>
                  <a:lnTo>
                    <a:pt x="440585" y="2541883"/>
                  </a:lnTo>
                  <a:lnTo>
                    <a:pt x="427234" y="2553212"/>
                  </a:lnTo>
                  <a:lnTo>
                    <a:pt x="413883" y="2564407"/>
                  </a:lnTo>
                  <a:lnTo>
                    <a:pt x="400532" y="2575467"/>
                  </a:lnTo>
                  <a:lnTo>
                    <a:pt x="387180" y="2586388"/>
                  </a:lnTo>
                  <a:lnTo>
                    <a:pt x="373829" y="2597169"/>
                  </a:lnTo>
                  <a:lnTo>
                    <a:pt x="360478" y="2607807"/>
                  </a:lnTo>
                  <a:lnTo>
                    <a:pt x="347127" y="2618302"/>
                  </a:lnTo>
                  <a:lnTo>
                    <a:pt x="333776" y="2628651"/>
                  </a:lnTo>
                  <a:lnTo>
                    <a:pt x="320425" y="2638854"/>
                  </a:lnTo>
                  <a:lnTo>
                    <a:pt x="307074" y="2648908"/>
                  </a:lnTo>
                  <a:lnTo>
                    <a:pt x="293723" y="2658814"/>
                  </a:lnTo>
                  <a:lnTo>
                    <a:pt x="280372" y="2668571"/>
                  </a:lnTo>
                  <a:lnTo>
                    <a:pt x="267021" y="2678180"/>
                  </a:lnTo>
                  <a:lnTo>
                    <a:pt x="253670" y="2687643"/>
                  </a:lnTo>
                  <a:lnTo>
                    <a:pt x="240319" y="2696961"/>
                  </a:lnTo>
                  <a:lnTo>
                    <a:pt x="226968" y="2706136"/>
                  </a:lnTo>
                  <a:lnTo>
                    <a:pt x="213617" y="2715170"/>
                  </a:lnTo>
                  <a:lnTo>
                    <a:pt x="200266" y="2724065"/>
                  </a:lnTo>
                  <a:lnTo>
                    <a:pt x="186914" y="2732822"/>
                  </a:lnTo>
                  <a:lnTo>
                    <a:pt x="173563" y="2741444"/>
                  </a:lnTo>
                  <a:lnTo>
                    <a:pt x="160212" y="2749932"/>
                  </a:lnTo>
                  <a:lnTo>
                    <a:pt x="146861" y="2758287"/>
                  </a:lnTo>
                  <a:lnTo>
                    <a:pt x="133510" y="2766513"/>
                  </a:lnTo>
                  <a:lnTo>
                    <a:pt x="120159" y="2774610"/>
                  </a:lnTo>
                  <a:lnTo>
                    <a:pt x="106808" y="2782580"/>
                  </a:lnTo>
                  <a:lnTo>
                    <a:pt x="93457" y="2790426"/>
                  </a:lnTo>
                  <a:lnTo>
                    <a:pt x="80106" y="2798148"/>
                  </a:lnTo>
                  <a:lnTo>
                    <a:pt x="66755" y="2805749"/>
                  </a:lnTo>
                  <a:lnTo>
                    <a:pt x="53404" y="2813231"/>
                  </a:lnTo>
                  <a:lnTo>
                    <a:pt x="40053" y="2820594"/>
                  </a:lnTo>
                  <a:lnTo>
                    <a:pt x="26702" y="2827842"/>
                  </a:lnTo>
                  <a:lnTo>
                    <a:pt x="13351" y="2834975"/>
                  </a:lnTo>
                  <a:lnTo>
                    <a:pt x="0" y="2841995"/>
                  </a:lnTo>
                  <a:close/>
                </a:path>
              </a:pathLst>
            </a:custGeom>
            <a:solidFill>
              <a:srgbClr val="83A59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012852" y="3498589"/>
              <a:ext cx="3991969" cy="1927598"/>
            </a:xfrm>
            <a:custGeom>
              <a:avLst/>
              <a:pathLst>
                <a:path w="3991969" h="1927598">
                  <a:moveTo>
                    <a:pt x="0" y="1907513"/>
                  </a:moveTo>
                  <a:lnTo>
                    <a:pt x="13351" y="1908321"/>
                  </a:lnTo>
                  <a:lnTo>
                    <a:pt x="26702" y="1909122"/>
                  </a:lnTo>
                  <a:lnTo>
                    <a:pt x="40053" y="1909917"/>
                  </a:lnTo>
                  <a:lnTo>
                    <a:pt x="53404" y="1910705"/>
                  </a:lnTo>
                  <a:lnTo>
                    <a:pt x="66755" y="1911486"/>
                  </a:lnTo>
                  <a:lnTo>
                    <a:pt x="80106" y="1912260"/>
                  </a:lnTo>
                  <a:lnTo>
                    <a:pt x="93457" y="1913025"/>
                  </a:lnTo>
                  <a:lnTo>
                    <a:pt x="106808" y="1913783"/>
                  </a:lnTo>
                  <a:lnTo>
                    <a:pt x="120159" y="1914532"/>
                  </a:lnTo>
                  <a:lnTo>
                    <a:pt x="133510" y="1915272"/>
                  </a:lnTo>
                  <a:lnTo>
                    <a:pt x="146861" y="1916003"/>
                  </a:lnTo>
                  <a:lnTo>
                    <a:pt x="160212" y="1916723"/>
                  </a:lnTo>
                  <a:lnTo>
                    <a:pt x="173563" y="1917434"/>
                  </a:lnTo>
                  <a:lnTo>
                    <a:pt x="186914" y="1918134"/>
                  </a:lnTo>
                  <a:lnTo>
                    <a:pt x="200266" y="1918822"/>
                  </a:lnTo>
                  <a:lnTo>
                    <a:pt x="213617" y="1919499"/>
                  </a:lnTo>
                  <a:lnTo>
                    <a:pt x="226968" y="1920163"/>
                  </a:lnTo>
                  <a:lnTo>
                    <a:pt x="240319" y="1920813"/>
                  </a:lnTo>
                  <a:lnTo>
                    <a:pt x="253670" y="1921450"/>
                  </a:lnTo>
                  <a:lnTo>
                    <a:pt x="267021" y="1922072"/>
                  </a:lnTo>
                  <a:lnTo>
                    <a:pt x="280372" y="1922678"/>
                  </a:lnTo>
                  <a:lnTo>
                    <a:pt x="293723" y="1923267"/>
                  </a:lnTo>
                  <a:lnTo>
                    <a:pt x="307074" y="1923837"/>
                  </a:lnTo>
                  <a:lnTo>
                    <a:pt x="320425" y="1924385"/>
                  </a:lnTo>
                  <a:lnTo>
                    <a:pt x="333776" y="1924906"/>
                  </a:lnTo>
                  <a:lnTo>
                    <a:pt x="347127" y="1925395"/>
                  </a:lnTo>
                  <a:lnTo>
                    <a:pt x="360478" y="1925847"/>
                  </a:lnTo>
                  <a:lnTo>
                    <a:pt x="373829" y="1926258"/>
                  </a:lnTo>
                  <a:lnTo>
                    <a:pt x="387180" y="1926624"/>
                  </a:lnTo>
                  <a:lnTo>
                    <a:pt x="400532" y="1926938"/>
                  </a:lnTo>
                  <a:lnTo>
                    <a:pt x="413883" y="1927198"/>
                  </a:lnTo>
                  <a:lnTo>
                    <a:pt x="427234" y="1927398"/>
                  </a:lnTo>
                  <a:lnTo>
                    <a:pt x="440585" y="1927533"/>
                  </a:lnTo>
                  <a:lnTo>
                    <a:pt x="453936" y="1927598"/>
                  </a:lnTo>
                  <a:lnTo>
                    <a:pt x="467287" y="1927589"/>
                  </a:lnTo>
                  <a:lnTo>
                    <a:pt x="480638" y="1927500"/>
                  </a:lnTo>
                  <a:lnTo>
                    <a:pt x="493989" y="1927327"/>
                  </a:lnTo>
                  <a:lnTo>
                    <a:pt x="507340" y="1927064"/>
                  </a:lnTo>
                  <a:lnTo>
                    <a:pt x="520691" y="1926706"/>
                  </a:lnTo>
                  <a:lnTo>
                    <a:pt x="534042" y="1926248"/>
                  </a:lnTo>
                  <a:lnTo>
                    <a:pt x="547393" y="1925684"/>
                  </a:lnTo>
                  <a:lnTo>
                    <a:pt x="560744" y="1925010"/>
                  </a:lnTo>
                  <a:lnTo>
                    <a:pt x="574095" y="1924219"/>
                  </a:lnTo>
                  <a:lnTo>
                    <a:pt x="587446" y="1923306"/>
                  </a:lnTo>
                  <a:lnTo>
                    <a:pt x="600798" y="1922266"/>
                  </a:lnTo>
                  <a:lnTo>
                    <a:pt x="614149" y="1921093"/>
                  </a:lnTo>
                  <a:lnTo>
                    <a:pt x="627500" y="1919780"/>
                  </a:lnTo>
                  <a:lnTo>
                    <a:pt x="640851" y="1918323"/>
                  </a:lnTo>
                  <a:lnTo>
                    <a:pt x="654202" y="1916714"/>
                  </a:lnTo>
                  <a:lnTo>
                    <a:pt x="667553" y="1914948"/>
                  </a:lnTo>
                  <a:lnTo>
                    <a:pt x="680904" y="1913020"/>
                  </a:lnTo>
                  <a:lnTo>
                    <a:pt x="694255" y="1910921"/>
                  </a:lnTo>
                  <a:lnTo>
                    <a:pt x="707606" y="1908647"/>
                  </a:lnTo>
                  <a:lnTo>
                    <a:pt x="720957" y="1906192"/>
                  </a:lnTo>
                  <a:lnTo>
                    <a:pt x="734308" y="1903549"/>
                  </a:lnTo>
                  <a:lnTo>
                    <a:pt x="747659" y="1900712"/>
                  </a:lnTo>
                  <a:lnTo>
                    <a:pt x="761010" y="1897675"/>
                  </a:lnTo>
                  <a:lnTo>
                    <a:pt x="774361" y="1894432"/>
                  </a:lnTo>
                  <a:lnTo>
                    <a:pt x="787712" y="1890979"/>
                  </a:lnTo>
                  <a:lnTo>
                    <a:pt x="801064" y="1887309"/>
                  </a:lnTo>
                  <a:lnTo>
                    <a:pt x="814415" y="1883419"/>
                  </a:lnTo>
                  <a:lnTo>
                    <a:pt x="827766" y="1879305"/>
                  </a:lnTo>
                  <a:lnTo>
                    <a:pt x="841117" y="1874962"/>
                  </a:lnTo>
                  <a:lnTo>
                    <a:pt x="854468" y="1870389"/>
                  </a:lnTo>
                  <a:lnTo>
                    <a:pt x="867819" y="1865584"/>
                  </a:lnTo>
                  <a:lnTo>
                    <a:pt x="881170" y="1860547"/>
                  </a:lnTo>
                  <a:lnTo>
                    <a:pt x="894521" y="1855278"/>
                  </a:lnTo>
                  <a:lnTo>
                    <a:pt x="907872" y="1849780"/>
                  </a:lnTo>
                  <a:lnTo>
                    <a:pt x="921223" y="1844058"/>
                  </a:lnTo>
                  <a:lnTo>
                    <a:pt x="934574" y="1838116"/>
                  </a:lnTo>
                  <a:lnTo>
                    <a:pt x="947925" y="1831963"/>
                  </a:lnTo>
                  <a:lnTo>
                    <a:pt x="961276" y="1825607"/>
                  </a:lnTo>
                  <a:lnTo>
                    <a:pt x="974627" y="1819062"/>
                  </a:lnTo>
                  <a:lnTo>
                    <a:pt x="987978" y="1812340"/>
                  </a:lnTo>
                  <a:lnTo>
                    <a:pt x="1001330" y="1805456"/>
                  </a:lnTo>
                  <a:lnTo>
                    <a:pt x="1014681" y="1798430"/>
                  </a:lnTo>
                  <a:lnTo>
                    <a:pt x="1028032" y="1791278"/>
                  </a:lnTo>
                  <a:lnTo>
                    <a:pt x="1041383" y="1784024"/>
                  </a:lnTo>
                  <a:lnTo>
                    <a:pt x="1054734" y="1776688"/>
                  </a:lnTo>
                  <a:lnTo>
                    <a:pt x="1068085" y="1769295"/>
                  </a:lnTo>
                  <a:lnTo>
                    <a:pt x="1081436" y="1761868"/>
                  </a:lnTo>
                  <a:lnTo>
                    <a:pt x="1094787" y="1754435"/>
                  </a:lnTo>
                  <a:lnTo>
                    <a:pt x="1108138" y="1747020"/>
                  </a:lnTo>
                  <a:lnTo>
                    <a:pt x="1121489" y="1739648"/>
                  </a:lnTo>
                  <a:lnTo>
                    <a:pt x="1134840" y="1732339"/>
                  </a:lnTo>
                  <a:lnTo>
                    <a:pt x="1148191" y="1725111"/>
                  </a:lnTo>
                  <a:lnTo>
                    <a:pt x="1161542" y="1717978"/>
                  </a:lnTo>
                  <a:lnTo>
                    <a:pt x="1174893" y="1710954"/>
                  </a:lnTo>
                  <a:lnTo>
                    <a:pt x="1188244" y="1704052"/>
                  </a:lnTo>
                  <a:lnTo>
                    <a:pt x="1201596" y="1697282"/>
                  </a:lnTo>
                  <a:lnTo>
                    <a:pt x="1214947" y="1690653"/>
                  </a:lnTo>
                  <a:lnTo>
                    <a:pt x="1228298" y="1684173"/>
                  </a:lnTo>
                  <a:lnTo>
                    <a:pt x="1241649" y="1677849"/>
                  </a:lnTo>
                  <a:lnTo>
                    <a:pt x="1255000" y="1671687"/>
                  </a:lnTo>
                  <a:lnTo>
                    <a:pt x="1268351" y="1665691"/>
                  </a:lnTo>
                  <a:lnTo>
                    <a:pt x="1281702" y="1659865"/>
                  </a:lnTo>
                  <a:lnTo>
                    <a:pt x="1295053" y="1654211"/>
                  </a:lnTo>
                  <a:lnTo>
                    <a:pt x="1308404" y="1648731"/>
                  </a:lnTo>
                  <a:lnTo>
                    <a:pt x="1321755" y="1643426"/>
                  </a:lnTo>
                  <a:lnTo>
                    <a:pt x="1335106" y="1638296"/>
                  </a:lnTo>
                  <a:lnTo>
                    <a:pt x="1348457" y="1633341"/>
                  </a:lnTo>
                  <a:lnTo>
                    <a:pt x="1361808" y="1628559"/>
                  </a:lnTo>
                  <a:lnTo>
                    <a:pt x="1375159" y="1623948"/>
                  </a:lnTo>
                  <a:lnTo>
                    <a:pt x="1388510" y="1619507"/>
                  </a:lnTo>
                  <a:lnTo>
                    <a:pt x="1401862" y="1615233"/>
                  </a:lnTo>
                  <a:lnTo>
                    <a:pt x="1415213" y="1611122"/>
                  </a:lnTo>
                  <a:lnTo>
                    <a:pt x="1428564" y="1607171"/>
                  </a:lnTo>
                  <a:lnTo>
                    <a:pt x="1441915" y="1597408"/>
                  </a:lnTo>
                  <a:lnTo>
                    <a:pt x="1455266" y="1582334"/>
                  </a:lnTo>
                  <a:lnTo>
                    <a:pt x="1468617" y="1567154"/>
                  </a:lnTo>
                  <a:lnTo>
                    <a:pt x="1481968" y="1551877"/>
                  </a:lnTo>
                  <a:lnTo>
                    <a:pt x="1495319" y="1536511"/>
                  </a:lnTo>
                  <a:lnTo>
                    <a:pt x="1508670" y="1521066"/>
                  </a:lnTo>
                  <a:lnTo>
                    <a:pt x="1522021" y="1505552"/>
                  </a:lnTo>
                  <a:lnTo>
                    <a:pt x="1535372" y="1489978"/>
                  </a:lnTo>
                  <a:lnTo>
                    <a:pt x="1548723" y="1474357"/>
                  </a:lnTo>
                  <a:lnTo>
                    <a:pt x="1562074" y="1458700"/>
                  </a:lnTo>
                  <a:lnTo>
                    <a:pt x="1575425" y="1443017"/>
                  </a:lnTo>
                  <a:lnTo>
                    <a:pt x="1588776" y="1427323"/>
                  </a:lnTo>
                  <a:lnTo>
                    <a:pt x="1602128" y="1411629"/>
                  </a:lnTo>
                  <a:lnTo>
                    <a:pt x="1615479" y="1395949"/>
                  </a:lnTo>
                  <a:lnTo>
                    <a:pt x="1628830" y="1380297"/>
                  </a:lnTo>
                  <a:lnTo>
                    <a:pt x="1642181" y="1364686"/>
                  </a:lnTo>
                  <a:lnTo>
                    <a:pt x="1655532" y="1349133"/>
                  </a:lnTo>
                  <a:lnTo>
                    <a:pt x="1668883" y="1333651"/>
                  </a:lnTo>
                  <a:lnTo>
                    <a:pt x="1682234" y="1318256"/>
                  </a:lnTo>
                  <a:lnTo>
                    <a:pt x="1695585" y="1302965"/>
                  </a:lnTo>
                  <a:lnTo>
                    <a:pt x="1708936" y="1287792"/>
                  </a:lnTo>
                  <a:lnTo>
                    <a:pt x="1722287" y="1272756"/>
                  </a:lnTo>
                  <a:lnTo>
                    <a:pt x="1735638" y="1257874"/>
                  </a:lnTo>
                  <a:lnTo>
                    <a:pt x="1748989" y="1243161"/>
                  </a:lnTo>
                  <a:lnTo>
                    <a:pt x="1762340" y="1228637"/>
                  </a:lnTo>
                  <a:lnTo>
                    <a:pt x="1775691" y="1214318"/>
                  </a:lnTo>
                  <a:lnTo>
                    <a:pt x="1789042" y="1200223"/>
                  </a:lnTo>
                  <a:lnTo>
                    <a:pt x="1802394" y="1186359"/>
                  </a:lnTo>
                  <a:lnTo>
                    <a:pt x="1815745" y="1172729"/>
                  </a:lnTo>
                  <a:lnTo>
                    <a:pt x="1829096" y="1159334"/>
                  </a:lnTo>
                  <a:lnTo>
                    <a:pt x="1842447" y="1146175"/>
                  </a:lnTo>
                  <a:lnTo>
                    <a:pt x="1855798" y="1133253"/>
                  </a:lnTo>
                  <a:lnTo>
                    <a:pt x="1869149" y="1120570"/>
                  </a:lnTo>
                  <a:lnTo>
                    <a:pt x="1882500" y="1108125"/>
                  </a:lnTo>
                  <a:lnTo>
                    <a:pt x="1895851" y="1095918"/>
                  </a:lnTo>
                  <a:lnTo>
                    <a:pt x="1909202" y="1083951"/>
                  </a:lnTo>
                  <a:lnTo>
                    <a:pt x="1922553" y="1072223"/>
                  </a:lnTo>
                  <a:lnTo>
                    <a:pt x="1935904" y="1060733"/>
                  </a:lnTo>
                  <a:lnTo>
                    <a:pt x="1949255" y="1049481"/>
                  </a:lnTo>
                  <a:lnTo>
                    <a:pt x="1962606" y="1038467"/>
                  </a:lnTo>
                  <a:lnTo>
                    <a:pt x="1975957" y="1027689"/>
                  </a:lnTo>
                  <a:lnTo>
                    <a:pt x="1989309" y="1017146"/>
                  </a:lnTo>
                  <a:lnTo>
                    <a:pt x="2002660" y="1006837"/>
                  </a:lnTo>
                  <a:lnTo>
                    <a:pt x="2016011" y="996761"/>
                  </a:lnTo>
                  <a:lnTo>
                    <a:pt x="2029362" y="986915"/>
                  </a:lnTo>
                  <a:lnTo>
                    <a:pt x="2042713" y="977297"/>
                  </a:lnTo>
                  <a:lnTo>
                    <a:pt x="2056064" y="967906"/>
                  </a:lnTo>
                  <a:lnTo>
                    <a:pt x="2069415" y="958739"/>
                  </a:lnTo>
                  <a:lnTo>
                    <a:pt x="2082766" y="949793"/>
                  </a:lnTo>
                  <a:lnTo>
                    <a:pt x="2096117" y="941065"/>
                  </a:lnTo>
                  <a:lnTo>
                    <a:pt x="2109468" y="932554"/>
                  </a:lnTo>
                  <a:lnTo>
                    <a:pt x="2122819" y="924255"/>
                  </a:lnTo>
                  <a:lnTo>
                    <a:pt x="2136170" y="916165"/>
                  </a:lnTo>
                  <a:lnTo>
                    <a:pt x="2149521" y="908282"/>
                  </a:lnTo>
                  <a:lnTo>
                    <a:pt x="2162872" y="900600"/>
                  </a:lnTo>
                  <a:lnTo>
                    <a:pt x="2176223" y="893117"/>
                  </a:lnTo>
                  <a:lnTo>
                    <a:pt x="2189575" y="885828"/>
                  </a:lnTo>
                  <a:lnTo>
                    <a:pt x="2202926" y="878729"/>
                  </a:lnTo>
                  <a:lnTo>
                    <a:pt x="2216277" y="871816"/>
                  </a:lnTo>
                  <a:lnTo>
                    <a:pt x="2229628" y="865084"/>
                  </a:lnTo>
                  <a:lnTo>
                    <a:pt x="2242979" y="858529"/>
                  </a:lnTo>
                  <a:lnTo>
                    <a:pt x="2256330" y="852146"/>
                  </a:lnTo>
                  <a:lnTo>
                    <a:pt x="2269681" y="845931"/>
                  </a:lnTo>
                  <a:lnTo>
                    <a:pt x="2283032" y="839877"/>
                  </a:lnTo>
                  <a:lnTo>
                    <a:pt x="2296383" y="833980"/>
                  </a:lnTo>
                  <a:lnTo>
                    <a:pt x="2309734" y="828235"/>
                  </a:lnTo>
                  <a:lnTo>
                    <a:pt x="2323085" y="822636"/>
                  </a:lnTo>
                  <a:lnTo>
                    <a:pt x="2336436" y="817178"/>
                  </a:lnTo>
                  <a:lnTo>
                    <a:pt x="2349787" y="811856"/>
                  </a:lnTo>
                  <a:lnTo>
                    <a:pt x="2363138" y="806663"/>
                  </a:lnTo>
                  <a:lnTo>
                    <a:pt x="2376489" y="801593"/>
                  </a:lnTo>
                  <a:lnTo>
                    <a:pt x="2389841" y="796642"/>
                  </a:lnTo>
                  <a:lnTo>
                    <a:pt x="2403192" y="791802"/>
                  </a:lnTo>
                  <a:lnTo>
                    <a:pt x="2416543" y="787068"/>
                  </a:lnTo>
                  <a:lnTo>
                    <a:pt x="2429894" y="782435"/>
                  </a:lnTo>
                  <a:lnTo>
                    <a:pt x="2443245" y="777895"/>
                  </a:lnTo>
                  <a:lnTo>
                    <a:pt x="2456596" y="773444"/>
                  </a:lnTo>
                  <a:lnTo>
                    <a:pt x="2469947" y="769073"/>
                  </a:lnTo>
                  <a:lnTo>
                    <a:pt x="2483298" y="764779"/>
                  </a:lnTo>
                  <a:lnTo>
                    <a:pt x="2496649" y="760554"/>
                  </a:lnTo>
                  <a:lnTo>
                    <a:pt x="2510000" y="756392"/>
                  </a:lnTo>
                  <a:lnTo>
                    <a:pt x="2523351" y="752287"/>
                  </a:lnTo>
                  <a:lnTo>
                    <a:pt x="2536702" y="748233"/>
                  </a:lnTo>
                  <a:lnTo>
                    <a:pt x="2550053" y="744224"/>
                  </a:lnTo>
                  <a:lnTo>
                    <a:pt x="2563404" y="740254"/>
                  </a:lnTo>
                  <a:lnTo>
                    <a:pt x="2576755" y="736317"/>
                  </a:lnTo>
                  <a:lnTo>
                    <a:pt x="2590107" y="732407"/>
                  </a:lnTo>
                  <a:lnTo>
                    <a:pt x="2603458" y="728518"/>
                  </a:lnTo>
                  <a:lnTo>
                    <a:pt x="2616809" y="724645"/>
                  </a:lnTo>
                  <a:lnTo>
                    <a:pt x="2630160" y="720781"/>
                  </a:lnTo>
                  <a:lnTo>
                    <a:pt x="2643511" y="716922"/>
                  </a:lnTo>
                  <a:lnTo>
                    <a:pt x="2656862" y="713061"/>
                  </a:lnTo>
                  <a:lnTo>
                    <a:pt x="2670213" y="709194"/>
                  </a:lnTo>
                  <a:lnTo>
                    <a:pt x="2683564" y="705315"/>
                  </a:lnTo>
                  <a:lnTo>
                    <a:pt x="2696915" y="701420"/>
                  </a:lnTo>
                  <a:lnTo>
                    <a:pt x="2710266" y="697502"/>
                  </a:lnTo>
                  <a:lnTo>
                    <a:pt x="2723617" y="693559"/>
                  </a:lnTo>
                  <a:lnTo>
                    <a:pt x="2736968" y="689584"/>
                  </a:lnTo>
                  <a:lnTo>
                    <a:pt x="2750319" y="685574"/>
                  </a:lnTo>
                  <a:lnTo>
                    <a:pt x="2763670" y="681524"/>
                  </a:lnTo>
                  <a:lnTo>
                    <a:pt x="2777021" y="677430"/>
                  </a:lnTo>
                  <a:lnTo>
                    <a:pt x="2790373" y="673289"/>
                  </a:lnTo>
                  <a:lnTo>
                    <a:pt x="2803724" y="669096"/>
                  </a:lnTo>
                  <a:lnTo>
                    <a:pt x="2817075" y="664848"/>
                  </a:lnTo>
                  <a:lnTo>
                    <a:pt x="2830426" y="660542"/>
                  </a:lnTo>
                  <a:lnTo>
                    <a:pt x="2843777" y="656174"/>
                  </a:lnTo>
                  <a:lnTo>
                    <a:pt x="2857128" y="651741"/>
                  </a:lnTo>
                  <a:lnTo>
                    <a:pt x="2870479" y="647241"/>
                  </a:lnTo>
                  <a:lnTo>
                    <a:pt x="2883830" y="642671"/>
                  </a:lnTo>
                  <a:lnTo>
                    <a:pt x="2897181" y="638028"/>
                  </a:lnTo>
                  <a:lnTo>
                    <a:pt x="2910532" y="633311"/>
                  </a:lnTo>
                  <a:lnTo>
                    <a:pt x="2923883" y="628516"/>
                  </a:lnTo>
                  <a:lnTo>
                    <a:pt x="2937234" y="623641"/>
                  </a:lnTo>
                  <a:lnTo>
                    <a:pt x="2950585" y="618686"/>
                  </a:lnTo>
                  <a:lnTo>
                    <a:pt x="2963936" y="613649"/>
                  </a:lnTo>
                  <a:lnTo>
                    <a:pt x="2977287" y="608527"/>
                  </a:lnTo>
                  <a:lnTo>
                    <a:pt x="2990639" y="603320"/>
                  </a:lnTo>
                  <a:lnTo>
                    <a:pt x="3003990" y="598026"/>
                  </a:lnTo>
                  <a:lnTo>
                    <a:pt x="3017341" y="592644"/>
                  </a:lnTo>
                  <a:lnTo>
                    <a:pt x="3030692" y="587173"/>
                  </a:lnTo>
                  <a:lnTo>
                    <a:pt x="3044043" y="581613"/>
                  </a:lnTo>
                  <a:lnTo>
                    <a:pt x="3057394" y="575963"/>
                  </a:lnTo>
                  <a:lnTo>
                    <a:pt x="3070745" y="570221"/>
                  </a:lnTo>
                  <a:lnTo>
                    <a:pt x="3084096" y="564388"/>
                  </a:lnTo>
                  <a:lnTo>
                    <a:pt x="3097447" y="558463"/>
                  </a:lnTo>
                  <a:lnTo>
                    <a:pt x="3110798" y="552446"/>
                  </a:lnTo>
                  <a:lnTo>
                    <a:pt x="3124149" y="546336"/>
                  </a:lnTo>
                  <a:lnTo>
                    <a:pt x="3137500" y="540135"/>
                  </a:lnTo>
                  <a:lnTo>
                    <a:pt x="3150851" y="533843"/>
                  </a:lnTo>
                  <a:lnTo>
                    <a:pt x="3164202" y="527463"/>
                  </a:lnTo>
                  <a:lnTo>
                    <a:pt x="3177553" y="520997"/>
                  </a:lnTo>
                  <a:lnTo>
                    <a:pt x="3190905" y="514444"/>
                  </a:lnTo>
                  <a:lnTo>
                    <a:pt x="3204256" y="507807"/>
                  </a:lnTo>
                  <a:lnTo>
                    <a:pt x="3217607" y="501088"/>
                  </a:lnTo>
                  <a:lnTo>
                    <a:pt x="3230958" y="494287"/>
                  </a:lnTo>
                  <a:lnTo>
                    <a:pt x="3244309" y="487405"/>
                  </a:lnTo>
                  <a:lnTo>
                    <a:pt x="3257660" y="480445"/>
                  </a:lnTo>
                  <a:lnTo>
                    <a:pt x="3271011" y="473407"/>
                  </a:lnTo>
                  <a:lnTo>
                    <a:pt x="3284362" y="466292"/>
                  </a:lnTo>
                  <a:lnTo>
                    <a:pt x="3297713" y="459102"/>
                  </a:lnTo>
                  <a:lnTo>
                    <a:pt x="3311064" y="451837"/>
                  </a:lnTo>
                  <a:lnTo>
                    <a:pt x="3324415" y="444500"/>
                  </a:lnTo>
                  <a:lnTo>
                    <a:pt x="3337766" y="437090"/>
                  </a:lnTo>
                  <a:lnTo>
                    <a:pt x="3351117" y="429609"/>
                  </a:lnTo>
                  <a:lnTo>
                    <a:pt x="3364468" y="422057"/>
                  </a:lnTo>
                  <a:lnTo>
                    <a:pt x="3377819" y="414436"/>
                  </a:lnTo>
                  <a:lnTo>
                    <a:pt x="3391171" y="406747"/>
                  </a:lnTo>
                  <a:lnTo>
                    <a:pt x="3404522" y="398991"/>
                  </a:lnTo>
                  <a:lnTo>
                    <a:pt x="3417873" y="391168"/>
                  </a:lnTo>
                  <a:lnTo>
                    <a:pt x="3431224" y="383279"/>
                  </a:lnTo>
                  <a:lnTo>
                    <a:pt x="3444575" y="375324"/>
                  </a:lnTo>
                  <a:lnTo>
                    <a:pt x="3457926" y="367306"/>
                  </a:lnTo>
                  <a:lnTo>
                    <a:pt x="3471277" y="359224"/>
                  </a:lnTo>
                  <a:lnTo>
                    <a:pt x="3484628" y="351080"/>
                  </a:lnTo>
                  <a:lnTo>
                    <a:pt x="3497979" y="342873"/>
                  </a:lnTo>
                  <a:lnTo>
                    <a:pt x="3511330" y="334604"/>
                  </a:lnTo>
                  <a:lnTo>
                    <a:pt x="3524681" y="326275"/>
                  </a:lnTo>
                  <a:lnTo>
                    <a:pt x="3538032" y="317886"/>
                  </a:lnTo>
                  <a:lnTo>
                    <a:pt x="3551383" y="309437"/>
                  </a:lnTo>
                  <a:lnTo>
                    <a:pt x="3564734" y="300929"/>
                  </a:lnTo>
                  <a:lnTo>
                    <a:pt x="3578085" y="292363"/>
                  </a:lnTo>
                  <a:lnTo>
                    <a:pt x="3591437" y="283739"/>
                  </a:lnTo>
                  <a:lnTo>
                    <a:pt x="3604788" y="275057"/>
                  </a:lnTo>
                  <a:lnTo>
                    <a:pt x="3618139" y="266318"/>
                  </a:lnTo>
                  <a:lnTo>
                    <a:pt x="3631490" y="257523"/>
                  </a:lnTo>
                  <a:lnTo>
                    <a:pt x="3644841" y="248672"/>
                  </a:lnTo>
                  <a:lnTo>
                    <a:pt x="3658192" y="239765"/>
                  </a:lnTo>
                  <a:lnTo>
                    <a:pt x="3671543" y="230803"/>
                  </a:lnTo>
                  <a:lnTo>
                    <a:pt x="3684894" y="221786"/>
                  </a:lnTo>
                  <a:lnTo>
                    <a:pt x="3698245" y="212715"/>
                  </a:lnTo>
                  <a:lnTo>
                    <a:pt x="3711596" y="203590"/>
                  </a:lnTo>
                  <a:lnTo>
                    <a:pt x="3724947" y="194411"/>
                  </a:lnTo>
                  <a:lnTo>
                    <a:pt x="3738298" y="185179"/>
                  </a:lnTo>
                  <a:lnTo>
                    <a:pt x="3751649" y="175894"/>
                  </a:lnTo>
                  <a:lnTo>
                    <a:pt x="3765000" y="166556"/>
                  </a:lnTo>
                  <a:lnTo>
                    <a:pt x="3778352" y="157166"/>
                  </a:lnTo>
                  <a:lnTo>
                    <a:pt x="3791703" y="147723"/>
                  </a:lnTo>
                  <a:lnTo>
                    <a:pt x="3805054" y="138229"/>
                  </a:lnTo>
                  <a:lnTo>
                    <a:pt x="3818405" y="128684"/>
                  </a:lnTo>
                  <a:lnTo>
                    <a:pt x="3831756" y="119087"/>
                  </a:lnTo>
                  <a:lnTo>
                    <a:pt x="3845107" y="109439"/>
                  </a:lnTo>
                  <a:lnTo>
                    <a:pt x="3858458" y="99740"/>
                  </a:lnTo>
                  <a:lnTo>
                    <a:pt x="3871809" y="89991"/>
                  </a:lnTo>
                  <a:lnTo>
                    <a:pt x="3885160" y="80191"/>
                  </a:lnTo>
                  <a:lnTo>
                    <a:pt x="3898511" y="70341"/>
                  </a:lnTo>
                  <a:lnTo>
                    <a:pt x="3911862" y="60441"/>
                  </a:lnTo>
                  <a:lnTo>
                    <a:pt x="3925213" y="50491"/>
                  </a:lnTo>
                  <a:lnTo>
                    <a:pt x="3938564" y="40491"/>
                  </a:lnTo>
                  <a:lnTo>
                    <a:pt x="3951915" y="30442"/>
                  </a:lnTo>
                  <a:lnTo>
                    <a:pt x="3965266" y="20344"/>
                  </a:lnTo>
                  <a:lnTo>
                    <a:pt x="3978618" y="10196"/>
                  </a:lnTo>
                  <a:lnTo>
                    <a:pt x="3991969" y="0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012852" y="4927956"/>
              <a:ext cx="3991969" cy="1412628"/>
            </a:xfrm>
            <a:custGeom>
              <a:avLst/>
              <a:pathLst>
                <a:path w="3991969" h="1412628">
                  <a:moveTo>
                    <a:pt x="3991969" y="284580"/>
                  </a:moveTo>
                  <a:lnTo>
                    <a:pt x="3978618" y="280775"/>
                  </a:lnTo>
                  <a:lnTo>
                    <a:pt x="3965266" y="276969"/>
                  </a:lnTo>
                  <a:lnTo>
                    <a:pt x="3951915" y="273162"/>
                  </a:lnTo>
                  <a:lnTo>
                    <a:pt x="3938564" y="269355"/>
                  </a:lnTo>
                  <a:lnTo>
                    <a:pt x="3925213" y="265547"/>
                  </a:lnTo>
                  <a:lnTo>
                    <a:pt x="3911862" y="261739"/>
                  </a:lnTo>
                  <a:lnTo>
                    <a:pt x="3898511" y="257932"/>
                  </a:lnTo>
                  <a:lnTo>
                    <a:pt x="3885160" y="254125"/>
                  </a:lnTo>
                  <a:lnTo>
                    <a:pt x="3871809" y="250319"/>
                  </a:lnTo>
                  <a:lnTo>
                    <a:pt x="3858458" y="246514"/>
                  </a:lnTo>
                  <a:lnTo>
                    <a:pt x="3845107" y="242711"/>
                  </a:lnTo>
                  <a:lnTo>
                    <a:pt x="3831756" y="238909"/>
                  </a:lnTo>
                  <a:lnTo>
                    <a:pt x="3818405" y="235109"/>
                  </a:lnTo>
                  <a:lnTo>
                    <a:pt x="3805054" y="231312"/>
                  </a:lnTo>
                  <a:lnTo>
                    <a:pt x="3791703" y="227517"/>
                  </a:lnTo>
                  <a:lnTo>
                    <a:pt x="3778352" y="223726"/>
                  </a:lnTo>
                  <a:lnTo>
                    <a:pt x="3765000" y="219937"/>
                  </a:lnTo>
                  <a:lnTo>
                    <a:pt x="3751649" y="216153"/>
                  </a:lnTo>
                  <a:lnTo>
                    <a:pt x="3738298" y="212373"/>
                  </a:lnTo>
                  <a:lnTo>
                    <a:pt x="3724947" y="208597"/>
                  </a:lnTo>
                  <a:lnTo>
                    <a:pt x="3711596" y="204826"/>
                  </a:lnTo>
                  <a:lnTo>
                    <a:pt x="3698245" y="201061"/>
                  </a:lnTo>
                  <a:lnTo>
                    <a:pt x="3684894" y="197301"/>
                  </a:lnTo>
                  <a:lnTo>
                    <a:pt x="3671543" y="193548"/>
                  </a:lnTo>
                  <a:lnTo>
                    <a:pt x="3658192" y="189801"/>
                  </a:lnTo>
                  <a:lnTo>
                    <a:pt x="3644841" y="186062"/>
                  </a:lnTo>
                  <a:lnTo>
                    <a:pt x="3631490" y="182331"/>
                  </a:lnTo>
                  <a:lnTo>
                    <a:pt x="3618139" y="178607"/>
                  </a:lnTo>
                  <a:lnTo>
                    <a:pt x="3604788" y="174893"/>
                  </a:lnTo>
                  <a:lnTo>
                    <a:pt x="3591437" y="171188"/>
                  </a:lnTo>
                  <a:lnTo>
                    <a:pt x="3578085" y="167493"/>
                  </a:lnTo>
                  <a:lnTo>
                    <a:pt x="3564734" y="163808"/>
                  </a:lnTo>
                  <a:lnTo>
                    <a:pt x="3551383" y="160135"/>
                  </a:lnTo>
                  <a:lnTo>
                    <a:pt x="3538032" y="156473"/>
                  </a:lnTo>
                  <a:lnTo>
                    <a:pt x="3524681" y="152823"/>
                  </a:lnTo>
                  <a:lnTo>
                    <a:pt x="3511330" y="149187"/>
                  </a:lnTo>
                  <a:lnTo>
                    <a:pt x="3497979" y="145565"/>
                  </a:lnTo>
                  <a:lnTo>
                    <a:pt x="3484628" y="141956"/>
                  </a:lnTo>
                  <a:lnTo>
                    <a:pt x="3471277" y="138364"/>
                  </a:lnTo>
                  <a:lnTo>
                    <a:pt x="3457926" y="134787"/>
                  </a:lnTo>
                  <a:lnTo>
                    <a:pt x="3444575" y="131227"/>
                  </a:lnTo>
                  <a:lnTo>
                    <a:pt x="3431224" y="127684"/>
                  </a:lnTo>
                  <a:lnTo>
                    <a:pt x="3417873" y="124160"/>
                  </a:lnTo>
                  <a:lnTo>
                    <a:pt x="3404522" y="120655"/>
                  </a:lnTo>
                  <a:lnTo>
                    <a:pt x="3391171" y="117171"/>
                  </a:lnTo>
                  <a:lnTo>
                    <a:pt x="3377819" y="113707"/>
                  </a:lnTo>
                  <a:lnTo>
                    <a:pt x="3364468" y="110266"/>
                  </a:lnTo>
                  <a:lnTo>
                    <a:pt x="3351117" y="106848"/>
                  </a:lnTo>
                  <a:lnTo>
                    <a:pt x="3337766" y="103453"/>
                  </a:lnTo>
                  <a:lnTo>
                    <a:pt x="3324415" y="100084"/>
                  </a:lnTo>
                  <a:lnTo>
                    <a:pt x="3311064" y="96741"/>
                  </a:lnTo>
                  <a:lnTo>
                    <a:pt x="3297713" y="93426"/>
                  </a:lnTo>
                  <a:lnTo>
                    <a:pt x="3284362" y="90138"/>
                  </a:lnTo>
                  <a:lnTo>
                    <a:pt x="3271011" y="86881"/>
                  </a:lnTo>
                  <a:lnTo>
                    <a:pt x="3257660" y="83654"/>
                  </a:lnTo>
                  <a:lnTo>
                    <a:pt x="3244309" y="80459"/>
                  </a:lnTo>
                  <a:lnTo>
                    <a:pt x="3230958" y="77298"/>
                  </a:lnTo>
                  <a:lnTo>
                    <a:pt x="3217607" y="74171"/>
                  </a:lnTo>
                  <a:lnTo>
                    <a:pt x="3204256" y="71081"/>
                  </a:lnTo>
                  <a:lnTo>
                    <a:pt x="3190905" y="68028"/>
                  </a:lnTo>
                  <a:lnTo>
                    <a:pt x="3177553" y="65013"/>
                  </a:lnTo>
                  <a:lnTo>
                    <a:pt x="3164202" y="62039"/>
                  </a:lnTo>
                  <a:lnTo>
                    <a:pt x="3150851" y="59107"/>
                  </a:lnTo>
                  <a:lnTo>
                    <a:pt x="3137500" y="56219"/>
                  </a:lnTo>
                  <a:lnTo>
                    <a:pt x="3124149" y="53375"/>
                  </a:lnTo>
                  <a:lnTo>
                    <a:pt x="3110798" y="50577"/>
                  </a:lnTo>
                  <a:lnTo>
                    <a:pt x="3097447" y="47829"/>
                  </a:lnTo>
                  <a:lnTo>
                    <a:pt x="3084096" y="45132"/>
                  </a:lnTo>
                  <a:lnTo>
                    <a:pt x="3070745" y="42490"/>
                  </a:lnTo>
                  <a:lnTo>
                    <a:pt x="3057394" y="39906"/>
                  </a:lnTo>
                  <a:lnTo>
                    <a:pt x="3044043" y="37383"/>
                  </a:lnTo>
                  <a:lnTo>
                    <a:pt x="3030692" y="34923"/>
                  </a:lnTo>
                  <a:lnTo>
                    <a:pt x="3017341" y="32529"/>
                  </a:lnTo>
                  <a:lnTo>
                    <a:pt x="3003990" y="30204"/>
                  </a:lnTo>
                  <a:lnTo>
                    <a:pt x="2990639" y="27950"/>
                  </a:lnTo>
                  <a:lnTo>
                    <a:pt x="2977287" y="25771"/>
                  </a:lnTo>
                  <a:lnTo>
                    <a:pt x="2963936" y="23668"/>
                  </a:lnTo>
                  <a:lnTo>
                    <a:pt x="2950585" y="21644"/>
                  </a:lnTo>
                  <a:lnTo>
                    <a:pt x="2937234" y="19701"/>
                  </a:lnTo>
                  <a:lnTo>
                    <a:pt x="2923883" y="17841"/>
                  </a:lnTo>
                  <a:lnTo>
                    <a:pt x="2910532" y="16065"/>
                  </a:lnTo>
                  <a:lnTo>
                    <a:pt x="2897181" y="14377"/>
                  </a:lnTo>
                  <a:lnTo>
                    <a:pt x="2883830" y="12777"/>
                  </a:lnTo>
                  <a:lnTo>
                    <a:pt x="2870479" y="11266"/>
                  </a:lnTo>
                  <a:lnTo>
                    <a:pt x="2857128" y="9848"/>
                  </a:lnTo>
                  <a:lnTo>
                    <a:pt x="2843777" y="8522"/>
                  </a:lnTo>
                  <a:lnTo>
                    <a:pt x="2830426" y="7289"/>
                  </a:lnTo>
                  <a:lnTo>
                    <a:pt x="2817075" y="6151"/>
                  </a:lnTo>
                  <a:lnTo>
                    <a:pt x="2803724" y="5109"/>
                  </a:lnTo>
                  <a:lnTo>
                    <a:pt x="2790373" y="4163"/>
                  </a:lnTo>
                  <a:lnTo>
                    <a:pt x="2777021" y="3313"/>
                  </a:lnTo>
                  <a:lnTo>
                    <a:pt x="2763670" y="2561"/>
                  </a:lnTo>
                  <a:lnTo>
                    <a:pt x="2750319" y="1905"/>
                  </a:lnTo>
                  <a:lnTo>
                    <a:pt x="2736968" y="1347"/>
                  </a:lnTo>
                  <a:lnTo>
                    <a:pt x="2723617" y="885"/>
                  </a:lnTo>
                  <a:lnTo>
                    <a:pt x="2710266" y="520"/>
                  </a:lnTo>
                  <a:lnTo>
                    <a:pt x="2696915" y="251"/>
                  </a:lnTo>
                  <a:lnTo>
                    <a:pt x="2683564" y="78"/>
                  </a:lnTo>
                  <a:lnTo>
                    <a:pt x="2670213" y="0"/>
                  </a:lnTo>
                  <a:lnTo>
                    <a:pt x="2656862" y="15"/>
                  </a:lnTo>
                  <a:lnTo>
                    <a:pt x="2643511" y="123"/>
                  </a:lnTo>
                  <a:lnTo>
                    <a:pt x="2630160" y="323"/>
                  </a:lnTo>
                  <a:lnTo>
                    <a:pt x="2616809" y="613"/>
                  </a:lnTo>
                  <a:lnTo>
                    <a:pt x="2603458" y="993"/>
                  </a:lnTo>
                  <a:lnTo>
                    <a:pt x="2590107" y="1460"/>
                  </a:lnTo>
                  <a:lnTo>
                    <a:pt x="2576755" y="2013"/>
                  </a:lnTo>
                  <a:lnTo>
                    <a:pt x="2563404" y="2649"/>
                  </a:lnTo>
                  <a:lnTo>
                    <a:pt x="2550053" y="3369"/>
                  </a:lnTo>
                  <a:lnTo>
                    <a:pt x="2536702" y="4169"/>
                  </a:lnTo>
                  <a:lnTo>
                    <a:pt x="2523351" y="5047"/>
                  </a:lnTo>
                  <a:lnTo>
                    <a:pt x="2510000" y="6002"/>
                  </a:lnTo>
                  <a:lnTo>
                    <a:pt x="2496649" y="7031"/>
                  </a:lnTo>
                  <a:lnTo>
                    <a:pt x="2483298" y="8132"/>
                  </a:lnTo>
                  <a:lnTo>
                    <a:pt x="2469947" y="9303"/>
                  </a:lnTo>
                  <a:lnTo>
                    <a:pt x="2456596" y="10542"/>
                  </a:lnTo>
                  <a:lnTo>
                    <a:pt x="2443245" y="11847"/>
                  </a:lnTo>
                  <a:lnTo>
                    <a:pt x="2429894" y="13214"/>
                  </a:lnTo>
                  <a:lnTo>
                    <a:pt x="2416543" y="14643"/>
                  </a:lnTo>
                  <a:lnTo>
                    <a:pt x="2403192" y="16130"/>
                  </a:lnTo>
                  <a:lnTo>
                    <a:pt x="2389841" y="17672"/>
                  </a:lnTo>
                  <a:lnTo>
                    <a:pt x="2376489" y="19269"/>
                  </a:lnTo>
                  <a:lnTo>
                    <a:pt x="2363138" y="20917"/>
                  </a:lnTo>
                  <a:lnTo>
                    <a:pt x="2349787" y="22613"/>
                  </a:lnTo>
                  <a:lnTo>
                    <a:pt x="2336436" y="24357"/>
                  </a:lnTo>
                  <a:lnTo>
                    <a:pt x="2323085" y="26144"/>
                  </a:lnTo>
                  <a:lnTo>
                    <a:pt x="2309734" y="27973"/>
                  </a:lnTo>
                  <a:lnTo>
                    <a:pt x="2296383" y="29842"/>
                  </a:lnTo>
                  <a:lnTo>
                    <a:pt x="2283032" y="31748"/>
                  </a:lnTo>
                  <a:lnTo>
                    <a:pt x="2269681" y="33689"/>
                  </a:lnTo>
                  <a:lnTo>
                    <a:pt x="2256330" y="35663"/>
                  </a:lnTo>
                  <a:lnTo>
                    <a:pt x="2242979" y="37667"/>
                  </a:lnTo>
                  <a:lnTo>
                    <a:pt x="2229628" y="39699"/>
                  </a:lnTo>
                  <a:lnTo>
                    <a:pt x="2216277" y="41757"/>
                  </a:lnTo>
                  <a:lnTo>
                    <a:pt x="2202926" y="43840"/>
                  </a:lnTo>
                  <a:lnTo>
                    <a:pt x="2189575" y="45944"/>
                  </a:lnTo>
                  <a:lnTo>
                    <a:pt x="2176223" y="48068"/>
                  </a:lnTo>
                  <a:lnTo>
                    <a:pt x="2162872" y="50210"/>
                  </a:lnTo>
                  <a:lnTo>
                    <a:pt x="2149521" y="52367"/>
                  </a:lnTo>
                  <a:lnTo>
                    <a:pt x="2136170" y="54539"/>
                  </a:lnTo>
                  <a:lnTo>
                    <a:pt x="2122819" y="56722"/>
                  </a:lnTo>
                  <a:lnTo>
                    <a:pt x="2109468" y="58915"/>
                  </a:lnTo>
                  <a:lnTo>
                    <a:pt x="2096117" y="61117"/>
                  </a:lnTo>
                  <a:lnTo>
                    <a:pt x="2082766" y="63325"/>
                  </a:lnTo>
                  <a:lnTo>
                    <a:pt x="2069415" y="65538"/>
                  </a:lnTo>
                  <a:lnTo>
                    <a:pt x="2056064" y="67754"/>
                  </a:lnTo>
                  <a:lnTo>
                    <a:pt x="2042713" y="69972"/>
                  </a:lnTo>
                  <a:lnTo>
                    <a:pt x="2029362" y="72189"/>
                  </a:lnTo>
                  <a:lnTo>
                    <a:pt x="2016011" y="74405"/>
                  </a:lnTo>
                  <a:lnTo>
                    <a:pt x="2002660" y="76617"/>
                  </a:lnTo>
                  <a:lnTo>
                    <a:pt x="1989309" y="78824"/>
                  </a:lnTo>
                  <a:lnTo>
                    <a:pt x="1975957" y="81025"/>
                  </a:lnTo>
                  <a:lnTo>
                    <a:pt x="1962606" y="83218"/>
                  </a:lnTo>
                  <a:lnTo>
                    <a:pt x="1949255" y="85402"/>
                  </a:lnTo>
                  <a:lnTo>
                    <a:pt x="1935904" y="87575"/>
                  </a:lnTo>
                  <a:lnTo>
                    <a:pt x="1922553" y="89737"/>
                  </a:lnTo>
                  <a:lnTo>
                    <a:pt x="1909202" y="91886"/>
                  </a:lnTo>
                  <a:lnTo>
                    <a:pt x="1895851" y="94020"/>
                  </a:lnTo>
                  <a:lnTo>
                    <a:pt x="1882500" y="96139"/>
                  </a:lnTo>
                  <a:lnTo>
                    <a:pt x="1869149" y="98241"/>
                  </a:lnTo>
                  <a:lnTo>
                    <a:pt x="1855798" y="100325"/>
                  </a:lnTo>
                  <a:lnTo>
                    <a:pt x="1842447" y="102391"/>
                  </a:lnTo>
                  <a:lnTo>
                    <a:pt x="1829096" y="104436"/>
                  </a:lnTo>
                  <a:lnTo>
                    <a:pt x="1815745" y="106460"/>
                  </a:lnTo>
                  <a:lnTo>
                    <a:pt x="1802394" y="108462"/>
                  </a:lnTo>
                  <a:lnTo>
                    <a:pt x="1789042" y="110441"/>
                  </a:lnTo>
                  <a:lnTo>
                    <a:pt x="1775691" y="112397"/>
                  </a:lnTo>
                  <a:lnTo>
                    <a:pt x="1762340" y="114331"/>
                  </a:lnTo>
                  <a:lnTo>
                    <a:pt x="1748989" y="116251"/>
                  </a:lnTo>
                  <a:lnTo>
                    <a:pt x="1735638" y="118166"/>
                  </a:lnTo>
                  <a:lnTo>
                    <a:pt x="1722287" y="120082"/>
                  </a:lnTo>
                  <a:lnTo>
                    <a:pt x="1708936" y="122008"/>
                  </a:lnTo>
                  <a:lnTo>
                    <a:pt x="1695585" y="123951"/>
                  </a:lnTo>
                  <a:lnTo>
                    <a:pt x="1682234" y="125920"/>
                  </a:lnTo>
                  <a:lnTo>
                    <a:pt x="1668883" y="127921"/>
                  </a:lnTo>
                  <a:lnTo>
                    <a:pt x="1655532" y="129962"/>
                  </a:lnTo>
                  <a:lnTo>
                    <a:pt x="1642181" y="132052"/>
                  </a:lnTo>
                  <a:lnTo>
                    <a:pt x="1628830" y="134197"/>
                  </a:lnTo>
                  <a:lnTo>
                    <a:pt x="1615479" y="136405"/>
                  </a:lnTo>
                  <a:lnTo>
                    <a:pt x="1602128" y="138684"/>
                  </a:lnTo>
                  <a:lnTo>
                    <a:pt x="1588776" y="141040"/>
                  </a:lnTo>
                  <a:lnTo>
                    <a:pt x="1575425" y="143481"/>
                  </a:lnTo>
                  <a:lnTo>
                    <a:pt x="1562074" y="146013"/>
                  </a:lnTo>
                  <a:lnTo>
                    <a:pt x="1548723" y="148645"/>
                  </a:lnTo>
                  <a:lnTo>
                    <a:pt x="1535372" y="151381"/>
                  </a:lnTo>
                  <a:lnTo>
                    <a:pt x="1522021" y="154229"/>
                  </a:lnTo>
                  <a:lnTo>
                    <a:pt x="1508670" y="157196"/>
                  </a:lnTo>
                  <a:lnTo>
                    <a:pt x="1495319" y="160287"/>
                  </a:lnTo>
                  <a:lnTo>
                    <a:pt x="1481968" y="163508"/>
                  </a:lnTo>
                  <a:lnTo>
                    <a:pt x="1468617" y="166864"/>
                  </a:lnTo>
                  <a:lnTo>
                    <a:pt x="1455266" y="170363"/>
                  </a:lnTo>
                  <a:lnTo>
                    <a:pt x="1441915" y="174007"/>
                  </a:lnTo>
                  <a:lnTo>
                    <a:pt x="1428564" y="183001"/>
                  </a:lnTo>
                  <a:lnTo>
                    <a:pt x="1415213" y="197840"/>
                  </a:lnTo>
                  <a:lnTo>
                    <a:pt x="1401862" y="212552"/>
                  </a:lnTo>
                  <a:lnTo>
                    <a:pt x="1388510" y="227130"/>
                  </a:lnTo>
                  <a:lnTo>
                    <a:pt x="1375159" y="241569"/>
                  </a:lnTo>
                  <a:lnTo>
                    <a:pt x="1361808" y="255863"/>
                  </a:lnTo>
                  <a:lnTo>
                    <a:pt x="1348457" y="270009"/>
                  </a:lnTo>
                  <a:lnTo>
                    <a:pt x="1335106" y="284002"/>
                  </a:lnTo>
                  <a:lnTo>
                    <a:pt x="1321755" y="297840"/>
                  </a:lnTo>
                  <a:lnTo>
                    <a:pt x="1308404" y="311519"/>
                  </a:lnTo>
                  <a:lnTo>
                    <a:pt x="1295053" y="325039"/>
                  </a:lnTo>
                  <a:lnTo>
                    <a:pt x="1281702" y="338397"/>
                  </a:lnTo>
                  <a:lnTo>
                    <a:pt x="1268351" y="351595"/>
                  </a:lnTo>
                  <a:lnTo>
                    <a:pt x="1255000" y="364632"/>
                  </a:lnTo>
                  <a:lnTo>
                    <a:pt x="1241649" y="377509"/>
                  </a:lnTo>
                  <a:lnTo>
                    <a:pt x="1228298" y="390229"/>
                  </a:lnTo>
                  <a:lnTo>
                    <a:pt x="1214947" y="402796"/>
                  </a:lnTo>
                  <a:lnTo>
                    <a:pt x="1201596" y="415213"/>
                  </a:lnTo>
                  <a:lnTo>
                    <a:pt x="1188244" y="427485"/>
                  </a:lnTo>
                  <a:lnTo>
                    <a:pt x="1174893" y="439618"/>
                  </a:lnTo>
                  <a:lnTo>
                    <a:pt x="1161542" y="451621"/>
                  </a:lnTo>
                  <a:lnTo>
                    <a:pt x="1148191" y="463502"/>
                  </a:lnTo>
                  <a:lnTo>
                    <a:pt x="1134840" y="475271"/>
                  </a:lnTo>
                  <a:lnTo>
                    <a:pt x="1121489" y="486938"/>
                  </a:lnTo>
                  <a:lnTo>
                    <a:pt x="1108138" y="498517"/>
                  </a:lnTo>
                  <a:lnTo>
                    <a:pt x="1094787" y="510023"/>
                  </a:lnTo>
                  <a:lnTo>
                    <a:pt x="1081436" y="521474"/>
                  </a:lnTo>
                  <a:lnTo>
                    <a:pt x="1068085" y="532892"/>
                  </a:lnTo>
                  <a:lnTo>
                    <a:pt x="1054734" y="544295"/>
                  </a:lnTo>
                  <a:lnTo>
                    <a:pt x="1041383" y="555703"/>
                  </a:lnTo>
                  <a:lnTo>
                    <a:pt x="1028032" y="567132"/>
                  </a:lnTo>
                  <a:lnTo>
                    <a:pt x="1014681" y="578599"/>
                  </a:lnTo>
                  <a:lnTo>
                    <a:pt x="1001330" y="590119"/>
                  </a:lnTo>
                  <a:lnTo>
                    <a:pt x="987978" y="601703"/>
                  </a:lnTo>
                  <a:lnTo>
                    <a:pt x="974627" y="613364"/>
                  </a:lnTo>
                  <a:lnTo>
                    <a:pt x="961276" y="625110"/>
                  </a:lnTo>
                  <a:lnTo>
                    <a:pt x="947925" y="636949"/>
                  </a:lnTo>
                  <a:lnTo>
                    <a:pt x="934574" y="648885"/>
                  </a:lnTo>
                  <a:lnTo>
                    <a:pt x="921223" y="660923"/>
                  </a:lnTo>
                  <a:lnTo>
                    <a:pt x="907872" y="673063"/>
                  </a:lnTo>
                  <a:lnTo>
                    <a:pt x="894521" y="685305"/>
                  </a:lnTo>
                  <a:lnTo>
                    <a:pt x="881170" y="697648"/>
                  </a:lnTo>
                  <a:lnTo>
                    <a:pt x="867819" y="710088"/>
                  </a:lnTo>
                  <a:lnTo>
                    <a:pt x="854468" y="722620"/>
                  </a:lnTo>
                  <a:lnTo>
                    <a:pt x="841117" y="735238"/>
                  </a:lnTo>
                  <a:lnTo>
                    <a:pt x="827766" y="747936"/>
                  </a:lnTo>
                  <a:lnTo>
                    <a:pt x="814415" y="760706"/>
                  </a:lnTo>
                  <a:lnTo>
                    <a:pt x="801064" y="773539"/>
                  </a:lnTo>
                  <a:lnTo>
                    <a:pt x="787712" y="786427"/>
                  </a:lnTo>
                  <a:lnTo>
                    <a:pt x="774361" y="799361"/>
                  </a:lnTo>
                  <a:lnTo>
                    <a:pt x="761010" y="812332"/>
                  </a:lnTo>
                  <a:lnTo>
                    <a:pt x="747659" y="825330"/>
                  </a:lnTo>
                  <a:lnTo>
                    <a:pt x="734308" y="838345"/>
                  </a:lnTo>
                  <a:lnTo>
                    <a:pt x="720957" y="851368"/>
                  </a:lnTo>
                  <a:lnTo>
                    <a:pt x="707606" y="864390"/>
                  </a:lnTo>
                  <a:lnTo>
                    <a:pt x="694255" y="877401"/>
                  </a:lnTo>
                  <a:lnTo>
                    <a:pt x="680904" y="890393"/>
                  </a:lnTo>
                  <a:lnTo>
                    <a:pt x="667553" y="903357"/>
                  </a:lnTo>
                  <a:lnTo>
                    <a:pt x="654202" y="916284"/>
                  </a:lnTo>
                  <a:lnTo>
                    <a:pt x="640851" y="929167"/>
                  </a:lnTo>
                  <a:lnTo>
                    <a:pt x="627500" y="941997"/>
                  </a:lnTo>
                  <a:lnTo>
                    <a:pt x="614149" y="954767"/>
                  </a:lnTo>
                  <a:lnTo>
                    <a:pt x="600798" y="967470"/>
                  </a:lnTo>
                  <a:lnTo>
                    <a:pt x="587446" y="980099"/>
                  </a:lnTo>
                  <a:lnTo>
                    <a:pt x="574095" y="992647"/>
                  </a:lnTo>
                  <a:lnTo>
                    <a:pt x="560744" y="1005109"/>
                  </a:lnTo>
                  <a:lnTo>
                    <a:pt x="547393" y="1017478"/>
                  </a:lnTo>
                  <a:lnTo>
                    <a:pt x="534042" y="1029749"/>
                  </a:lnTo>
                  <a:lnTo>
                    <a:pt x="520691" y="1041918"/>
                  </a:lnTo>
                  <a:lnTo>
                    <a:pt x="507340" y="1053978"/>
                  </a:lnTo>
                  <a:lnTo>
                    <a:pt x="493989" y="1065926"/>
                  </a:lnTo>
                  <a:lnTo>
                    <a:pt x="480638" y="1077758"/>
                  </a:lnTo>
                  <a:lnTo>
                    <a:pt x="467287" y="1089469"/>
                  </a:lnTo>
                  <a:lnTo>
                    <a:pt x="453936" y="1101056"/>
                  </a:lnTo>
                  <a:lnTo>
                    <a:pt x="440585" y="1112515"/>
                  </a:lnTo>
                  <a:lnTo>
                    <a:pt x="427234" y="1123844"/>
                  </a:lnTo>
                  <a:lnTo>
                    <a:pt x="413883" y="1135039"/>
                  </a:lnTo>
                  <a:lnTo>
                    <a:pt x="400532" y="1146099"/>
                  </a:lnTo>
                  <a:lnTo>
                    <a:pt x="387180" y="1157020"/>
                  </a:lnTo>
                  <a:lnTo>
                    <a:pt x="373829" y="1167801"/>
                  </a:lnTo>
                  <a:lnTo>
                    <a:pt x="360478" y="1178439"/>
                  </a:lnTo>
                  <a:lnTo>
                    <a:pt x="347127" y="1188934"/>
                  </a:lnTo>
                  <a:lnTo>
                    <a:pt x="333776" y="1199283"/>
                  </a:lnTo>
                  <a:lnTo>
                    <a:pt x="320425" y="1209486"/>
                  </a:lnTo>
                  <a:lnTo>
                    <a:pt x="307074" y="1219540"/>
                  </a:lnTo>
                  <a:lnTo>
                    <a:pt x="293723" y="1229446"/>
                  </a:lnTo>
                  <a:lnTo>
                    <a:pt x="280372" y="1239203"/>
                  </a:lnTo>
                  <a:lnTo>
                    <a:pt x="267021" y="1248812"/>
                  </a:lnTo>
                  <a:lnTo>
                    <a:pt x="253670" y="1258275"/>
                  </a:lnTo>
                  <a:lnTo>
                    <a:pt x="240319" y="1267593"/>
                  </a:lnTo>
                  <a:lnTo>
                    <a:pt x="226968" y="1276768"/>
                  </a:lnTo>
                  <a:lnTo>
                    <a:pt x="213617" y="1285802"/>
                  </a:lnTo>
                  <a:lnTo>
                    <a:pt x="200266" y="1294697"/>
                  </a:lnTo>
                  <a:lnTo>
                    <a:pt x="186914" y="1303454"/>
                  </a:lnTo>
                  <a:lnTo>
                    <a:pt x="173563" y="1312076"/>
                  </a:lnTo>
                  <a:lnTo>
                    <a:pt x="160212" y="1320564"/>
                  </a:lnTo>
                  <a:lnTo>
                    <a:pt x="146861" y="1328919"/>
                  </a:lnTo>
                  <a:lnTo>
                    <a:pt x="133510" y="1337145"/>
                  </a:lnTo>
                  <a:lnTo>
                    <a:pt x="120159" y="1345242"/>
                  </a:lnTo>
                  <a:lnTo>
                    <a:pt x="106808" y="1353212"/>
                  </a:lnTo>
                  <a:lnTo>
                    <a:pt x="93457" y="1361058"/>
                  </a:lnTo>
                  <a:lnTo>
                    <a:pt x="80106" y="1368780"/>
                  </a:lnTo>
                  <a:lnTo>
                    <a:pt x="66755" y="1376381"/>
                  </a:lnTo>
                  <a:lnTo>
                    <a:pt x="53404" y="1383863"/>
                  </a:lnTo>
                  <a:lnTo>
                    <a:pt x="40053" y="1391226"/>
                  </a:lnTo>
                  <a:lnTo>
                    <a:pt x="26702" y="1398474"/>
                  </a:lnTo>
                  <a:lnTo>
                    <a:pt x="13351" y="1405607"/>
                  </a:lnTo>
                  <a:lnTo>
                    <a:pt x="0" y="1412628"/>
                  </a:lnTo>
                  <a:lnTo>
                    <a:pt x="0" y="1412628"/>
                  </a:lnTo>
                  <a:lnTo>
                    <a:pt x="0" y="14126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012852" y="4512731"/>
              <a:ext cx="3991969" cy="1491884"/>
            </a:xfrm>
            <a:custGeom>
              <a:avLst/>
              <a:pathLst>
                <a:path w="3991969" h="1491884">
                  <a:moveTo>
                    <a:pt x="0" y="1491884"/>
                  </a:moveTo>
                  <a:lnTo>
                    <a:pt x="13351" y="1485885"/>
                  </a:lnTo>
                  <a:lnTo>
                    <a:pt x="26702" y="1479839"/>
                  </a:lnTo>
                  <a:lnTo>
                    <a:pt x="40053" y="1473745"/>
                  </a:lnTo>
                  <a:lnTo>
                    <a:pt x="53404" y="1467604"/>
                  </a:lnTo>
                  <a:lnTo>
                    <a:pt x="66755" y="1461414"/>
                  </a:lnTo>
                  <a:lnTo>
                    <a:pt x="80106" y="1455176"/>
                  </a:lnTo>
                  <a:lnTo>
                    <a:pt x="93457" y="1448889"/>
                  </a:lnTo>
                  <a:lnTo>
                    <a:pt x="106808" y="1442553"/>
                  </a:lnTo>
                  <a:lnTo>
                    <a:pt x="120159" y="1436167"/>
                  </a:lnTo>
                  <a:lnTo>
                    <a:pt x="133510" y="1429732"/>
                  </a:lnTo>
                  <a:lnTo>
                    <a:pt x="146861" y="1423245"/>
                  </a:lnTo>
                  <a:lnTo>
                    <a:pt x="160212" y="1416708"/>
                  </a:lnTo>
                  <a:lnTo>
                    <a:pt x="173563" y="1410120"/>
                  </a:lnTo>
                  <a:lnTo>
                    <a:pt x="186914" y="1403480"/>
                  </a:lnTo>
                  <a:lnTo>
                    <a:pt x="200266" y="1396789"/>
                  </a:lnTo>
                  <a:lnTo>
                    <a:pt x="213617" y="1390044"/>
                  </a:lnTo>
                  <a:lnTo>
                    <a:pt x="226968" y="1383247"/>
                  </a:lnTo>
                  <a:lnTo>
                    <a:pt x="240319" y="1376397"/>
                  </a:lnTo>
                  <a:lnTo>
                    <a:pt x="253670" y="1369493"/>
                  </a:lnTo>
                  <a:lnTo>
                    <a:pt x="267021" y="1362535"/>
                  </a:lnTo>
                  <a:lnTo>
                    <a:pt x="280372" y="1355523"/>
                  </a:lnTo>
                  <a:lnTo>
                    <a:pt x="293723" y="1348455"/>
                  </a:lnTo>
                  <a:lnTo>
                    <a:pt x="307074" y="1341332"/>
                  </a:lnTo>
                  <a:lnTo>
                    <a:pt x="320425" y="1334155"/>
                  </a:lnTo>
                  <a:lnTo>
                    <a:pt x="333776" y="1326922"/>
                  </a:lnTo>
                  <a:lnTo>
                    <a:pt x="347127" y="1319634"/>
                  </a:lnTo>
                  <a:lnTo>
                    <a:pt x="360478" y="1312291"/>
                  </a:lnTo>
                  <a:lnTo>
                    <a:pt x="373829" y="1304894"/>
                  </a:lnTo>
                  <a:lnTo>
                    <a:pt x="387180" y="1297442"/>
                  </a:lnTo>
                  <a:lnTo>
                    <a:pt x="400532" y="1289936"/>
                  </a:lnTo>
                  <a:lnTo>
                    <a:pt x="413883" y="1282376"/>
                  </a:lnTo>
                  <a:lnTo>
                    <a:pt x="427234" y="1274762"/>
                  </a:lnTo>
                  <a:lnTo>
                    <a:pt x="440585" y="1267095"/>
                  </a:lnTo>
                  <a:lnTo>
                    <a:pt x="453936" y="1259374"/>
                  </a:lnTo>
                  <a:lnTo>
                    <a:pt x="467287" y="1251600"/>
                  </a:lnTo>
                  <a:lnTo>
                    <a:pt x="480638" y="1243773"/>
                  </a:lnTo>
                  <a:lnTo>
                    <a:pt x="493989" y="1235894"/>
                  </a:lnTo>
                  <a:lnTo>
                    <a:pt x="507340" y="1227963"/>
                  </a:lnTo>
                  <a:lnTo>
                    <a:pt x="520691" y="1219979"/>
                  </a:lnTo>
                  <a:lnTo>
                    <a:pt x="534042" y="1211945"/>
                  </a:lnTo>
                  <a:lnTo>
                    <a:pt x="547393" y="1203859"/>
                  </a:lnTo>
                  <a:lnTo>
                    <a:pt x="560744" y="1195722"/>
                  </a:lnTo>
                  <a:lnTo>
                    <a:pt x="574095" y="1187535"/>
                  </a:lnTo>
                  <a:lnTo>
                    <a:pt x="587446" y="1179299"/>
                  </a:lnTo>
                  <a:lnTo>
                    <a:pt x="600798" y="1171012"/>
                  </a:lnTo>
                  <a:lnTo>
                    <a:pt x="614149" y="1162677"/>
                  </a:lnTo>
                  <a:lnTo>
                    <a:pt x="627500" y="1154294"/>
                  </a:lnTo>
                  <a:lnTo>
                    <a:pt x="640851" y="1145862"/>
                  </a:lnTo>
                  <a:lnTo>
                    <a:pt x="654202" y="1137383"/>
                  </a:lnTo>
                  <a:lnTo>
                    <a:pt x="667553" y="1128857"/>
                  </a:lnTo>
                  <a:lnTo>
                    <a:pt x="680904" y="1120285"/>
                  </a:lnTo>
                  <a:lnTo>
                    <a:pt x="694255" y="1111667"/>
                  </a:lnTo>
                  <a:lnTo>
                    <a:pt x="707606" y="1103004"/>
                  </a:lnTo>
                  <a:lnTo>
                    <a:pt x="720957" y="1094296"/>
                  </a:lnTo>
                  <a:lnTo>
                    <a:pt x="734308" y="1085545"/>
                  </a:lnTo>
                  <a:lnTo>
                    <a:pt x="747659" y="1076751"/>
                  </a:lnTo>
                  <a:lnTo>
                    <a:pt x="761010" y="1067914"/>
                  </a:lnTo>
                  <a:lnTo>
                    <a:pt x="774361" y="1059035"/>
                  </a:lnTo>
                  <a:lnTo>
                    <a:pt x="787712" y="1050116"/>
                  </a:lnTo>
                  <a:lnTo>
                    <a:pt x="801064" y="1041156"/>
                  </a:lnTo>
                  <a:lnTo>
                    <a:pt x="814415" y="1032157"/>
                  </a:lnTo>
                  <a:lnTo>
                    <a:pt x="827766" y="1023120"/>
                  </a:lnTo>
                  <a:lnTo>
                    <a:pt x="841117" y="1014045"/>
                  </a:lnTo>
                  <a:lnTo>
                    <a:pt x="854468" y="1004933"/>
                  </a:lnTo>
                  <a:lnTo>
                    <a:pt x="867819" y="995785"/>
                  </a:lnTo>
                  <a:lnTo>
                    <a:pt x="881170" y="986602"/>
                  </a:lnTo>
                  <a:lnTo>
                    <a:pt x="894521" y="977385"/>
                  </a:lnTo>
                  <a:lnTo>
                    <a:pt x="907872" y="968135"/>
                  </a:lnTo>
                  <a:lnTo>
                    <a:pt x="921223" y="958853"/>
                  </a:lnTo>
                  <a:lnTo>
                    <a:pt x="934574" y="949540"/>
                  </a:lnTo>
                  <a:lnTo>
                    <a:pt x="947925" y="940197"/>
                  </a:lnTo>
                  <a:lnTo>
                    <a:pt x="961276" y="930825"/>
                  </a:lnTo>
                  <a:lnTo>
                    <a:pt x="974627" y="921426"/>
                  </a:lnTo>
                  <a:lnTo>
                    <a:pt x="987978" y="911999"/>
                  </a:lnTo>
                  <a:lnTo>
                    <a:pt x="1001330" y="902548"/>
                  </a:lnTo>
                  <a:lnTo>
                    <a:pt x="1014681" y="893071"/>
                  </a:lnTo>
                  <a:lnTo>
                    <a:pt x="1028032" y="883572"/>
                  </a:lnTo>
                  <a:lnTo>
                    <a:pt x="1041383" y="874051"/>
                  </a:lnTo>
                  <a:lnTo>
                    <a:pt x="1054734" y="864509"/>
                  </a:lnTo>
                  <a:lnTo>
                    <a:pt x="1068085" y="854948"/>
                  </a:lnTo>
                  <a:lnTo>
                    <a:pt x="1081436" y="845369"/>
                  </a:lnTo>
                  <a:lnTo>
                    <a:pt x="1094787" y="835774"/>
                  </a:lnTo>
                  <a:lnTo>
                    <a:pt x="1108138" y="826163"/>
                  </a:lnTo>
                  <a:lnTo>
                    <a:pt x="1121489" y="816538"/>
                  </a:lnTo>
                  <a:lnTo>
                    <a:pt x="1134840" y="806902"/>
                  </a:lnTo>
                  <a:lnTo>
                    <a:pt x="1148191" y="797254"/>
                  </a:lnTo>
                  <a:lnTo>
                    <a:pt x="1161542" y="787599"/>
                  </a:lnTo>
                  <a:lnTo>
                    <a:pt x="1174893" y="777936"/>
                  </a:lnTo>
                  <a:lnTo>
                    <a:pt x="1188244" y="768268"/>
                  </a:lnTo>
                  <a:lnTo>
                    <a:pt x="1201596" y="758596"/>
                  </a:lnTo>
                  <a:lnTo>
                    <a:pt x="1214947" y="748924"/>
                  </a:lnTo>
                  <a:lnTo>
                    <a:pt x="1228298" y="739251"/>
                  </a:lnTo>
                  <a:lnTo>
                    <a:pt x="1241649" y="729582"/>
                  </a:lnTo>
                  <a:lnTo>
                    <a:pt x="1255000" y="719916"/>
                  </a:lnTo>
                  <a:lnTo>
                    <a:pt x="1268351" y="710257"/>
                  </a:lnTo>
                  <a:lnTo>
                    <a:pt x="1281702" y="700607"/>
                  </a:lnTo>
                  <a:lnTo>
                    <a:pt x="1295053" y="690967"/>
                  </a:lnTo>
                  <a:lnTo>
                    <a:pt x="1308404" y="681340"/>
                  </a:lnTo>
                  <a:lnTo>
                    <a:pt x="1321755" y="671727"/>
                  </a:lnTo>
                  <a:lnTo>
                    <a:pt x="1335106" y="662132"/>
                  </a:lnTo>
                  <a:lnTo>
                    <a:pt x="1348457" y="652556"/>
                  </a:lnTo>
                  <a:lnTo>
                    <a:pt x="1361808" y="643001"/>
                  </a:lnTo>
                  <a:lnTo>
                    <a:pt x="1375159" y="633470"/>
                  </a:lnTo>
                  <a:lnTo>
                    <a:pt x="1388510" y="623965"/>
                  </a:lnTo>
                  <a:lnTo>
                    <a:pt x="1401862" y="614488"/>
                  </a:lnTo>
                  <a:lnTo>
                    <a:pt x="1415213" y="605042"/>
                  </a:lnTo>
                  <a:lnTo>
                    <a:pt x="1428564" y="595629"/>
                  </a:lnTo>
                  <a:lnTo>
                    <a:pt x="1441915" y="586252"/>
                  </a:lnTo>
                  <a:lnTo>
                    <a:pt x="1455266" y="576912"/>
                  </a:lnTo>
                  <a:lnTo>
                    <a:pt x="1468617" y="567613"/>
                  </a:lnTo>
                  <a:lnTo>
                    <a:pt x="1481968" y="558357"/>
                  </a:lnTo>
                  <a:lnTo>
                    <a:pt x="1495319" y="549147"/>
                  </a:lnTo>
                  <a:lnTo>
                    <a:pt x="1508670" y="539984"/>
                  </a:lnTo>
                  <a:lnTo>
                    <a:pt x="1522021" y="530873"/>
                  </a:lnTo>
                  <a:lnTo>
                    <a:pt x="1535372" y="521814"/>
                  </a:lnTo>
                  <a:lnTo>
                    <a:pt x="1548723" y="512812"/>
                  </a:lnTo>
                  <a:lnTo>
                    <a:pt x="1562074" y="503868"/>
                  </a:lnTo>
                  <a:lnTo>
                    <a:pt x="1575425" y="494985"/>
                  </a:lnTo>
                  <a:lnTo>
                    <a:pt x="1588776" y="486167"/>
                  </a:lnTo>
                  <a:lnTo>
                    <a:pt x="1602128" y="477415"/>
                  </a:lnTo>
                  <a:lnTo>
                    <a:pt x="1615479" y="468732"/>
                  </a:lnTo>
                  <a:lnTo>
                    <a:pt x="1628830" y="460122"/>
                  </a:lnTo>
                  <a:lnTo>
                    <a:pt x="1642181" y="451587"/>
                  </a:lnTo>
                  <a:lnTo>
                    <a:pt x="1655532" y="443130"/>
                  </a:lnTo>
                  <a:lnTo>
                    <a:pt x="1668883" y="434753"/>
                  </a:lnTo>
                  <a:lnTo>
                    <a:pt x="1682234" y="426460"/>
                  </a:lnTo>
                  <a:lnTo>
                    <a:pt x="1695585" y="418253"/>
                  </a:lnTo>
                  <a:lnTo>
                    <a:pt x="1708936" y="410136"/>
                  </a:lnTo>
                  <a:lnTo>
                    <a:pt x="1722287" y="402111"/>
                  </a:lnTo>
                  <a:lnTo>
                    <a:pt x="1735638" y="394180"/>
                  </a:lnTo>
                  <a:lnTo>
                    <a:pt x="1748989" y="386348"/>
                  </a:lnTo>
                  <a:lnTo>
                    <a:pt x="1762340" y="378617"/>
                  </a:lnTo>
                  <a:lnTo>
                    <a:pt x="1775691" y="370989"/>
                  </a:lnTo>
                  <a:lnTo>
                    <a:pt x="1789042" y="363468"/>
                  </a:lnTo>
                  <a:lnTo>
                    <a:pt x="1802394" y="356054"/>
                  </a:lnTo>
                  <a:lnTo>
                    <a:pt x="1815745" y="348749"/>
                  </a:lnTo>
                  <a:lnTo>
                    <a:pt x="1829096" y="341552"/>
                  </a:lnTo>
                  <a:lnTo>
                    <a:pt x="1842447" y="334463"/>
                  </a:lnTo>
                  <a:lnTo>
                    <a:pt x="1855798" y="327481"/>
                  </a:lnTo>
                  <a:lnTo>
                    <a:pt x="1869149" y="320608"/>
                  </a:lnTo>
                  <a:lnTo>
                    <a:pt x="1882500" y="313843"/>
                  </a:lnTo>
                  <a:lnTo>
                    <a:pt x="1895851" y="307186"/>
                  </a:lnTo>
                  <a:lnTo>
                    <a:pt x="1909202" y="300636"/>
                  </a:lnTo>
                  <a:lnTo>
                    <a:pt x="1922553" y="294193"/>
                  </a:lnTo>
                  <a:lnTo>
                    <a:pt x="1935904" y="287858"/>
                  </a:lnTo>
                  <a:lnTo>
                    <a:pt x="1949255" y="281630"/>
                  </a:lnTo>
                  <a:lnTo>
                    <a:pt x="1962606" y="275508"/>
                  </a:lnTo>
                  <a:lnTo>
                    <a:pt x="1975957" y="269493"/>
                  </a:lnTo>
                  <a:lnTo>
                    <a:pt x="1989309" y="263584"/>
                  </a:lnTo>
                  <a:lnTo>
                    <a:pt x="2002660" y="257780"/>
                  </a:lnTo>
                  <a:lnTo>
                    <a:pt x="2016011" y="252081"/>
                  </a:lnTo>
                  <a:lnTo>
                    <a:pt x="2029362" y="246487"/>
                  </a:lnTo>
                  <a:lnTo>
                    <a:pt x="2042713" y="240997"/>
                  </a:lnTo>
                  <a:lnTo>
                    <a:pt x="2056064" y="235610"/>
                  </a:lnTo>
                  <a:lnTo>
                    <a:pt x="2069415" y="230327"/>
                  </a:lnTo>
                  <a:lnTo>
                    <a:pt x="2082766" y="225146"/>
                  </a:lnTo>
                  <a:lnTo>
                    <a:pt x="2096117" y="220066"/>
                  </a:lnTo>
                  <a:lnTo>
                    <a:pt x="2109468" y="215088"/>
                  </a:lnTo>
                  <a:lnTo>
                    <a:pt x="2122819" y="210210"/>
                  </a:lnTo>
                  <a:lnTo>
                    <a:pt x="2136170" y="205432"/>
                  </a:lnTo>
                  <a:lnTo>
                    <a:pt x="2149521" y="200753"/>
                  </a:lnTo>
                  <a:lnTo>
                    <a:pt x="2162872" y="196172"/>
                  </a:lnTo>
                  <a:lnTo>
                    <a:pt x="2176223" y="191688"/>
                  </a:lnTo>
                  <a:lnTo>
                    <a:pt x="2189575" y="187301"/>
                  </a:lnTo>
                  <a:lnTo>
                    <a:pt x="2202926" y="183009"/>
                  </a:lnTo>
                  <a:lnTo>
                    <a:pt x="2216277" y="178812"/>
                  </a:lnTo>
                  <a:lnTo>
                    <a:pt x="2229628" y="174710"/>
                  </a:lnTo>
                  <a:lnTo>
                    <a:pt x="2242979" y="170700"/>
                  </a:lnTo>
                  <a:lnTo>
                    <a:pt x="2256330" y="166782"/>
                  </a:lnTo>
                  <a:lnTo>
                    <a:pt x="2269681" y="162955"/>
                  </a:lnTo>
                  <a:lnTo>
                    <a:pt x="2283032" y="159218"/>
                  </a:lnTo>
                  <a:lnTo>
                    <a:pt x="2296383" y="155570"/>
                  </a:lnTo>
                  <a:lnTo>
                    <a:pt x="2309734" y="152010"/>
                  </a:lnTo>
                  <a:lnTo>
                    <a:pt x="2323085" y="148536"/>
                  </a:lnTo>
                  <a:lnTo>
                    <a:pt x="2336436" y="145149"/>
                  </a:lnTo>
                  <a:lnTo>
                    <a:pt x="2349787" y="141846"/>
                  </a:lnTo>
                  <a:lnTo>
                    <a:pt x="2363138" y="138627"/>
                  </a:lnTo>
                  <a:lnTo>
                    <a:pt x="2376489" y="135490"/>
                  </a:lnTo>
                  <a:lnTo>
                    <a:pt x="2389841" y="132434"/>
                  </a:lnTo>
                  <a:lnTo>
                    <a:pt x="2403192" y="129458"/>
                  </a:lnTo>
                  <a:lnTo>
                    <a:pt x="2416543" y="126561"/>
                  </a:lnTo>
                  <a:lnTo>
                    <a:pt x="2429894" y="123742"/>
                  </a:lnTo>
                  <a:lnTo>
                    <a:pt x="2443245" y="120998"/>
                  </a:lnTo>
                  <a:lnTo>
                    <a:pt x="2456596" y="118330"/>
                  </a:lnTo>
                  <a:lnTo>
                    <a:pt x="2469947" y="115736"/>
                  </a:lnTo>
                  <a:lnTo>
                    <a:pt x="2483298" y="113214"/>
                  </a:lnTo>
                  <a:lnTo>
                    <a:pt x="2496649" y="110764"/>
                  </a:lnTo>
                  <a:lnTo>
                    <a:pt x="2510000" y="108383"/>
                  </a:lnTo>
                  <a:lnTo>
                    <a:pt x="2523351" y="106071"/>
                  </a:lnTo>
                  <a:lnTo>
                    <a:pt x="2536702" y="103826"/>
                  </a:lnTo>
                  <a:lnTo>
                    <a:pt x="2550053" y="101648"/>
                  </a:lnTo>
                  <a:lnTo>
                    <a:pt x="2563404" y="99533"/>
                  </a:lnTo>
                  <a:lnTo>
                    <a:pt x="2576755" y="97482"/>
                  </a:lnTo>
                  <a:lnTo>
                    <a:pt x="2590107" y="95492"/>
                  </a:lnTo>
                  <a:lnTo>
                    <a:pt x="2603458" y="93563"/>
                  </a:lnTo>
                  <a:lnTo>
                    <a:pt x="2616809" y="91692"/>
                  </a:lnTo>
                  <a:lnTo>
                    <a:pt x="2630160" y="89879"/>
                  </a:lnTo>
                  <a:lnTo>
                    <a:pt x="2643511" y="88122"/>
                  </a:lnTo>
                  <a:lnTo>
                    <a:pt x="2656862" y="86420"/>
                  </a:lnTo>
                  <a:lnTo>
                    <a:pt x="2670213" y="84771"/>
                  </a:lnTo>
                  <a:lnTo>
                    <a:pt x="2683564" y="83173"/>
                  </a:lnTo>
                  <a:lnTo>
                    <a:pt x="2696915" y="81626"/>
                  </a:lnTo>
                  <a:lnTo>
                    <a:pt x="2710266" y="80127"/>
                  </a:lnTo>
                  <a:lnTo>
                    <a:pt x="2723617" y="78676"/>
                  </a:lnTo>
                  <a:lnTo>
                    <a:pt x="2736968" y="77270"/>
                  </a:lnTo>
                  <a:lnTo>
                    <a:pt x="2750319" y="75909"/>
                  </a:lnTo>
                  <a:lnTo>
                    <a:pt x="2763670" y="74590"/>
                  </a:lnTo>
                  <a:lnTo>
                    <a:pt x="2777021" y="73313"/>
                  </a:lnTo>
                  <a:lnTo>
                    <a:pt x="2790373" y="72075"/>
                  </a:lnTo>
                  <a:lnTo>
                    <a:pt x="2803724" y="70875"/>
                  </a:lnTo>
                  <a:lnTo>
                    <a:pt x="2817075" y="69712"/>
                  </a:lnTo>
                  <a:lnTo>
                    <a:pt x="2830426" y="68585"/>
                  </a:lnTo>
                  <a:lnTo>
                    <a:pt x="2843777" y="67490"/>
                  </a:lnTo>
                  <a:lnTo>
                    <a:pt x="2857128" y="66428"/>
                  </a:lnTo>
                  <a:lnTo>
                    <a:pt x="2870479" y="65396"/>
                  </a:lnTo>
                  <a:lnTo>
                    <a:pt x="2883830" y="64393"/>
                  </a:lnTo>
                  <a:lnTo>
                    <a:pt x="2897181" y="63417"/>
                  </a:lnTo>
                  <a:lnTo>
                    <a:pt x="2910532" y="62468"/>
                  </a:lnTo>
                  <a:lnTo>
                    <a:pt x="2923883" y="61542"/>
                  </a:lnTo>
                  <a:lnTo>
                    <a:pt x="2937234" y="60639"/>
                  </a:lnTo>
                  <a:lnTo>
                    <a:pt x="2950585" y="59757"/>
                  </a:lnTo>
                  <a:lnTo>
                    <a:pt x="2963936" y="58894"/>
                  </a:lnTo>
                  <a:lnTo>
                    <a:pt x="2977287" y="58050"/>
                  </a:lnTo>
                  <a:lnTo>
                    <a:pt x="2990639" y="57221"/>
                  </a:lnTo>
                  <a:lnTo>
                    <a:pt x="3003990" y="56408"/>
                  </a:lnTo>
                  <a:lnTo>
                    <a:pt x="3017341" y="55607"/>
                  </a:lnTo>
                  <a:lnTo>
                    <a:pt x="3030692" y="54819"/>
                  </a:lnTo>
                  <a:lnTo>
                    <a:pt x="3044043" y="54040"/>
                  </a:lnTo>
                  <a:lnTo>
                    <a:pt x="3057394" y="53269"/>
                  </a:lnTo>
                  <a:lnTo>
                    <a:pt x="3070745" y="52505"/>
                  </a:lnTo>
                  <a:lnTo>
                    <a:pt x="3084096" y="51747"/>
                  </a:lnTo>
                  <a:lnTo>
                    <a:pt x="3097447" y="50991"/>
                  </a:lnTo>
                  <a:lnTo>
                    <a:pt x="3110798" y="50238"/>
                  </a:lnTo>
                  <a:lnTo>
                    <a:pt x="3124149" y="49485"/>
                  </a:lnTo>
                  <a:lnTo>
                    <a:pt x="3137500" y="48732"/>
                  </a:lnTo>
                  <a:lnTo>
                    <a:pt x="3150851" y="47979"/>
                  </a:lnTo>
                  <a:lnTo>
                    <a:pt x="3164202" y="47226"/>
                  </a:lnTo>
                  <a:lnTo>
                    <a:pt x="3177553" y="46472"/>
                  </a:lnTo>
                  <a:lnTo>
                    <a:pt x="3190905" y="45718"/>
                  </a:lnTo>
                  <a:lnTo>
                    <a:pt x="3204256" y="44963"/>
                  </a:lnTo>
                  <a:lnTo>
                    <a:pt x="3217607" y="44209"/>
                  </a:lnTo>
                  <a:lnTo>
                    <a:pt x="3230958" y="43454"/>
                  </a:lnTo>
                  <a:lnTo>
                    <a:pt x="3244309" y="42699"/>
                  </a:lnTo>
                  <a:lnTo>
                    <a:pt x="3257660" y="41943"/>
                  </a:lnTo>
                  <a:lnTo>
                    <a:pt x="3271011" y="41188"/>
                  </a:lnTo>
                  <a:lnTo>
                    <a:pt x="3284362" y="40432"/>
                  </a:lnTo>
                  <a:lnTo>
                    <a:pt x="3297713" y="39676"/>
                  </a:lnTo>
                  <a:lnTo>
                    <a:pt x="3311064" y="38919"/>
                  </a:lnTo>
                  <a:lnTo>
                    <a:pt x="3324415" y="38163"/>
                  </a:lnTo>
                  <a:lnTo>
                    <a:pt x="3337766" y="37406"/>
                  </a:lnTo>
                  <a:lnTo>
                    <a:pt x="3351117" y="36649"/>
                  </a:lnTo>
                  <a:lnTo>
                    <a:pt x="3364468" y="35891"/>
                  </a:lnTo>
                  <a:lnTo>
                    <a:pt x="3377819" y="35134"/>
                  </a:lnTo>
                  <a:lnTo>
                    <a:pt x="3391171" y="34376"/>
                  </a:lnTo>
                  <a:lnTo>
                    <a:pt x="3404522" y="33617"/>
                  </a:lnTo>
                  <a:lnTo>
                    <a:pt x="3417873" y="32859"/>
                  </a:lnTo>
                  <a:lnTo>
                    <a:pt x="3431224" y="32100"/>
                  </a:lnTo>
                  <a:lnTo>
                    <a:pt x="3444575" y="31341"/>
                  </a:lnTo>
                  <a:lnTo>
                    <a:pt x="3457926" y="30582"/>
                  </a:lnTo>
                  <a:lnTo>
                    <a:pt x="3471277" y="29823"/>
                  </a:lnTo>
                  <a:lnTo>
                    <a:pt x="3484628" y="29063"/>
                  </a:lnTo>
                  <a:lnTo>
                    <a:pt x="3497979" y="28303"/>
                  </a:lnTo>
                  <a:lnTo>
                    <a:pt x="3511330" y="27543"/>
                  </a:lnTo>
                  <a:lnTo>
                    <a:pt x="3524681" y="26782"/>
                  </a:lnTo>
                  <a:lnTo>
                    <a:pt x="3538032" y="26021"/>
                  </a:lnTo>
                  <a:lnTo>
                    <a:pt x="3551383" y="25260"/>
                  </a:lnTo>
                  <a:lnTo>
                    <a:pt x="3564734" y="24499"/>
                  </a:lnTo>
                  <a:lnTo>
                    <a:pt x="3578085" y="23737"/>
                  </a:lnTo>
                  <a:lnTo>
                    <a:pt x="3591437" y="22975"/>
                  </a:lnTo>
                  <a:lnTo>
                    <a:pt x="3604788" y="22213"/>
                  </a:lnTo>
                  <a:lnTo>
                    <a:pt x="3618139" y="21451"/>
                  </a:lnTo>
                  <a:lnTo>
                    <a:pt x="3631490" y="20688"/>
                  </a:lnTo>
                  <a:lnTo>
                    <a:pt x="3644841" y="19926"/>
                  </a:lnTo>
                  <a:lnTo>
                    <a:pt x="3658192" y="19162"/>
                  </a:lnTo>
                  <a:lnTo>
                    <a:pt x="3671543" y="18399"/>
                  </a:lnTo>
                  <a:lnTo>
                    <a:pt x="3684894" y="17635"/>
                  </a:lnTo>
                  <a:lnTo>
                    <a:pt x="3698245" y="16872"/>
                  </a:lnTo>
                  <a:lnTo>
                    <a:pt x="3711596" y="16107"/>
                  </a:lnTo>
                  <a:lnTo>
                    <a:pt x="3724947" y="15343"/>
                  </a:lnTo>
                  <a:lnTo>
                    <a:pt x="3738298" y="14578"/>
                  </a:lnTo>
                  <a:lnTo>
                    <a:pt x="3751649" y="13813"/>
                  </a:lnTo>
                  <a:lnTo>
                    <a:pt x="3765000" y="13048"/>
                  </a:lnTo>
                  <a:lnTo>
                    <a:pt x="3778352" y="12283"/>
                  </a:lnTo>
                  <a:lnTo>
                    <a:pt x="3791703" y="11517"/>
                  </a:lnTo>
                  <a:lnTo>
                    <a:pt x="3805054" y="10751"/>
                  </a:lnTo>
                  <a:lnTo>
                    <a:pt x="3818405" y="9985"/>
                  </a:lnTo>
                  <a:lnTo>
                    <a:pt x="3831756" y="9218"/>
                  </a:lnTo>
                  <a:lnTo>
                    <a:pt x="3845107" y="8451"/>
                  </a:lnTo>
                  <a:lnTo>
                    <a:pt x="3858458" y="7684"/>
                  </a:lnTo>
                  <a:lnTo>
                    <a:pt x="3871809" y="6917"/>
                  </a:lnTo>
                  <a:lnTo>
                    <a:pt x="3885160" y="6149"/>
                  </a:lnTo>
                  <a:lnTo>
                    <a:pt x="3898511" y="5382"/>
                  </a:lnTo>
                  <a:lnTo>
                    <a:pt x="3911862" y="4614"/>
                  </a:lnTo>
                  <a:lnTo>
                    <a:pt x="3925213" y="3845"/>
                  </a:lnTo>
                  <a:lnTo>
                    <a:pt x="3938564" y="3077"/>
                  </a:lnTo>
                  <a:lnTo>
                    <a:pt x="3951915" y="2308"/>
                  </a:lnTo>
                  <a:lnTo>
                    <a:pt x="3965266" y="1539"/>
                  </a:lnTo>
                  <a:lnTo>
                    <a:pt x="3978618" y="769"/>
                  </a:ln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27101" cap="flat">
              <a:solidFill>
                <a:srgbClr val="83A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012852" y="5103962"/>
              <a:ext cx="3991969" cy="0"/>
            </a:xfrm>
            <a:custGeom>
              <a:avLst/>
              <a:pathLst>
                <a:path w="3991969" h="0">
                  <a:moveTo>
                    <a:pt x="0" y="0"/>
                  </a:moveTo>
                  <a:lnTo>
                    <a:pt x="3991969" y="0"/>
                  </a:lnTo>
                  <a:lnTo>
                    <a:pt x="39919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5012852" y="3498589"/>
              <a:ext cx="3991969" cy="2841995"/>
            </a:xfrm>
            <a:prstGeom prst="rect">
              <a:avLst/>
            </a:prstGeom>
            <a:ln w="1626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8"/>
            <p:cNvSpPr/>
            <p:nvPr/>
          </p:nvSpPr>
          <p:spPr>
            <a:xfrm>
              <a:off x="4772554" y="5890190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0.5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4772554" y="5056916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772554" y="4223642"/>
              <a:ext cx="17766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1.5</a:t>
              </a:r>
            </a:p>
          </p:txBody>
        </p:sp>
        <p:sp>
          <p:nvSpPr>
            <p:cNvPr id="141" name="pl141"/>
            <p:cNvSpPr/>
            <p:nvPr/>
          </p:nvSpPr>
          <p:spPr>
            <a:xfrm>
              <a:off x="4978058" y="59372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978058" y="51039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978058" y="42706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886720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053669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220618" y="6340585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5815671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30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6982620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40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8149569" y="6403215"/>
              <a:ext cx="142097" cy="94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Times New Roman"/>
                  <a:cs typeface="Times New Roman"/>
                </a:rPr>
                <a:t>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6653364" y="6562733"/>
              <a:ext cx="710946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METS-IR</a:t>
              </a:r>
            </a:p>
          </p:txBody>
        </p:sp>
        <p:sp>
          <p:nvSpPr>
            <p:cNvPr id="151" name="tx151"/>
            <p:cNvSpPr/>
            <p:nvPr/>
          </p:nvSpPr>
          <p:spPr>
            <a:xfrm rot="-5400000">
              <a:off x="-565047" y="3181039"/>
              <a:ext cx="1526133" cy="1176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Weighted Odds Ratio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2026-02-04T13:57:53Z</dcterms:modified>
  <cp:category/>
</cp:coreProperties>
</file>